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7.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9"/>
  </p:notesMasterIdLst>
  <p:handoutMasterIdLst>
    <p:handoutMasterId r:id="rId40"/>
  </p:handoutMasterIdLst>
  <p:sldIdLst>
    <p:sldId id="258" r:id="rId2"/>
    <p:sldId id="260" r:id="rId3"/>
    <p:sldId id="282" r:id="rId4"/>
    <p:sldId id="281" r:id="rId5"/>
    <p:sldId id="322" r:id="rId6"/>
    <p:sldId id="328" r:id="rId7"/>
    <p:sldId id="261" r:id="rId8"/>
    <p:sldId id="264" r:id="rId9"/>
    <p:sldId id="284" r:id="rId10"/>
    <p:sldId id="341" r:id="rId11"/>
    <p:sldId id="340" r:id="rId12"/>
    <p:sldId id="300" r:id="rId13"/>
    <p:sldId id="332" r:id="rId14"/>
    <p:sldId id="314" r:id="rId15"/>
    <p:sldId id="316" r:id="rId16"/>
    <p:sldId id="315" r:id="rId17"/>
    <p:sldId id="324" r:id="rId18"/>
    <p:sldId id="298" r:id="rId19"/>
    <p:sldId id="277" r:id="rId20"/>
    <p:sldId id="299" r:id="rId21"/>
    <p:sldId id="305" r:id="rId22"/>
    <p:sldId id="272" r:id="rId23"/>
    <p:sldId id="270" r:id="rId24"/>
    <p:sldId id="333" r:id="rId25"/>
    <p:sldId id="309" r:id="rId26"/>
    <p:sldId id="318" r:id="rId27"/>
    <p:sldId id="310" r:id="rId28"/>
    <p:sldId id="331" r:id="rId29"/>
    <p:sldId id="313" r:id="rId30"/>
    <p:sldId id="276" r:id="rId31"/>
    <p:sldId id="278" r:id="rId32"/>
    <p:sldId id="319" r:id="rId33"/>
    <p:sldId id="320" r:id="rId34"/>
    <p:sldId id="321" r:id="rId35"/>
    <p:sldId id="325" r:id="rId36"/>
    <p:sldId id="336" r:id="rId37"/>
    <p:sldId id="280" r:id="rId38"/>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lison B Taylor" initials="ABT" lastIdx="22" clrIdx="0">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989" autoAdjust="0"/>
    <p:restoredTop sz="65653" autoAdjust="0"/>
  </p:normalViewPr>
  <p:slideViewPr>
    <p:cSldViewPr snapToGrid="0">
      <p:cViewPr varScale="1">
        <p:scale>
          <a:sx n="62" d="100"/>
          <a:sy n="62" d="100"/>
        </p:scale>
        <p:origin x="608" y="40"/>
      </p:cViewPr>
      <p:guideLst/>
    </p:cSldViewPr>
  </p:slideViewPr>
  <p:notesTextViewPr>
    <p:cViewPr>
      <p:scale>
        <a:sx n="1" d="1"/>
        <a:sy n="1" d="1"/>
      </p:scale>
      <p:origin x="0" y="0"/>
    </p:cViewPr>
  </p:notesTextViewPr>
  <p:notesViewPr>
    <p:cSldViewPr snapToGrid="0">
      <p:cViewPr varScale="1">
        <p:scale>
          <a:sx n="38" d="100"/>
          <a:sy n="38" d="100"/>
        </p:scale>
        <p:origin x="2260" y="3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1147450902491365E-2"/>
          <c:y val="0.14601784690987926"/>
          <c:w val="0.92718484411058044"/>
          <c:h val="0.6870263535402773"/>
        </c:manualLayout>
      </c:layout>
      <c:barChart>
        <c:barDir val="col"/>
        <c:grouping val="clustered"/>
        <c:varyColors val="0"/>
        <c:ser>
          <c:idx val="0"/>
          <c:order val="0"/>
          <c:tx>
            <c:strRef>
              <c:f>Sheet1!$B$1</c:f>
              <c:strCache>
                <c:ptCount val="1"/>
                <c:pt idx="0">
                  <c:v>Qualitative Study</c:v>
                </c:pt>
              </c:strCache>
            </c:strRef>
          </c:tx>
          <c:spPr>
            <a:solidFill>
              <a:schemeClr val="accent1"/>
            </a:solidFill>
            <a:ln>
              <a:noFill/>
            </a:ln>
            <a:effectLst/>
          </c:spPr>
          <c:invertIfNegative val="0"/>
          <c:dPt>
            <c:idx val="1"/>
            <c:invertIfNegative val="0"/>
            <c:bubble3D val="0"/>
            <c:spPr>
              <a:solidFill>
                <a:schemeClr val="accent3"/>
              </a:solidFill>
              <a:ln>
                <a:noFill/>
              </a:ln>
              <a:effectLst/>
            </c:spPr>
          </c:dPt>
          <c:dPt>
            <c:idx val="2"/>
            <c:invertIfNegative val="0"/>
            <c:bubble3D val="0"/>
            <c:spPr>
              <a:solidFill>
                <a:schemeClr val="accent3"/>
              </a:solidFill>
              <a:ln>
                <a:noFill/>
              </a:ln>
              <a:effectLst/>
            </c:spPr>
          </c:dPt>
          <c:dPt>
            <c:idx val="3"/>
            <c:invertIfNegative val="0"/>
            <c:bubble3D val="0"/>
            <c:spPr>
              <a:solidFill>
                <a:schemeClr val="accent3"/>
              </a:solidFill>
              <a:ln>
                <a:noFill/>
              </a:ln>
              <a:effectLst/>
            </c:spPr>
          </c:dPt>
          <c:dPt>
            <c:idx val="4"/>
            <c:invertIfNegative val="0"/>
            <c:bubble3D val="0"/>
            <c:spPr>
              <a:solidFill>
                <a:schemeClr val="accent3"/>
              </a:solidFill>
              <a:ln>
                <a:noFill/>
              </a:ln>
              <a:effectLst/>
            </c:spPr>
          </c:dPt>
          <c:dPt>
            <c:idx val="5"/>
            <c:invertIfNegative val="0"/>
            <c:bubble3D val="0"/>
            <c:spPr>
              <a:solidFill>
                <a:schemeClr val="accent3"/>
              </a:solidFill>
              <a:ln>
                <a:noFill/>
              </a:ln>
              <a:effectLst/>
            </c:spPr>
          </c:dPt>
          <c:cat>
            <c:strRef>
              <c:f>Sheet1!$A$2:$A$7</c:f>
              <c:strCache>
                <c:ptCount val="6"/>
                <c:pt idx="0">
                  <c:v>18-24</c:v>
                </c:pt>
                <c:pt idx="1">
                  <c:v>25-34</c:v>
                </c:pt>
                <c:pt idx="2">
                  <c:v>35-44</c:v>
                </c:pt>
                <c:pt idx="3">
                  <c:v>45-54</c:v>
                </c:pt>
                <c:pt idx="4">
                  <c:v>55-64</c:v>
                </c:pt>
                <c:pt idx="5">
                  <c:v>65-74</c:v>
                </c:pt>
              </c:strCache>
            </c:strRef>
          </c:cat>
          <c:val>
            <c:numRef>
              <c:f>Sheet1!$B$2:$B$7</c:f>
              <c:numCache>
                <c:formatCode>General</c:formatCode>
                <c:ptCount val="6"/>
                <c:pt idx="0">
                  <c:v>0</c:v>
                </c:pt>
                <c:pt idx="1">
                  <c:v>8.3000000000000007</c:v>
                </c:pt>
                <c:pt idx="2">
                  <c:v>18.8</c:v>
                </c:pt>
                <c:pt idx="3">
                  <c:v>43.8</c:v>
                </c:pt>
                <c:pt idx="4">
                  <c:v>27.1</c:v>
                </c:pt>
                <c:pt idx="5">
                  <c:v>2</c:v>
                </c:pt>
              </c:numCache>
            </c:numRef>
          </c:val>
        </c:ser>
        <c:ser>
          <c:idx val="1"/>
          <c:order val="1"/>
          <c:tx>
            <c:strRef>
              <c:f>Sheet1!$C$1</c:f>
              <c:strCache>
                <c:ptCount val="1"/>
                <c:pt idx="0">
                  <c:v>SGA Project Overall</c:v>
                </c:pt>
              </c:strCache>
            </c:strRef>
          </c:tx>
          <c:spPr>
            <a:solidFill>
              <a:schemeClr val="accent2"/>
            </a:solidFill>
            <a:ln>
              <a:noFill/>
            </a:ln>
            <a:effectLst/>
          </c:spPr>
          <c:invertIfNegative val="0"/>
          <c:cat>
            <c:strRef>
              <c:f>Sheet1!$A$2:$A$7</c:f>
              <c:strCache>
                <c:ptCount val="6"/>
                <c:pt idx="0">
                  <c:v>18-24</c:v>
                </c:pt>
                <c:pt idx="1">
                  <c:v>25-34</c:v>
                </c:pt>
                <c:pt idx="2">
                  <c:v>35-44</c:v>
                </c:pt>
                <c:pt idx="3">
                  <c:v>45-54</c:v>
                </c:pt>
                <c:pt idx="4">
                  <c:v>55-64</c:v>
                </c:pt>
                <c:pt idx="5">
                  <c:v>65-74</c:v>
                </c:pt>
              </c:strCache>
            </c:strRef>
          </c:cat>
          <c:val>
            <c:numRef>
              <c:f>Sheet1!$C$2:$C$7</c:f>
              <c:numCache>
                <c:formatCode>General</c:formatCode>
                <c:ptCount val="6"/>
                <c:pt idx="0">
                  <c:v>3</c:v>
                </c:pt>
                <c:pt idx="1">
                  <c:v>13.2</c:v>
                </c:pt>
                <c:pt idx="2">
                  <c:v>22.1</c:v>
                </c:pt>
                <c:pt idx="3">
                  <c:v>31</c:v>
                </c:pt>
                <c:pt idx="4">
                  <c:v>30.6</c:v>
                </c:pt>
                <c:pt idx="5">
                  <c:v>0</c:v>
                </c:pt>
              </c:numCache>
            </c:numRef>
          </c:val>
        </c:ser>
        <c:dLbls>
          <c:showLegendKey val="0"/>
          <c:showVal val="0"/>
          <c:showCatName val="0"/>
          <c:showSerName val="0"/>
          <c:showPercent val="0"/>
          <c:showBubbleSize val="0"/>
        </c:dLbls>
        <c:gapWidth val="219"/>
        <c:overlap val="-27"/>
        <c:axId val="201238728"/>
        <c:axId val="233838632"/>
      </c:barChart>
      <c:catAx>
        <c:axId val="2012387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400" b="0" i="0" u="none" strike="noStrike" kern="1200" baseline="0">
                <a:solidFill>
                  <a:schemeClr val="tx1">
                    <a:lumMod val="65000"/>
                    <a:lumOff val="35000"/>
                  </a:schemeClr>
                </a:solidFill>
                <a:latin typeface="+mn-lt"/>
                <a:ea typeface="+mn-ea"/>
                <a:cs typeface="+mn-cs"/>
              </a:defRPr>
            </a:pPr>
            <a:endParaRPr lang="en-US"/>
          </a:p>
        </c:txPr>
        <c:crossAx val="233838632"/>
        <c:crosses val="autoZero"/>
        <c:auto val="1"/>
        <c:lblAlgn val="ctr"/>
        <c:lblOffset val="100"/>
        <c:noMultiLvlLbl val="0"/>
      </c:catAx>
      <c:valAx>
        <c:axId val="23383863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n-US"/>
          </a:p>
        </c:txPr>
        <c:crossAx val="201238728"/>
        <c:crosses val="autoZero"/>
        <c:crossBetween val="between"/>
      </c:valAx>
      <c:spPr>
        <a:noFill/>
        <a:ln>
          <a:noFill/>
        </a:ln>
        <a:effectLst/>
      </c:spPr>
    </c:plotArea>
    <c:legend>
      <c:legendPos val="b"/>
      <c:legendEntry>
        <c:idx val="0"/>
        <c:txPr>
          <a:bodyPr rot="0" spcFirstLastPara="1" vertOverflow="ellipsis" vert="horz" wrap="square" anchor="ctr" anchorCtr="1"/>
          <a:lstStyle/>
          <a:p>
            <a:pPr>
              <a:defRPr sz="3600" b="0" i="0" u="none" strike="noStrike" kern="1200" baseline="0">
                <a:solidFill>
                  <a:schemeClr val="tx1">
                    <a:lumMod val="65000"/>
                    <a:lumOff val="35000"/>
                  </a:schemeClr>
                </a:solidFill>
                <a:latin typeface="+mn-lt"/>
                <a:ea typeface="+mn-ea"/>
                <a:cs typeface="+mn-cs"/>
              </a:defRPr>
            </a:pPr>
            <a:endParaRPr lang="en-US"/>
          </a:p>
        </c:txPr>
      </c:legendEntry>
      <c:legendEntry>
        <c:idx val="1"/>
        <c:txPr>
          <a:bodyPr rot="0" spcFirstLastPara="1" vertOverflow="ellipsis" vert="horz" wrap="square" anchor="ctr" anchorCtr="1"/>
          <a:lstStyle/>
          <a:p>
            <a:pPr>
              <a:defRPr sz="3600" b="0" i="0" u="none" strike="noStrike" kern="1200" baseline="0">
                <a:solidFill>
                  <a:schemeClr val="tx1">
                    <a:lumMod val="65000"/>
                    <a:lumOff val="35000"/>
                  </a:schemeClr>
                </a:solidFill>
                <a:latin typeface="+mn-lt"/>
                <a:ea typeface="+mn-ea"/>
                <a:cs typeface="+mn-cs"/>
              </a:defRPr>
            </a:pPr>
            <a:endParaRPr lang="en-US"/>
          </a:p>
        </c:txPr>
      </c:legendEntry>
      <c:layout>
        <c:manualLayout>
          <c:xMode val="edge"/>
          <c:yMode val="edge"/>
          <c:x val="5.0000045935846407E-2"/>
          <c:y val="0.91028590411137333"/>
          <c:w val="0.89999990812830721"/>
          <c:h val="8.9714095729844678E-2"/>
        </c:manualLayout>
      </c:layout>
      <c:overlay val="0"/>
      <c:spPr>
        <a:noFill/>
        <a:ln>
          <a:noFill/>
        </a:ln>
        <a:effectLst/>
      </c:spPr>
      <c:txPr>
        <a:bodyPr rot="0" spcFirstLastPara="1" vertOverflow="ellipsis" vert="horz" wrap="square" anchor="ctr" anchorCtr="1"/>
        <a:lstStyle/>
        <a:p>
          <a:pPr>
            <a:defRPr sz="36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hart>
    <c:autoTitleDeleted val="1"/>
    <c:plotArea>
      <c:layout/>
      <c:barChart>
        <c:barDir val="bar"/>
        <c:grouping val="stacked"/>
        <c:varyColors val="0"/>
        <c:ser>
          <c:idx val="5"/>
          <c:order val="5"/>
          <c:tx>
            <c:strRef>
              <c:f>'Gender-Disability'!$A$60</c:f>
              <c:strCache>
                <c:ptCount val="1"/>
                <c:pt idx="0">
                  <c:v>TOTAL %</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2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'Gender-Disability'!$B$54:$J$54</c:f>
              <c:strCache>
                <c:ptCount val="7"/>
                <c:pt idx="0">
                  <c:v>Visual</c:v>
                </c:pt>
                <c:pt idx="1">
                  <c:v>Hearing</c:v>
                </c:pt>
                <c:pt idx="2">
                  <c:v>I/DD</c:v>
                </c:pt>
                <c:pt idx="3">
                  <c:v>Brain Injury</c:v>
                </c:pt>
                <c:pt idx="4">
                  <c:v>Mobility</c:v>
                </c:pt>
                <c:pt idx="5">
                  <c:v>Mental Health</c:v>
                </c:pt>
                <c:pt idx="6">
                  <c:v>Health/Medical</c:v>
                </c:pt>
              </c:strCache>
            </c:strRef>
          </c:cat>
          <c:val>
            <c:numRef>
              <c:f>'Gender-Disability'!$B$60:$J$60</c:f>
              <c:numCache>
                <c:formatCode>0%</c:formatCode>
                <c:ptCount val="7"/>
                <c:pt idx="0">
                  <c:v>6.25E-2</c:v>
                </c:pt>
                <c:pt idx="1">
                  <c:v>0.104166666666667</c:v>
                </c:pt>
                <c:pt idx="2">
                  <c:v>0.125</c:v>
                </c:pt>
                <c:pt idx="3">
                  <c:v>0.3125</c:v>
                </c:pt>
                <c:pt idx="4">
                  <c:v>0.33333333333333298</c:v>
                </c:pt>
                <c:pt idx="5">
                  <c:v>0.5625</c:v>
                </c:pt>
                <c:pt idx="6">
                  <c:v>0.75</c:v>
                </c:pt>
              </c:numCache>
            </c:numRef>
          </c:val>
        </c:ser>
        <c:dLbls>
          <c:showLegendKey val="0"/>
          <c:showVal val="0"/>
          <c:showCatName val="0"/>
          <c:showSerName val="0"/>
          <c:showPercent val="0"/>
          <c:showBubbleSize val="0"/>
        </c:dLbls>
        <c:gapWidth val="68"/>
        <c:overlap val="100"/>
        <c:axId val="224857144"/>
        <c:axId val="224857536"/>
        <c:extLst>
          <c:ext xmlns:c15="http://schemas.microsoft.com/office/drawing/2012/chart" uri="{02D57815-91ED-43cb-92C2-25804820EDAC}">
            <c15:filteredBarSeries>
              <c15:ser>
                <c:idx val="0"/>
                <c:order val="0"/>
                <c:tx>
                  <c:strRef>
                    <c:extLst>
                      <c:ext uri="{02D57815-91ED-43cb-92C2-25804820EDAC}">
                        <c15:formulaRef>
                          <c15:sqref>'Gender-Disability'!$A$55</c15:sqref>
                        </c15:formulaRef>
                      </c:ext>
                    </c:extLst>
                    <c:strCache>
                      <c:ptCount val="1"/>
                      <c:pt idx="0">
                        <c:v>KY</c:v>
                      </c:pt>
                    </c:strCache>
                  </c:strRef>
                </c:tx>
                <c:spPr>
                  <a:solidFill>
                    <a:schemeClr val="accent3">
                      <a:tint val="50000"/>
                    </a:schemeClr>
                  </a:solidFill>
                  <a:ln>
                    <a:noFill/>
                  </a:ln>
                  <a:effectLst/>
                </c:spPr>
                <c:invertIfNegative val="0"/>
                <c:cat>
                  <c:strRef>
                    <c:extLst>
                      <c:ext uri="{02D57815-91ED-43cb-92C2-25804820EDAC}">
                        <c15:formulaRef>
                          <c15:sqref>'Gender-Disability'!$B$54:$J$54</c15:sqref>
                        </c15:formulaRef>
                      </c:ext>
                    </c:extLst>
                    <c:strCache>
                      <c:ptCount val="7"/>
                      <c:pt idx="0">
                        <c:v>Visual</c:v>
                      </c:pt>
                      <c:pt idx="1">
                        <c:v>Hearing</c:v>
                      </c:pt>
                      <c:pt idx="2">
                        <c:v>I/DD</c:v>
                      </c:pt>
                      <c:pt idx="3">
                        <c:v>Brain Injury</c:v>
                      </c:pt>
                      <c:pt idx="4">
                        <c:v>Mobility</c:v>
                      </c:pt>
                      <c:pt idx="5">
                        <c:v>Mental Health</c:v>
                      </c:pt>
                      <c:pt idx="6">
                        <c:v>Health/Medical</c:v>
                      </c:pt>
                    </c:strCache>
                  </c:strRef>
                </c:cat>
                <c:val>
                  <c:numRef>
                    <c:extLst>
                      <c:ext uri="{02D57815-91ED-43cb-92C2-25804820EDAC}">
                        <c15:formulaRef>
                          <c15:sqref>'Gender-Disability'!$B$55:$J$55</c15:sqref>
                        </c15:formulaRef>
                      </c:ext>
                    </c:extLst>
                    <c:numCache>
                      <c:formatCode>General</c:formatCode>
                      <c:ptCount val="7"/>
                      <c:pt idx="0">
                        <c:v>3</c:v>
                      </c:pt>
                      <c:pt idx="1">
                        <c:v>3</c:v>
                      </c:pt>
                      <c:pt idx="2">
                        <c:v>4</c:v>
                      </c:pt>
                      <c:pt idx="3">
                        <c:v>8</c:v>
                      </c:pt>
                      <c:pt idx="4">
                        <c:v>8</c:v>
                      </c:pt>
                      <c:pt idx="5">
                        <c:v>14</c:v>
                      </c:pt>
                      <c:pt idx="6">
                        <c:v>17</c:v>
                      </c:pt>
                    </c:numCache>
                  </c:numRef>
                </c:val>
              </c15:ser>
            </c15:filteredBarSeries>
            <c15:filteredBarSeries>
              <c15:ser>
                <c:idx val="1"/>
                <c:order val="1"/>
                <c:tx>
                  <c:strRef>
                    <c:extLst xmlns:c15="http://schemas.microsoft.com/office/drawing/2012/chart">
                      <c:ext xmlns:c15="http://schemas.microsoft.com/office/drawing/2012/chart" uri="{02D57815-91ED-43cb-92C2-25804820EDAC}">
                        <c15:formulaRef>
                          <c15:sqref>'Gender-Disability'!$A$56</c15:sqref>
                        </c15:formulaRef>
                      </c:ext>
                    </c:extLst>
                    <c:strCache>
                      <c:ptCount val="1"/>
                      <c:pt idx="0">
                        <c:v>KY %</c:v>
                      </c:pt>
                    </c:strCache>
                  </c:strRef>
                </c:tx>
                <c:spPr>
                  <a:solidFill>
                    <a:schemeClr val="accent3">
                      <a:tint val="70000"/>
                    </a:schemeClr>
                  </a:solidFill>
                  <a:ln>
                    <a:noFill/>
                  </a:ln>
                  <a:effectLst/>
                </c:spPr>
                <c:invertIfNegative val="0"/>
                <c:cat>
                  <c:strRef>
                    <c:extLst xmlns:c15="http://schemas.microsoft.com/office/drawing/2012/chart">
                      <c:ext xmlns:c15="http://schemas.microsoft.com/office/drawing/2012/chart" uri="{02D57815-91ED-43cb-92C2-25804820EDAC}">
                        <c15:formulaRef>
                          <c15:sqref>'Gender-Disability'!$B$54:$J$54</c15:sqref>
                        </c15:formulaRef>
                      </c:ext>
                    </c:extLst>
                    <c:strCache>
                      <c:ptCount val="7"/>
                      <c:pt idx="0">
                        <c:v>Visual</c:v>
                      </c:pt>
                      <c:pt idx="1">
                        <c:v>Hearing</c:v>
                      </c:pt>
                      <c:pt idx="2">
                        <c:v>I/DD</c:v>
                      </c:pt>
                      <c:pt idx="3">
                        <c:v>Brain Injury</c:v>
                      </c:pt>
                      <c:pt idx="4">
                        <c:v>Mobility</c:v>
                      </c:pt>
                      <c:pt idx="5">
                        <c:v>Mental Health</c:v>
                      </c:pt>
                      <c:pt idx="6">
                        <c:v>Health/Medical</c:v>
                      </c:pt>
                    </c:strCache>
                  </c:strRef>
                </c:cat>
                <c:val>
                  <c:numRef>
                    <c:extLst xmlns:c15="http://schemas.microsoft.com/office/drawing/2012/chart">
                      <c:ext xmlns:c15="http://schemas.microsoft.com/office/drawing/2012/chart" uri="{02D57815-91ED-43cb-92C2-25804820EDAC}">
                        <c15:formulaRef>
                          <c15:sqref>'Gender-Disability'!$B$56:$J$56</c15:sqref>
                        </c15:formulaRef>
                      </c:ext>
                    </c:extLst>
                    <c:numCache>
                      <c:formatCode>0%</c:formatCode>
                      <c:ptCount val="7"/>
                      <c:pt idx="0">
                        <c:v>0.12</c:v>
                      </c:pt>
                      <c:pt idx="1">
                        <c:v>0.12</c:v>
                      </c:pt>
                      <c:pt idx="2">
                        <c:v>0.16</c:v>
                      </c:pt>
                      <c:pt idx="3">
                        <c:v>0.32</c:v>
                      </c:pt>
                      <c:pt idx="4">
                        <c:v>0.32</c:v>
                      </c:pt>
                      <c:pt idx="5">
                        <c:v>0.56000000000000005</c:v>
                      </c:pt>
                      <c:pt idx="6">
                        <c:v>0.68</c:v>
                      </c:pt>
                    </c:numCache>
                  </c:numRef>
                </c:val>
              </c15:ser>
            </c15:filteredBarSeries>
            <c15:filteredBarSeries>
              <c15:ser>
                <c:idx val="2"/>
                <c:order val="2"/>
                <c:tx>
                  <c:strRef>
                    <c:extLst xmlns:c15="http://schemas.microsoft.com/office/drawing/2012/chart">
                      <c:ext xmlns:c15="http://schemas.microsoft.com/office/drawing/2012/chart" uri="{02D57815-91ED-43cb-92C2-25804820EDAC}">
                        <c15:formulaRef>
                          <c15:sqref>'Gender-Disability'!$A$57</c15:sqref>
                        </c15:formulaRef>
                      </c:ext>
                    </c:extLst>
                    <c:strCache>
                      <c:ptCount val="1"/>
                      <c:pt idx="0">
                        <c:v>MN</c:v>
                      </c:pt>
                    </c:strCache>
                  </c:strRef>
                </c:tx>
                <c:spPr>
                  <a:solidFill>
                    <a:schemeClr val="accent3">
                      <a:tint val="90000"/>
                    </a:schemeClr>
                  </a:solidFill>
                  <a:ln>
                    <a:noFill/>
                  </a:ln>
                  <a:effectLst/>
                </c:spPr>
                <c:invertIfNegative val="0"/>
                <c:cat>
                  <c:strRef>
                    <c:extLst xmlns:c15="http://schemas.microsoft.com/office/drawing/2012/chart">
                      <c:ext xmlns:c15="http://schemas.microsoft.com/office/drawing/2012/chart" uri="{02D57815-91ED-43cb-92C2-25804820EDAC}">
                        <c15:formulaRef>
                          <c15:sqref>'Gender-Disability'!$B$54:$J$54</c15:sqref>
                        </c15:formulaRef>
                      </c:ext>
                    </c:extLst>
                    <c:strCache>
                      <c:ptCount val="7"/>
                      <c:pt idx="0">
                        <c:v>Visual</c:v>
                      </c:pt>
                      <c:pt idx="1">
                        <c:v>Hearing</c:v>
                      </c:pt>
                      <c:pt idx="2">
                        <c:v>I/DD</c:v>
                      </c:pt>
                      <c:pt idx="3">
                        <c:v>Brain Injury</c:v>
                      </c:pt>
                      <c:pt idx="4">
                        <c:v>Mobility</c:v>
                      </c:pt>
                      <c:pt idx="5">
                        <c:v>Mental Health</c:v>
                      </c:pt>
                      <c:pt idx="6">
                        <c:v>Health/Medical</c:v>
                      </c:pt>
                    </c:strCache>
                  </c:strRef>
                </c:cat>
                <c:val>
                  <c:numRef>
                    <c:extLst xmlns:c15="http://schemas.microsoft.com/office/drawing/2012/chart">
                      <c:ext xmlns:c15="http://schemas.microsoft.com/office/drawing/2012/chart" uri="{02D57815-91ED-43cb-92C2-25804820EDAC}">
                        <c15:formulaRef>
                          <c15:sqref>'Gender-Disability'!$B$57:$J$57</c15:sqref>
                        </c15:formulaRef>
                      </c:ext>
                    </c:extLst>
                    <c:numCache>
                      <c:formatCode>General</c:formatCode>
                      <c:ptCount val="7"/>
                      <c:pt idx="0">
                        <c:v>0</c:v>
                      </c:pt>
                      <c:pt idx="1">
                        <c:v>2</c:v>
                      </c:pt>
                      <c:pt idx="2">
                        <c:v>2</c:v>
                      </c:pt>
                      <c:pt idx="3">
                        <c:v>7</c:v>
                      </c:pt>
                      <c:pt idx="4">
                        <c:v>8</c:v>
                      </c:pt>
                      <c:pt idx="5">
                        <c:v>13</c:v>
                      </c:pt>
                      <c:pt idx="6">
                        <c:v>19</c:v>
                      </c:pt>
                    </c:numCache>
                  </c:numRef>
                </c:val>
              </c15:ser>
            </c15:filteredBarSeries>
            <c15:filteredBarSeries>
              <c15:ser>
                <c:idx val="3"/>
                <c:order val="3"/>
                <c:tx>
                  <c:strRef>
                    <c:extLst xmlns:c15="http://schemas.microsoft.com/office/drawing/2012/chart">
                      <c:ext xmlns:c15="http://schemas.microsoft.com/office/drawing/2012/chart" uri="{02D57815-91ED-43cb-92C2-25804820EDAC}">
                        <c15:formulaRef>
                          <c15:sqref>'Gender-Disability'!$A$58</c15:sqref>
                        </c15:formulaRef>
                      </c:ext>
                    </c:extLst>
                    <c:strCache>
                      <c:ptCount val="1"/>
                      <c:pt idx="0">
                        <c:v>MN %</c:v>
                      </c:pt>
                    </c:strCache>
                  </c:strRef>
                </c:tx>
                <c:spPr>
                  <a:solidFill>
                    <a:schemeClr val="accent3">
                      <a:shade val="90000"/>
                    </a:schemeClr>
                  </a:solidFill>
                  <a:ln>
                    <a:noFill/>
                  </a:ln>
                  <a:effectLst/>
                </c:spPr>
                <c:invertIfNegative val="0"/>
                <c:cat>
                  <c:strRef>
                    <c:extLst xmlns:c15="http://schemas.microsoft.com/office/drawing/2012/chart">
                      <c:ext xmlns:c15="http://schemas.microsoft.com/office/drawing/2012/chart" uri="{02D57815-91ED-43cb-92C2-25804820EDAC}">
                        <c15:formulaRef>
                          <c15:sqref>'Gender-Disability'!$B$54:$J$54</c15:sqref>
                        </c15:formulaRef>
                      </c:ext>
                    </c:extLst>
                    <c:strCache>
                      <c:ptCount val="7"/>
                      <c:pt idx="0">
                        <c:v>Visual</c:v>
                      </c:pt>
                      <c:pt idx="1">
                        <c:v>Hearing</c:v>
                      </c:pt>
                      <c:pt idx="2">
                        <c:v>I/DD</c:v>
                      </c:pt>
                      <c:pt idx="3">
                        <c:v>Brain Injury</c:v>
                      </c:pt>
                      <c:pt idx="4">
                        <c:v>Mobility</c:v>
                      </c:pt>
                      <c:pt idx="5">
                        <c:v>Mental Health</c:v>
                      </c:pt>
                      <c:pt idx="6">
                        <c:v>Health/Medical</c:v>
                      </c:pt>
                    </c:strCache>
                  </c:strRef>
                </c:cat>
                <c:val>
                  <c:numRef>
                    <c:extLst xmlns:c15="http://schemas.microsoft.com/office/drawing/2012/chart">
                      <c:ext xmlns:c15="http://schemas.microsoft.com/office/drawing/2012/chart" uri="{02D57815-91ED-43cb-92C2-25804820EDAC}">
                        <c15:formulaRef>
                          <c15:sqref>'Gender-Disability'!$B$58:$J$58</c15:sqref>
                        </c15:formulaRef>
                      </c:ext>
                    </c:extLst>
                    <c:numCache>
                      <c:formatCode>0%</c:formatCode>
                      <c:ptCount val="7"/>
                      <c:pt idx="0">
                        <c:v>0</c:v>
                      </c:pt>
                      <c:pt idx="1">
                        <c:v>8.6956521739130405E-2</c:v>
                      </c:pt>
                      <c:pt idx="2">
                        <c:v>8.6956521739130405E-2</c:v>
                      </c:pt>
                      <c:pt idx="3">
                        <c:v>0.30434782608695699</c:v>
                      </c:pt>
                      <c:pt idx="4">
                        <c:v>0.34782608695652201</c:v>
                      </c:pt>
                      <c:pt idx="5">
                        <c:v>0.565217391304348</c:v>
                      </c:pt>
                      <c:pt idx="6">
                        <c:v>0.82608695652173902</c:v>
                      </c:pt>
                    </c:numCache>
                  </c:numRef>
                </c:val>
              </c15:ser>
            </c15:filteredBarSeries>
            <c15:filteredBarSeries>
              <c15:ser>
                <c:idx val="4"/>
                <c:order val="4"/>
                <c:tx>
                  <c:strRef>
                    <c:extLst xmlns:c15="http://schemas.microsoft.com/office/drawing/2012/chart">
                      <c:ext xmlns:c15="http://schemas.microsoft.com/office/drawing/2012/chart" uri="{02D57815-91ED-43cb-92C2-25804820EDAC}">
                        <c15:formulaRef>
                          <c15:sqref>'Gender-Disability'!$A$59</c15:sqref>
                        </c15:formulaRef>
                      </c:ext>
                    </c:extLst>
                    <c:strCache>
                      <c:ptCount val="1"/>
                      <c:pt idx="0">
                        <c:v>TOTAL</c:v>
                      </c:pt>
                    </c:strCache>
                  </c:strRef>
                </c:tx>
                <c:spPr>
                  <a:solidFill>
                    <a:schemeClr val="accent3">
                      <a:shade val="70000"/>
                    </a:schemeClr>
                  </a:solidFill>
                  <a:ln>
                    <a:noFill/>
                  </a:ln>
                  <a:effectLst/>
                </c:spPr>
                <c:invertIfNegative val="0"/>
                <c:cat>
                  <c:strRef>
                    <c:extLst xmlns:c15="http://schemas.microsoft.com/office/drawing/2012/chart">
                      <c:ext xmlns:c15="http://schemas.microsoft.com/office/drawing/2012/chart" uri="{02D57815-91ED-43cb-92C2-25804820EDAC}">
                        <c15:formulaRef>
                          <c15:sqref>'Gender-Disability'!$B$54:$J$54</c15:sqref>
                        </c15:formulaRef>
                      </c:ext>
                    </c:extLst>
                    <c:strCache>
                      <c:ptCount val="7"/>
                      <c:pt idx="0">
                        <c:v>Visual</c:v>
                      </c:pt>
                      <c:pt idx="1">
                        <c:v>Hearing</c:v>
                      </c:pt>
                      <c:pt idx="2">
                        <c:v>I/DD</c:v>
                      </c:pt>
                      <c:pt idx="3">
                        <c:v>Brain Injury</c:v>
                      </c:pt>
                      <c:pt idx="4">
                        <c:v>Mobility</c:v>
                      </c:pt>
                      <c:pt idx="5">
                        <c:v>Mental Health</c:v>
                      </c:pt>
                      <c:pt idx="6">
                        <c:v>Health/Medical</c:v>
                      </c:pt>
                    </c:strCache>
                  </c:strRef>
                </c:cat>
                <c:val>
                  <c:numRef>
                    <c:extLst xmlns:c15="http://schemas.microsoft.com/office/drawing/2012/chart">
                      <c:ext xmlns:c15="http://schemas.microsoft.com/office/drawing/2012/chart" uri="{02D57815-91ED-43cb-92C2-25804820EDAC}">
                        <c15:formulaRef>
                          <c15:sqref>'Gender-Disability'!$B$59:$J$59</c15:sqref>
                        </c15:formulaRef>
                      </c:ext>
                    </c:extLst>
                    <c:numCache>
                      <c:formatCode>General</c:formatCode>
                      <c:ptCount val="7"/>
                      <c:pt idx="0">
                        <c:v>3</c:v>
                      </c:pt>
                      <c:pt idx="1">
                        <c:v>5</c:v>
                      </c:pt>
                      <c:pt idx="2">
                        <c:v>6</c:v>
                      </c:pt>
                      <c:pt idx="3">
                        <c:v>15</c:v>
                      </c:pt>
                      <c:pt idx="4">
                        <c:v>16</c:v>
                      </c:pt>
                      <c:pt idx="5">
                        <c:v>27</c:v>
                      </c:pt>
                      <c:pt idx="6">
                        <c:v>36</c:v>
                      </c:pt>
                    </c:numCache>
                  </c:numRef>
                </c:val>
              </c15:ser>
            </c15:filteredBarSeries>
          </c:ext>
        </c:extLst>
      </c:barChart>
      <c:catAx>
        <c:axId val="22485714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800" b="0" i="0" u="none" strike="noStrike" kern="1200" baseline="0">
                <a:solidFill>
                  <a:schemeClr val="tx1">
                    <a:lumMod val="65000"/>
                    <a:lumOff val="35000"/>
                  </a:schemeClr>
                </a:solidFill>
                <a:latin typeface="+mn-lt"/>
                <a:ea typeface="+mn-ea"/>
                <a:cs typeface="+mn-cs"/>
              </a:defRPr>
            </a:pPr>
            <a:endParaRPr lang="en-US"/>
          </a:p>
        </c:txPr>
        <c:crossAx val="224857536"/>
        <c:crosses val="autoZero"/>
        <c:auto val="1"/>
        <c:lblAlgn val="ctr"/>
        <c:lblOffset val="100"/>
        <c:noMultiLvlLbl val="0"/>
      </c:catAx>
      <c:valAx>
        <c:axId val="224857536"/>
        <c:scaling>
          <c:orientation val="minMax"/>
          <c:max val="1"/>
        </c:scaling>
        <c:delete val="1"/>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crossAx val="224857144"/>
        <c:crosses val="autoZero"/>
        <c:crossBetween val="between"/>
      </c:valAx>
      <c:spPr>
        <a:noFill/>
        <a:ln>
          <a:noFill/>
        </a:ln>
        <a:effectLst/>
      </c:spPr>
    </c:plotArea>
    <c:plotVisOnly val="1"/>
    <c:dispBlanksAs val="gap"/>
    <c:showDLblsOverMax val="0"/>
  </c:chart>
  <c:spPr>
    <a:noFill/>
    <a:ln>
      <a:noFill/>
    </a:ln>
    <a:effectLst/>
  </c:spPr>
  <c:txPr>
    <a:bodyPr/>
    <a:lstStyle/>
    <a:p>
      <a:pPr>
        <a:defRPr sz="2800"/>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withinLinearReversed" id="23">
  <a:schemeClr val="accent3"/>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_rels/data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 Id="rId6" Type="http://schemas.openxmlformats.org/officeDocument/2006/relationships/image" Target="../media/image9.jpeg"/><Relationship Id="rId5" Type="http://schemas.openxmlformats.org/officeDocument/2006/relationships/image" Target="../media/image8.png"/><Relationship Id="rId4" Type="http://schemas.openxmlformats.org/officeDocument/2006/relationships/image" Target="../media/image7.png"/></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D043861-92DD-4FFC-A549-5795B1E4D997}" type="doc">
      <dgm:prSet loTypeId="urn:microsoft.com/office/officeart/2011/layout/HexagonRadial" loCatId="officeonline" qsTypeId="urn:microsoft.com/office/officeart/2005/8/quickstyle/simple5" qsCatId="simple" csTypeId="urn:microsoft.com/office/officeart/2005/8/colors/accent0_3" csCatId="mainScheme" phldr="1"/>
      <dgm:spPr/>
      <dgm:t>
        <a:bodyPr/>
        <a:lstStyle/>
        <a:p>
          <a:endParaRPr lang="en-US"/>
        </a:p>
      </dgm:t>
    </dgm:pt>
    <dgm:pt modelId="{CB6CF56C-6B9D-4545-B34D-B326C4F22892}">
      <dgm:prSet phldrT="[Text]" custT="1"/>
      <dgm:spPr>
        <a:ln w="12700">
          <a:solidFill>
            <a:schemeClr val="tx2"/>
          </a:solidFill>
        </a:ln>
      </dgm:spPr>
      <dgm:t>
        <a:bodyPr/>
        <a:lstStyle/>
        <a:p>
          <a:pPr>
            <a:lnSpc>
              <a:spcPct val="100000"/>
            </a:lnSpc>
            <a:spcBef>
              <a:spcPts val="0"/>
            </a:spcBef>
            <a:spcAft>
              <a:spcPts val="0"/>
            </a:spcAft>
          </a:pPr>
          <a:r>
            <a:rPr lang="en-US" sz="4000" dirty="0" smtClean="0">
              <a:latin typeface="+mj-lt"/>
            </a:rPr>
            <a:t>DECISIONS ABOUT WORKING</a:t>
          </a:r>
          <a:endParaRPr lang="en-US" sz="4000" dirty="0">
            <a:latin typeface="+mj-lt"/>
          </a:endParaRPr>
        </a:p>
      </dgm:t>
    </dgm:pt>
    <dgm:pt modelId="{E4766E37-E767-4184-88A2-EA9666D5877B}" type="parTrans" cxnId="{2F0504FD-577C-4730-92B4-EF2226C2A736}">
      <dgm:prSet/>
      <dgm:spPr/>
      <dgm:t>
        <a:bodyPr/>
        <a:lstStyle/>
        <a:p>
          <a:pPr>
            <a:lnSpc>
              <a:spcPct val="100000"/>
            </a:lnSpc>
            <a:spcBef>
              <a:spcPts val="0"/>
            </a:spcBef>
            <a:spcAft>
              <a:spcPts val="0"/>
            </a:spcAft>
          </a:pPr>
          <a:endParaRPr lang="en-US"/>
        </a:p>
      </dgm:t>
    </dgm:pt>
    <dgm:pt modelId="{71FB6249-64EF-4355-BD03-4B75FFF571C3}" type="sibTrans" cxnId="{2F0504FD-577C-4730-92B4-EF2226C2A736}">
      <dgm:prSet/>
      <dgm:spPr/>
      <dgm:t>
        <a:bodyPr/>
        <a:lstStyle/>
        <a:p>
          <a:pPr>
            <a:lnSpc>
              <a:spcPct val="100000"/>
            </a:lnSpc>
            <a:spcBef>
              <a:spcPts val="0"/>
            </a:spcBef>
            <a:spcAft>
              <a:spcPts val="0"/>
            </a:spcAft>
          </a:pPr>
          <a:endParaRPr lang="en-US"/>
        </a:p>
      </dgm:t>
    </dgm:pt>
    <dgm:pt modelId="{18506E9B-6453-4396-824E-C10BE2997250}">
      <dgm:prSet phldrT="[Text]"/>
      <dgm:spPr>
        <a:blipFill rotWithShape="0">
          <a:blip xmlns:r="http://schemas.openxmlformats.org/officeDocument/2006/relationships" r:embed="rId1"/>
          <a:stretch>
            <a:fillRect/>
          </a:stretch>
        </a:blipFill>
        <a:ln w="12700">
          <a:solidFill>
            <a:schemeClr val="tx2"/>
          </a:solidFill>
        </a:ln>
      </dgm:spPr>
      <dgm:t>
        <a:bodyPr/>
        <a:lstStyle/>
        <a:p>
          <a:endParaRPr lang="en-US" dirty="0"/>
        </a:p>
      </dgm:t>
      <dgm:extLst>
        <a:ext uri="{E40237B7-FDA0-4F09-8148-C483321AD2D9}">
          <dgm14:cNvPr xmlns:dgm14="http://schemas.microsoft.com/office/drawing/2010/diagram" id="0" name="" descr="Clipart of two parents and two children, all holding hands" title="Family"/>
        </a:ext>
      </dgm:extLst>
    </dgm:pt>
    <dgm:pt modelId="{0C803F2C-25D1-48E6-B39A-F2FA0050F01F}" type="parTrans" cxnId="{B546D686-F25F-43CA-9C1D-481EE3A816E7}">
      <dgm:prSet/>
      <dgm:spPr/>
      <dgm:t>
        <a:bodyPr/>
        <a:lstStyle/>
        <a:p>
          <a:pPr>
            <a:lnSpc>
              <a:spcPct val="100000"/>
            </a:lnSpc>
            <a:spcBef>
              <a:spcPts val="0"/>
            </a:spcBef>
            <a:spcAft>
              <a:spcPts val="0"/>
            </a:spcAft>
          </a:pPr>
          <a:endParaRPr lang="en-US"/>
        </a:p>
      </dgm:t>
    </dgm:pt>
    <dgm:pt modelId="{72B4DEA2-7A8D-45CA-98B6-5ECE64B3B0D6}" type="sibTrans" cxnId="{B546D686-F25F-43CA-9C1D-481EE3A816E7}">
      <dgm:prSet/>
      <dgm:spPr/>
      <dgm:t>
        <a:bodyPr/>
        <a:lstStyle/>
        <a:p>
          <a:pPr>
            <a:lnSpc>
              <a:spcPct val="100000"/>
            </a:lnSpc>
            <a:spcBef>
              <a:spcPts val="0"/>
            </a:spcBef>
            <a:spcAft>
              <a:spcPts val="0"/>
            </a:spcAft>
          </a:pPr>
          <a:endParaRPr lang="en-US"/>
        </a:p>
      </dgm:t>
    </dgm:pt>
    <dgm:pt modelId="{909B0794-41D5-49E9-A02D-AE4C522C0BB9}">
      <dgm:prSet phldrT="[Text]"/>
      <dgm:spPr>
        <a:blipFill rotWithShape="0">
          <a:blip xmlns:r="http://schemas.openxmlformats.org/officeDocument/2006/relationships" r:embed="rId2"/>
          <a:stretch>
            <a:fillRect/>
          </a:stretch>
        </a:blipFill>
        <a:ln w="12700">
          <a:solidFill>
            <a:schemeClr val="tx2"/>
          </a:solidFill>
        </a:ln>
      </dgm:spPr>
      <dgm:t>
        <a:bodyPr/>
        <a:lstStyle/>
        <a:p>
          <a:pPr>
            <a:lnSpc>
              <a:spcPct val="100000"/>
            </a:lnSpc>
            <a:spcBef>
              <a:spcPts val="0"/>
            </a:spcBef>
            <a:spcAft>
              <a:spcPts val="0"/>
            </a:spcAft>
          </a:pPr>
          <a:endParaRPr lang="en-US" dirty="0"/>
        </a:p>
      </dgm:t>
      <dgm:extLst>
        <a:ext uri="{E40237B7-FDA0-4F09-8148-C483321AD2D9}">
          <dgm14:cNvPr xmlns:dgm14="http://schemas.microsoft.com/office/drawing/2010/diagram" id="0" name="" descr="Person wearing a tie, sitting cross-legged, arms open, with symbols floating around his head: heart, %, clock, file folder, $, clipart family" title="Meaning of Work"/>
        </a:ext>
      </dgm:extLst>
    </dgm:pt>
    <dgm:pt modelId="{2BB6DF23-0F8B-4704-A184-B367C2BDBC9C}" type="parTrans" cxnId="{79A5DD96-00D1-4EE7-A1ED-53C803A4F95B}">
      <dgm:prSet/>
      <dgm:spPr/>
      <dgm:t>
        <a:bodyPr/>
        <a:lstStyle/>
        <a:p>
          <a:pPr>
            <a:lnSpc>
              <a:spcPct val="100000"/>
            </a:lnSpc>
            <a:spcBef>
              <a:spcPts val="0"/>
            </a:spcBef>
            <a:spcAft>
              <a:spcPts val="0"/>
            </a:spcAft>
          </a:pPr>
          <a:endParaRPr lang="en-US"/>
        </a:p>
      </dgm:t>
    </dgm:pt>
    <dgm:pt modelId="{0BD6C62C-1EAC-49AC-9F70-163BAFA63B5D}" type="sibTrans" cxnId="{79A5DD96-00D1-4EE7-A1ED-53C803A4F95B}">
      <dgm:prSet/>
      <dgm:spPr/>
      <dgm:t>
        <a:bodyPr/>
        <a:lstStyle/>
        <a:p>
          <a:pPr>
            <a:lnSpc>
              <a:spcPct val="100000"/>
            </a:lnSpc>
            <a:spcBef>
              <a:spcPts val="0"/>
            </a:spcBef>
            <a:spcAft>
              <a:spcPts val="0"/>
            </a:spcAft>
          </a:pPr>
          <a:endParaRPr lang="en-US"/>
        </a:p>
      </dgm:t>
    </dgm:pt>
    <dgm:pt modelId="{69DD3C5A-1A32-4B94-BBAD-3F362EAE3676}">
      <dgm:prSet phldrT="[Text]"/>
      <dgm:spPr>
        <a:blipFill rotWithShape="0">
          <a:blip xmlns:r="http://schemas.openxmlformats.org/officeDocument/2006/relationships" r:embed="rId3"/>
          <a:stretch>
            <a:fillRect/>
          </a:stretch>
        </a:blipFill>
        <a:ln w="12700">
          <a:solidFill>
            <a:schemeClr val="tx2"/>
          </a:solidFill>
        </a:ln>
      </dgm:spPr>
      <dgm:t>
        <a:bodyPr/>
        <a:lstStyle/>
        <a:p>
          <a:pPr>
            <a:lnSpc>
              <a:spcPct val="100000"/>
            </a:lnSpc>
            <a:spcBef>
              <a:spcPts val="0"/>
            </a:spcBef>
            <a:spcAft>
              <a:spcPts val="0"/>
            </a:spcAft>
          </a:pPr>
          <a:endParaRPr lang="en-US" dirty="0"/>
        </a:p>
      </dgm:t>
      <dgm:extLst>
        <a:ext uri="{E40237B7-FDA0-4F09-8148-C483321AD2D9}">
          <dgm14:cNvPr xmlns:dgm14="http://schemas.microsoft.com/office/drawing/2010/diagram" id="0" name="" descr="Three people against skyline - adult using wheelchair, adult running, child on bike." title="Activity/Social"/>
        </a:ext>
      </dgm:extLst>
    </dgm:pt>
    <dgm:pt modelId="{83F9FA1A-D927-42C8-B1DE-5D70DFFC3E07}" type="parTrans" cxnId="{8BBDDEFB-4096-4D22-B64B-350059A19B15}">
      <dgm:prSet/>
      <dgm:spPr/>
      <dgm:t>
        <a:bodyPr/>
        <a:lstStyle/>
        <a:p>
          <a:pPr>
            <a:lnSpc>
              <a:spcPct val="100000"/>
            </a:lnSpc>
            <a:spcBef>
              <a:spcPts val="0"/>
            </a:spcBef>
            <a:spcAft>
              <a:spcPts val="0"/>
            </a:spcAft>
          </a:pPr>
          <a:endParaRPr lang="en-US"/>
        </a:p>
      </dgm:t>
    </dgm:pt>
    <dgm:pt modelId="{AFBE1310-E20D-41B8-8B87-5ABBF6C4E3C9}" type="sibTrans" cxnId="{8BBDDEFB-4096-4D22-B64B-350059A19B15}">
      <dgm:prSet/>
      <dgm:spPr/>
      <dgm:t>
        <a:bodyPr/>
        <a:lstStyle/>
        <a:p>
          <a:pPr>
            <a:lnSpc>
              <a:spcPct val="100000"/>
            </a:lnSpc>
            <a:spcBef>
              <a:spcPts val="0"/>
            </a:spcBef>
            <a:spcAft>
              <a:spcPts val="0"/>
            </a:spcAft>
          </a:pPr>
          <a:endParaRPr lang="en-US"/>
        </a:p>
      </dgm:t>
    </dgm:pt>
    <dgm:pt modelId="{F976D4F5-653D-4F03-B75D-C5EA1B57BC5E}">
      <dgm:prSet phldrT="[Text]"/>
      <dgm:spPr>
        <a:blipFill rotWithShape="0">
          <a:blip xmlns:r="http://schemas.openxmlformats.org/officeDocument/2006/relationships" r:embed="rId4"/>
          <a:stretch>
            <a:fillRect/>
          </a:stretch>
        </a:blipFill>
        <a:ln w="12700">
          <a:solidFill>
            <a:schemeClr val="tx2"/>
          </a:solidFill>
        </a:ln>
      </dgm:spPr>
      <dgm:t>
        <a:bodyPr/>
        <a:lstStyle/>
        <a:p>
          <a:endParaRPr lang="en-US" dirty="0"/>
        </a:p>
      </dgm:t>
      <dgm:extLst>
        <a:ext uri="{E40237B7-FDA0-4F09-8148-C483321AD2D9}">
          <dgm14:cNvPr xmlns:dgm14="http://schemas.microsoft.com/office/drawing/2010/diagram" id="0" name="" descr="clipart: wheelchair user, brain, heart, &quot;not every disability is visible&quot; person with wheelchair-shaped shadow" title="Disabilities"/>
        </a:ext>
      </dgm:extLst>
    </dgm:pt>
    <dgm:pt modelId="{BB5753D1-B2FA-459A-9255-B567DC2CBD36}" type="sibTrans" cxnId="{3ED344CA-0F05-4356-BBD8-3B8F9FC1D313}">
      <dgm:prSet/>
      <dgm:spPr/>
      <dgm:t>
        <a:bodyPr/>
        <a:lstStyle/>
        <a:p>
          <a:pPr>
            <a:lnSpc>
              <a:spcPct val="100000"/>
            </a:lnSpc>
            <a:spcBef>
              <a:spcPts val="0"/>
            </a:spcBef>
            <a:spcAft>
              <a:spcPts val="0"/>
            </a:spcAft>
          </a:pPr>
          <a:endParaRPr lang="en-US"/>
        </a:p>
      </dgm:t>
    </dgm:pt>
    <dgm:pt modelId="{5CB6B981-0491-4729-AB51-05925DFDCE5A}" type="parTrans" cxnId="{3ED344CA-0F05-4356-BBD8-3B8F9FC1D313}">
      <dgm:prSet/>
      <dgm:spPr/>
      <dgm:t>
        <a:bodyPr/>
        <a:lstStyle/>
        <a:p>
          <a:pPr>
            <a:lnSpc>
              <a:spcPct val="100000"/>
            </a:lnSpc>
            <a:spcBef>
              <a:spcPts val="0"/>
            </a:spcBef>
            <a:spcAft>
              <a:spcPts val="0"/>
            </a:spcAft>
          </a:pPr>
          <a:endParaRPr lang="en-US"/>
        </a:p>
      </dgm:t>
    </dgm:pt>
    <dgm:pt modelId="{2F5F6059-71F8-43AC-8562-632A723A9968}">
      <dgm:prSet phldrT="[Text]"/>
      <dgm:spPr>
        <a:blipFill rotWithShape="0">
          <a:blip xmlns:r="http://schemas.openxmlformats.org/officeDocument/2006/relationships" r:embed="rId5"/>
          <a:stretch>
            <a:fillRect/>
          </a:stretch>
        </a:blipFill>
        <a:ln w="12700">
          <a:solidFill>
            <a:schemeClr val="tx2"/>
          </a:solidFill>
        </a:ln>
      </dgm:spPr>
      <dgm:t>
        <a:bodyPr/>
        <a:lstStyle/>
        <a:p>
          <a:endParaRPr lang="en-US" dirty="0" smtClean="0"/>
        </a:p>
      </dgm:t>
      <dgm:extLst>
        <a:ext uri="{E40237B7-FDA0-4F09-8148-C483321AD2D9}">
          <dgm14:cNvPr xmlns:dgm14="http://schemas.microsoft.com/office/drawing/2010/diagram" id="0" name="" descr="Clipart of dollar sign and health insurance cards" title="SSDI &amp; Other Benefits"/>
        </a:ext>
      </dgm:extLst>
    </dgm:pt>
    <dgm:pt modelId="{F6973E01-4BD7-4260-B321-79BAD7C10E4B}" type="sibTrans" cxnId="{19395E89-32EE-42FB-90FB-59F442CC601C}">
      <dgm:prSet/>
      <dgm:spPr/>
      <dgm:t>
        <a:bodyPr/>
        <a:lstStyle/>
        <a:p>
          <a:pPr>
            <a:lnSpc>
              <a:spcPct val="100000"/>
            </a:lnSpc>
            <a:spcBef>
              <a:spcPts val="0"/>
            </a:spcBef>
            <a:spcAft>
              <a:spcPts val="0"/>
            </a:spcAft>
          </a:pPr>
          <a:endParaRPr lang="en-US"/>
        </a:p>
      </dgm:t>
    </dgm:pt>
    <dgm:pt modelId="{91E8F8F4-B2F1-4775-8B5A-E6156149B8E4}" type="parTrans" cxnId="{19395E89-32EE-42FB-90FB-59F442CC601C}">
      <dgm:prSet/>
      <dgm:spPr/>
      <dgm:t>
        <a:bodyPr/>
        <a:lstStyle/>
        <a:p>
          <a:pPr>
            <a:lnSpc>
              <a:spcPct val="100000"/>
            </a:lnSpc>
            <a:spcBef>
              <a:spcPts val="0"/>
            </a:spcBef>
            <a:spcAft>
              <a:spcPts val="0"/>
            </a:spcAft>
          </a:pPr>
          <a:endParaRPr lang="en-US"/>
        </a:p>
      </dgm:t>
    </dgm:pt>
    <dgm:pt modelId="{87DDCB59-FBA7-4B32-AFEE-DB71DE244B0E}">
      <dgm:prSet phldrT="[Text]"/>
      <dgm:spPr>
        <a:blipFill rotWithShape="0">
          <a:blip xmlns:r="http://schemas.openxmlformats.org/officeDocument/2006/relationships" r:embed="rId6"/>
          <a:stretch>
            <a:fillRect/>
          </a:stretch>
        </a:blipFill>
        <a:ln w="12700">
          <a:solidFill>
            <a:schemeClr val="tx2"/>
          </a:solidFill>
        </a:ln>
      </dgm:spPr>
      <dgm:t>
        <a:bodyPr/>
        <a:lstStyle/>
        <a:p>
          <a:pPr>
            <a:lnSpc>
              <a:spcPct val="100000"/>
            </a:lnSpc>
            <a:spcBef>
              <a:spcPts val="0"/>
            </a:spcBef>
            <a:spcAft>
              <a:spcPts val="0"/>
            </a:spcAft>
          </a:pPr>
          <a:endParaRPr lang="en-US" dirty="0"/>
        </a:p>
      </dgm:t>
      <dgm:extLst>
        <a:ext uri="{E40237B7-FDA0-4F09-8148-C483321AD2D9}">
          <dgm14:cNvPr xmlns:dgm14="http://schemas.microsoft.com/office/drawing/2010/diagram" id="0" name="" descr="clipart of bicycle, bus, car, person walking" title="Transportation"/>
        </a:ext>
      </dgm:extLst>
    </dgm:pt>
    <dgm:pt modelId="{63118870-F110-4811-99CF-30AD35BF8D14}" type="sibTrans" cxnId="{2CF79FDC-3D4C-4603-8D94-278B8143ADA8}">
      <dgm:prSet/>
      <dgm:spPr/>
      <dgm:t>
        <a:bodyPr/>
        <a:lstStyle/>
        <a:p>
          <a:pPr>
            <a:lnSpc>
              <a:spcPct val="100000"/>
            </a:lnSpc>
            <a:spcBef>
              <a:spcPts val="0"/>
            </a:spcBef>
            <a:spcAft>
              <a:spcPts val="0"/>
            </a:spcAft>
          </a:pPr>
          <a:endParaRPr lang="en-US"/>
        </a:p>
      </dgm:t>
    </dgm:pt>
    <dgm:pt modelId="{BC4EDA11-41B5-4A88-A1FD-629DD7F8A2F8}" type="parTrans" cxnId="{2CF79FDC-3D4C-4603-8D94-278B8143ADA8}">
      <dgm:prSet/>
      <dgm:spPr/>
      <dgm:t>
        <a:bodyPr/>
        <a:lstStyle/>
        <a:p>
          <a:pPr>
            <a:lnSpc>
              <a:spcPct val="100000"/>
            </a:lnSpc>
            <a:spcBef>
              <a:spcPts val="0"/>
            </a:spcBef>
            <a:spcAft>
              <a:spcPts val="0"/>
            </a:spcAft>
          </a:pPr>
          <a:endParaRPr lang="en-US"/>
        </a:p>
      </dgm:t>
    </dgm:pt>
    <dgm:pt modelId="{D53B8C31-E722-4C8F-8BA0-D3E25646EA82}" type="pres">
      <dgm:prSet presAssocID="{3D043861-92DD-4FFC-A549-5795B1E4D997}" presName="Name0" presStyleCnt="0">
        <dgm:presLayoutVars>
          <dgm:chMax val="1"/>
          <dgm:chPref val="1"/>
          <dgm:dir/>
          <dgm:animOne val="branch"/>
          <dgm:animLvl val="lvl"/>
        </dgm:presLayoutVars>
      </dgm:prSet>
      <dgm:spPr/>
      <dgm:t>
        <a:bodyPr/>
        <a:lstStyle/>
        <a:p>
          <a:endParaRPr lang="en-US"/>
        </a:p>
      </dgm:t>
    </dgm:pt>
    <dgm:pt modelId="{418D2A22-2738-4235-9A3F-1D6E9721E7DA}" type="pres">
      <dgm:prSet presAssocID="{CB6CF56C-6B9D-4545-B34D-B326C4F22892}" presName="Parent" presStyleLbl="node0" presStyleIdx="0" presStyleCnt="1">
        <dgm:presLayoutVars>
          <dgm:chMax val="6"/>
          <dgm:chPref val="6"/>
        </dgm:presLayoutVars>
      </dgm:prSet>
      <dgm:spPr/>
      <dgm:t>
        <a:bodyPr/>
        <a:lstStyle/>
        <a:p>
          <a:endParaRPr lang="en-US"/>
        </a:p>
      </dgm:t>
    </dgm:pt>
    <dgm:pt modelId="{B434F17D-9756-4249-9087-A4C508D63019}" type="pres">
      <dgm:prSet presAssocID="{2F5F6059-71F8-43AC-8562-632A723A9968}" presName="Accent1" presStyleCnt="0"/>
      <dgm:spPr/>
      <dgm:t>
        <a:bodyPr/>
        <a:lstStyle/>
        <a:p>
          <a:endParaRPr lang="en-US"/>
        </a:p>
      </dgm:t>
    </dgm:pt>
    <dgm:pt modelId="{E5AF13DE-8F8A-45A3-B576-B2BE4CC75772}" type="pres">
      <dgm:prSet presAssocID="{2F5F6059-71F8-43AC-8562-632A723A9968}" presName="Accent" presStyleLbl="bgShp" presStyleIdx="0" presStyleCnt="6"/>
      <dgm:spPr/>
      <dgm:t>
        <a:bodyPr/>
        <a:lstStyle/>
        <a:p>
          <a:endParaRPr lang="en-US"/>
        </a:p>
      </dgm:t>
    </dgm:pt>
    <dgm:pt modelId="{88CF3C5B-31F5-45D3-9E43-CE724C00E48D}" type="pres">
      <dgm:prSet presAssocID="{2F5F6059-71F8-43AC-8562-632A723A9968}" presName="Child1" presStyleLbl="node1" presStyleIdx="0" presStyleCnt="6">
        <dgm:presLayoutVars>
          <dgm:chMax val="0"/>
          <dgm:chPref val="0"/>
          <dgm:bulletEnabled val="1"/>
        </dgm:presLayoutVars>
      </dgm:prSet>
      <dgm:spPr/>
      <dgm:t>
        <a:bodyPr/>
        <a:lstStyle/>
        <a:p>
          <a:endParaRPr lang="en-US"/>
        </a:p>
      </dgm:t>
    </dgm:pt>
    <dgm:pt modelId="{68F0F142-3FC0-4F05-BF28-84533971DF5E}" type="pres">
      <dgm:prSet presAssocID="{87DDCB59-FBA7-4B32-AFEE-DB71DE244B0E}" presName="Accent2" presStyleCnt="0"/>
      <dgm:spPr/>
      <dgm:t>
        <a:bodyPr/>
        <a:lstStyle/>
        <a:p>
          <a:endParaRPr lang="en-US"/>
        </a:p>
      </dgm:t>
    </dgm:pt>
    <dgm:pt modelId="{D4F27DFB-97CC-4CEF-B218-D8282D1F9AC0}" type="pres">
      <dgm:prSet presAssocID="{87DDCB59-FBA7-4B32-AFEE-DB71DE244B0E}" presName="Accent" presStyleLbl="bgShp" presStyleIdx="1" presStyleCnt="6"/>
      <dgm:spPr>
        <a:ln w="12700">
          <a:solidFill>
            <a:schemeClr val="tx2"/>
          </a:solidFill>
        </a:ln>
      </dgm:spPr>
      <dgm:t>
        <a:bodyPr/>
        <a:lstStyle/>
        <a:p>
          <a:endParaRPr lang="en-US"/>
        </a:p>
      </dgm:t>
    </dgm:pt>
    <dgm:pt modelId="{7253645E-2774-4C8A-B8CF-4E2EE25D05B3}" type="pres">
      <dgm:prSet presAssocID="{87DDCB59-FBA7-4B32-AFEE-DB71DE244B0E}" presName="Child2" presStyleLbl="node1" presStyleIdx="1" presStyleCnt="6" custLinFactY="26775" custLinFactNeighborX="-455" custLinFactNeighborY="100000">
        <dgm:presLayoutVars>
          <dgm:chMax val="0"/>
          <dgm:chPref val="0"/>
          <dgm:bulletEnabled val="1"/>
        </dgm:presLayoutVars>
      </dgm:prSet>
      <dgm:spPr/>
      <dgm:t>
        <a:bodyPr/>
        <a:lstStyle/>
        <a:p>
          <a:endParaRPr lang="en-US"/>
        </a:p>
      </dgm:t>
    </dgm:pt>
    <dgm:pt modelId="{E672D9D8-892F-4336-954A-9DA4BFEA1A1F}" type="pres">
      <dgm:prSet presAssocID="{18506E9B-6453-4396-824E-C10BE2997250}" presName="Accent3" presStyleCnt="0"/>
      <dgm:spPr/>
      <dgm:t>
        <a:bodyPr/>
        <a:lstStyle/>
        <a:p>
          <a:endParaRPr lang="en-US"/>
        </a:p>
      </dgm:t>
    </dgm:pt>
    <dgm:pt modelId="{119727E0-80C0-451B-8C3F-4B8AEC34760F}" type="pres">
      <dgm:prSet presAssocID="{18506E9B-6453-4396-824E-C10BE2997250}" presName="Accent" presStyleLbl="bgShp" presStyleIdx="2" presStyleCnt="6" custLinFactY="100000" custLinFactNeighborX="-84530" custLinFactNeighborY="117826"/>
      <dgm:spPr>
        <a:ln w="12700">
          <a:solidFill>
            <a:schemeClr val="tx2"/>
          </a:solidFill>
        </a:ln>
      </dgm:spPr>
      <dgm:t>
        <a:bodyPr/>
        <a:lstStyle/>
        <a:p>
          <a:endParaRPr lang="en-US"/>
        </a:p>
      </dgm:t>
    </dgm:pt>
    <dgm:pt modelId="{1783A292-4D68-4444-B200-E039641D10E2}" type="pres">
      <dgm:prSet presAssocID="{18506E9B-6453-4396-824E-C10BE2997250}" presName="Child3" presStyleLbl="node1" presStyleIdx="2" presStyleCnt="6" custLinFactX="-86662" custLinFactY="-23781" custLinFactNeighborX="-100000" custLinFactNeighborY="-100000">
        <dgm:presLayoutVars>
          <dgm:chMax val="0"/>
          <dgm:chPref val="0"/>
          <dgm:bulletEnabled val="1"/>
        </dgm:presLayoutVars>
      </dgm:prSet>
      <dgm:spPr/>
      <dgm:t>
        <a:bodyPr/>
        <a:lstStyle/>
        <a:p>
          <a:endParaRPr lang="en-US"/>
        </a:p>
      </dgm:t>
    </dgm:pt>
    <dgm:pt modelId="{19754E3F-863B-42DB-9125-8DC5929EDCF0}" type="pres">
      <dgm:prSet presAssocID="{909B0794-41D5-49E9-A02D-AE4C522C0BB9}" presName="Accent4" presStyleCnt="0"/>
      <dgm:spPr/>
      <dgm:t>
        <a:bodyPr/>
        <a:lstStyle/>
        <a:p>
          <a:endParaRPr lang="en-US"/>
        </a:p>
      </dgm:t>
    </dgm:pt>
    <dgm:pt modelId="{78BCBA13-4690-420B-8B0B-1D528C98C39A}" type="pres">
      <dgm:prSet presAssocID="{909B0794-41D5-49E9-A02D-AE4C522C0BB9}" presName="Accent" presStyleLbl="bgShp" presStyleIdx="3" presStyleCnt="6" custLinFactY="-100000" custLinFactNeighborX="78800" custLinFactNeighborY="-104410"/>
      <dgm:spPr>
        <a:ln w="12700">
          <a:solidFill>
            <a:schemeClr val="tx2"/>
          </a:solidFill>
        </a:ln>
      </dgm:spPr>
      <dgm:t>
        <a:bodyPr/>
        <a:lstStyle/>
        <a:p>
          <a:endParaRPr lang="en-US"/>
        </a:p>
      </dgm:t>
    </dgm:pt>
    <dgm:pt modelId="{9C388D87-20D3-4B9B-9C3B-E7497EE59B25}" type="pres">
      <dgm:prSet presAssocID="{909B0794-41D5-49E9-A02D-AE4C522C0BB9}" presName="Child4" presStyleLbl="node1" presStyleIdx="3" presStyleCnt="6">
        <dgm:presLayoutVars>
          <dgm:chMax val="0"/>
          <dgm:chPref val="0"/>
          <dgm:bulletEnabled val="1"/>
        </dgm:presLayoutVars>
      </dgm:prSet>
      <dgm:spPr/>
      <dgm:t>
        <a:bodyPr/>
        <a:lstStyle/>
        <a:p>
          <a:endParaRPr lang="en-US"/>
        </a:p>
      </dgm:t>
    </dgm:pt>
    <dgm:pt modelId="{51F6C1ED-F597-4DAB-AC6A-5B769F1CEF13}" type="pres">
      <dgm:prSet presAssocID="{69DD3C5A-1A32-4B94-BBAD-3F362EAE3676}" presName="Accent5" presStyleCnt="0"/>
      <dgm:spPr/>
      <dgm:t>
        <a:bodyPr/>
        <a:lstStyle/>
        <a:p>
          <a:endParaRPr lang="en-US"/>
        </a:p>
      </dgm:t>
    </dgm:pt>
    <dgm:pt modelId="{47E72CD4-38DB-49ED-BF55-4B12078C903C}" type="pres">
      <dgm:prSet presAssocID="{69DD3C5A-1A32-4B94-BBAD-3F362EAE3676}" presName="Accent" presStyleLbl="bgShp" presStyleIdx="4" presStyleCnt="6"/>
      <dgm:spPr>
        <a:ln w="12700">
          <a:solidFill>
            <a:schemeClr val="tx2"/>
          </a:solidFill>
        </a:ln>
      </dgm:spPr>
      <dgm:t>
        <a:bodyPr/>
        <a:lstStyle/>
        <a:p>
          <a:endParaRPr lang="en-US"/>
        </a:p>
      </dgm:t>
    </dgm:pt>
    <dgm:pt modelId="{99F0D9AC-07F4-48C2-A8E3-A28D8E9AA065}" type="pres">
      <dgm:prSet presAssocID="{69DD3C5A-1A32-4B94-BBAD-3F362EAE3676}" presName="Child5" presStyleLbl="node1" presStyleIdx="4" presStyleCnt="6">
        <dgm:presLayoutVars>
          <dgm:chMax val="0"/>
          <dgm:chPref val="0"/>
          <dgm:bulletEnabled val="1"/>
        </dgm:presLayoutVars>
      </dgm:prSet>
      <dgm:spPr/>
      <dgm:t>
        <a:bodyPr/>
        <a:lstStyle/>
        <a:p>
          <a:endParaRPr lang="en-US"/>
        </a:p>
      </dgm:t>
    </dgm:pt>
    <dgm:pt modelId="{8A2E22EE-D1CB-46FD-9AB2-8DC17D5FCCD5}" type="pres">
      <dgm:prSet presAssocID="{F976D4F5-653D-4F03-B75D-C5EA1B57BC5E}" presName="Accent6" presStyleCnt="0"/>
      <dgm:spPr/>
      <dgm:t>
        <a:bodyPr/>
        <a:lstStyle/>
        <a:p>
          <a:endParaRPr lang="en-US"/>
        </a:p>
      </dgm:t>
    </dgm:pt>
    <dgm:pt modelId="{0B07D659-154D-46DC-9BF0-5732DDA80631}" type="pres">
      <dgm:prSet presAssocID="{F976D4F5-653D-4F03-B75D-C5EA1B57BC5E}" presName="Accent" presStyleLbl="bgShp" presStyleIdx="5" presStyleCnt="6"/>
      <dgm:spPr>
        <a:ln w="12700">
          <a:solidFill>
            <a:schemeClr val="tx2"/>
          </a:solidFill>
        </a:ln>
      </dgm:spPr>
      <dgm:t>
        <a:bodyPr/>
        <a:lstStyle/>
        <a:p>
          <a:endParaRPr lang="en-US"/>
        </a:p>
      </dgm:t>
    </dgm:pt>
    <dgm:pt modelId="{EDA8B795-1E1D-40BE-8902-AAC89BF53ECB}" type="pres">
      <dgm:prSet presAssocID="{F976D4F5-653D-4F03-B75D-C5EA1B57BC5E}" presName="Child6" presStyleLbl="node1" presStyleIdx="5" presStyleCnt="6" custLinFactX="82369" custLinFactNeighborX="100000" custLinFactNeighborY="636">
        <dgm:presLayoutVars>
          <dgm:chMax val="0"/>
          <dgm:chPref val="0"/>
          <dgm:bulletEnabled val="1"/>
        </dgm:presLayoutVars>
      </dgm:prSet>
      <dgm:spPr/>
      <dgm:t>
        <a:bodyPr/>
        <a:lstStyle/>
        <a:p>
          <a:endParaRPr lang="en-US"/>
        </a:p>
      </dgm:t>
    </dgm:pt>
  </dgm:ptLst>
  <dgm:cxnLst>
    <dgm:cxn modelId="{2B37DDDE-7204-48F0-9F4F-44545AFE0A55}" type="presOf" srcId="{87DDCB59-FBA7-4B32-AFEE-DB71DE244B0E}" destId="{7253645E-2774-4C8A-B8CF-4E2EE25D05B3}" srcOrd="0" destOrd="0" presId="urn:microsoft.com/office/officeart/2011/layout/HexagonRadial"/>
    <dgm:cxn modelId="{B546D686-F25F-43CA-9C1D-481EE3A816E7}" srcId="{CB6CF56C-6B9D-4545-B34D-B326C4F22892}" destId="{18506E9B-6453-4396-824E-C10BE2997250}" srcOrd="2" destOrd="0" parTransId="{0C803F2C-25D1-48E6-B39A-F2FA0050F01F}" sibTransId="{72B4DEA2-7A8D-45CA-98B6-5ECE64B3B0D6}"/>
    <dgm:cxn modelId="{D2509065-CD8C-473F-A149-66149A9CCD99}" type="presOf" srcId="{3D043861-92DD-4FFC-A549-5795B1E4D997}" destId="{D53B8C31-E722-4C8F-8BA0-D3E25646EA82}" srcOrd="0" destOrd="0" presId="urn:microsoft.com/office/officeart/2011/layout/HexagonRadial"/>
    <dgm:cxn modelId="{79A5DD96-00D1-4EE7-A1ED-53C803A4F95B}" srcId="{CB6CF56C-6B9D-4545-B34D-B326C4F22892}" destId="{909B0794-41D5-49E9-A02D-AE4C522C0BB9}" srcOrd="3" destOrd="0" parTransId="{2BB6DF23-0F8B-4704-A184-B367C2BDBC9C}" sibTransId="{0BD6C62C-1EAC-49AC-9F70-163BAFA63B5D}"/>
    <dgm:cxn modelId="{5E69C1CD-9661-4051-BFFF-FD3884836CE4}" type="presOf" srcId="{2F5F6059-71F8-43AC-8562-632A723A9968}" destId="{88CF3C5B-31F5-45D3-9E43-CE724C00E48D}" srcOrd="0" destOrd="0" presId="urn:microsoft.com/office/officeart/2011/layout/HexagonRadial"/>
    <dgm:cxn modelId="{A8D141D9-0629-4890-B6A9-D493BCE3ED82}" type="presOf" srcId="{909B0794-41D5-49E9-A02D-AE4C522C0BB9}" destId="{9C388D87-20D3-4B9B-9C3B-E7497EE59B25}" srcOrd="0" destOrd="0" presId="urn:microsoft.com/office/officeart/2011/layout/HexagonRadial"/>
    <dgm:cxn modelId="{FBBB27BB-3ADE-4477-8102-EC0E6791D999}" type="presOf" srcId="{18506E9B-6453-4396-824E-C10BE2997250}" destId="{1783A292-4D68-4444-B200-E039641D10E2}" srcOrd="0" destOrd="0" presId="urn:microsoft.com/office/officeart/2011/layout/HexagonRadial"/>
    <dgm:cxn modelId="{8BBDDEFB-4096-4D22-B64B-350059A19B15}" srcId="{CB6CF56C-6B9D-4545-B34D-B326C4F22892}" destId="{69DD3C5A-1A32-4B94-BBAD-3F362EAE3676}" srcOrd="4" destOrd="0" parTransId="{83F9FA1A-D927-42C8-B1DE-5D70DFFC3E07}" sibTransId="{AFBE1310-E20D-41B8-8B87-5ABBF6C4E3C9}"/>
    <dgm:cxn modelId="{D6114E8C-B12C-408E-9977-5AB77A6E818E}" type="presOf" srcId="{69DD3C5A-1A32-4B94-BBAD-3F362EAE3676}" destId="{99F0D9AC-07F4-48C2-A8E3-A28D8E9AA065}" srcOrd="0" destOrd="0" presId="urn:microsoft.com/office/officeart/2011/layout/HexagonRadial"/>
    <dgm:cxn modelId="{2F0504FD-577C-4730-92B4-EF2226C2A736}" srcId="{3D043861-92DD-4FFC-A549-5795B1E4D997}" destId="{CB6CF56C-6B9D-4545-B34D-B326C4F22892}" srcOrd="0" destOrd="0" parTransId="{E4766E37-E767-4184-88A2-EA9666D5877B}" sibTransId="{71FB6249-64EF-4355-BD03-4B75FFF571C3}"/>
    <dgm:cxn modelId="{19395E89-32EE-42FB-90FB-59F442CC601C}" srcId="{CB6CF56C-6B9D-4545-B34D-B326C4F22892}" destId="{2F5F6059-71F8-43AC-8562-632A723A9968}" srcOrd="0" destOrd="0" parTransId="{91E8F8F4-B2F1-4775-8B5A-E6156149B8E4}" sibTransId="{F6973E01-4BD7-4260-B321-79BAD7C10E4B}"/>
    <dgm:cxn modelId="{2CF79FDC-3D4C-4603-8D94-278B8143ADA8}" srcId="{CB6CF56C-6B9D-4545-B34D-B326C4F22892}" destId="{87DDCB59-FBA7-4B32-AFEE-DB71DE244B0E}" srcOrd="1" destOrd="0" parTransId="{BC4EDA11-41B5-4A88-A1FD-629DD7F8A2F8}" sibTransId="{63118870-F110-4811-99CF-30AD35BF8D14}"/>
    <dgm:cxn modelId="{3ED344CA-0F05-4356-BBD8-3B8F9FC1D313}" srcId="{CB6CF56C-6B9D-4545-B34D-B326C4F22892}" destId="{F976D4F5-653D-4F03-B75D-C5EA1B57BC5E}" srcOrd="5" destOrd="0" parTransId="{5CB6B981-0491-4729-AB51-05925DFDCE5A}" sibTransId="{BB5753D1-B2FA-459A-9255-B567DC2CBD36}"/>
    <dgm:cxn modelId="{076EA6BE-3D57-4E7D-BCCF-F3C2535B145E}" type="presOf" srcId="{CB6CF56C-6B9D-4545-B34D-B326C4F22892}" destId="{418D2A22-2738-4235-9A3F-1D6E9721E7DA}" srcOrd="0" destOrd="0" presId="urn:microsoft.com/office/officeart/2011/layout/HexagonRadial"/>
    <dgm:cxn modelId="{E3C63D70-90B7-43E0-B435-5F5F69DD7E2C}" type="presOf" srcId="{F976D4F5-653D-4F03-B75D-C5EA1B57BC5E}" destId="{EDA8B795-1E1D-40BE-8902-AAC89BF53ECB}" srcOrd="0" destOrd="0" presId="urn:microsoft.com/office/officeart/2011/layout/HexagonRadial"/>
    <dgm:cxn modelId="{BC021F2A-C4A9-4861-A377-B22252D5AA8D}" type="presParOf" srcId="{D53B8C31-E722-4C8F-8BA0-D3E25646EA82}" destId="{418D2A22-2738-4235-9A3F-1D6E9721E7DA}" srcOrd="0" destOrd="0" presId="urn:microsoft.com/office/officeart/2011/layout/HexagonRadial"/>
    <dgm:cxn modelId="{7BDEAA11-F361-4F66-8872-74E3EB3C0359}" type="presParOf" srcId="{D53B8C31-E722-4C8F-8BA0-D3E25646EA82}" destId="{B434F17D-9756-4249-9087-A4C508D63019}" srcOrd="1" destOrd="0" presId="urn:microsoft.com/office/officeart/2011/layout/HexagonRadial"/>
    <dgm:cxn modelId="{10640ECA-FCAF-4952-B4D8-643EC0BB161F}" type="presParOf" srcId="{B434F17D-9756-4249-9087-A4C508D63019}" destId="{E5AF13DE-8F8A-45A3-B576-B2BE4CC75772}" srcOrd="0" destOrd="0" presId="urn:microsoft.com/office/officeart/2011/layout/HexagonRadial"/>
    <dgm:cxn modelId="{C6155D7C-6D62-4A78-84B5-AFDB73E824C8}" type="presParOf" srcId="{D53B8C31-E722-4C8F-8BA0-D3E25646EA82}" destId="{88CF3C5B-31F5-45D3-9E43-CE724C00E48D}" srcOrd="2" destOrd="0" presId="urn:microsoft.com/office/officeart/2011/layout/HexagonRadial"/>
    <dgm:cxn modelId="{7E119FF9-EED8-4D97-A8D8-856519EFC23A}" type="presParOf" srcId="{D53B8C31-E722-4C8F-8BA0-D3E25646EA82}" destId="{68F0F142-3FC0-4F05-BF28-84533971DF5E}" srcOrd="3" destOrd="0" presId="urn:microsoft.com/office/officeart/2011/layout/HexagonRadial"/>
    <dgm:cxn modelId="{36F1173F-B492-47AE-B6DD-6D3DAC7B8C86}" type="presParOf" srcId="{68F0F142-3FC0-4F05-BF28-84533971DF5E}" destId="{D4F27DFB-97CC-4CEF-B218-D8282D1F9AC0}" srcOrd="0" destOrd="0" presId="urn:microsoft.com/office/officeart/2011/layout/HexagonRadial"/>
    <dgm:cxn modelId="{28591B28-1037-433B-9B9C-68C48C09F8F1}" type="presParOf" srcId="{D53B8C31-E722-4C8F-8BA0-D3E25646EA82}" destId="{7253645E-2774-4C8A-B8CF-4E2EE25D05B3}" srcOrd="4" destOrd="0" presId="urn:microsoft.com/office/officeart/2011/layout/HexagonRadial"/>
    <dgm:cxn modelId="{9220D410-3E23-4394-999B-F235E86AEC9C}" type="presParOf" srcId="{D53B8C31-E722-4C8F-8BA0-D3E25646EA82}" destId="{E672D9D8-892F-4336-954A-9DA4BFEA1A1F}" srcOrd="5" destOrd="0" presId="urn:microsoft.com/office/officeart/2011/layout/HexagonRadial"/>
    <dgm:cxn modelId="{21444DC0-63C2-49E2-88B5-1F77EAE7A9AC}" type="presParOf" srcId="{E672D9D8-892F-4336-954A-9DA4BFEA1A1F}" destId="{119727E0-80C0-451B-8C3F-4B8AEC34760F}" srcOrd="0" destOrd="0" presId="urn:microsoft.com/office/officeart/2011/layout/HexagonRadial"/>
    <dgm:cxn modelId="{DF1E36AA-C7E9-47FF-88DD-5D145B3D70B7}" type="presParOf" srcId="{D53B8C31-E722-4C8F-8BA0-D3E25646EA82}" destId="{1783A292-4D68-4444-B200-E039641D10E2}" srcOrd="6" destOrd="0" presId="urn:microsoft.com/office/officeart/2011/layout/HexagonRadial"/>
    <dgm:cxn modelId="{6C2556FE-7731-4225-A60D-67510F740007}" type="presParOf" srcId="{D53B8C31-E722-4C8F-8BA0-D3E25646EA82}" destId="{19754E3F-863B-42DB-9125-8DC5929EDCF0}" srcOrd="7" destOrd="0" presId="urn:microsoft.com/office/officeart/2011/layout/HexagonRadial"/>
    <dgm:cxn modelId="{3ECEEBB5-4391-4540-970C-DC33019FA17E}" type="presParOf" srcId="{19754E3F-863B-42DB-9125-8DC5929EDCF0}" destId="{78BCBA13-4690-420B-8B0B-1D528C98C39A}" srcOrd="0" destOrd="0" presId="urn:microsoft.com/office/officeart/2011/layout/HexagonRadial"/>
    <dgm:cxn modelId="{D603C16C-2653-4282-A98A-2A841352FAD9}" type="presParOf" srcId="{D53B8C31-E722-4C8F-8BA0-D3E25646EA82}" destId="{9C388D87-20D3-4B9B-9C3B-E7497EE59B25}" srcOrd="8" destOrd="0" presId="urn:microsoft.com/office/officeart/2011/layout/HexagonRadial"/>
    <dgm:cxn modelId="{75007838-29FA-451A-BA31-14966E6CC181}" type="presParOf" srcId="{D53B8C31-E722-4C8F-8BA0-D3E25646EA82}" destId="{51F6C1ED-F597-4DAB-AC6A-5B769F1CEF13}" srcOrd="9" destOrd="0" presId="urn:microsoft.com/office/officeart/2011/layout/HexagonRadial"/>
    <dgm:cxn modelId="{645BACC9-A193-4A32-A95E-F33933ADD04F}" type="presParOf" srcId="{51F6C1ED-F597-4DAB-AC6A-5B769F1CEF13}" destId="{47E72CD4-38DB-49ED-BF55-4B12078C903C}" srcOrd="0" destOrd="0" presId="urn:microsoft.com/office/officeart/2011/layout/HexagonRadial"/>
    <dgm:cxn modelId="{4413AAC1-BE0F-44FC-B097-E95621B76FAA}" type="presParOf" srcId="{D53B8C31-E722-4C8F-8BA0-D3E25646EA82}" destId="{99F0D9AC-07F4-48C2-A8E3-A28D8E9AA065}" srcOrd="10" destOrd="0" presId="urn:microsoft.com/office/officeart/2011/layout/HexagonRadial"/>
    <dgm:cxn modelId="{296B7767-8E75-4052-94A2-81C547A27657}" type="presParOf" srcId="{D53B8C31-E722-4C8F-8BA0-D3E25646EA82}" destId="{8A2E22EE-D1CB-46FD-9AB2-8DC17D5FCCD5}" srcOrd="11" destOrd="0" presId="urn:microsoft.com/office/officeart/2011/layout/HexagonRadial"/>
    <dgm:cxn modelId="{9B82DC18-CBB4-4566-8EB6-5219755A936E}" type="presParOf" srcId="{8A2E22EE-D1CB-46FD-9AB2-8DC17D5FCCD5}" destId="{0B07D659-154D-46DC-9BF0-5732DDA80631}" srcOrd="0" destOrd="0" presId="urn:microsoft.com/office/officeart/2011/layout/HexagonRadial"/>
    <dgm:cxn modelId="{5E33BA04-2446-4A84-B94E-D2859E874AF7}" type="presParOf" srcId="{D53B8C31-E722-4C8F-8BA0-D3E25646EA82}" destId="{EDA8B795-1E1D-40BE-8902-AAC89BF53ECB}" srcOrd="12" destOrd="0" presId="urn:microsoft.com/office/officeart/2011/layout/HexagonRadial"/>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3786972-37FE-44A9-AF1F-BDFD616352A7}" type="doc">
      <dgm:prSet loTypeId="urn:microsoft.com/office/officeart/2005/8/layout/balance1" loCatId="relationship" qsTypeId="urn:microsoft.com/office/officeart/2005/8/quickstyle/simple1" qsCatId="simple" csTypeId="urn:microsoft.com/office/officeart/2005/8/colors/accent1_2" csCatId="accent1" phldr="1"/>
      <dgm:spPr/>
      <dgm:t>
        <a:bodyPr/>
        <a:lstStyle/>
        <a:p>
          <a:endParaRPr lang="en-US"/>
        </a:p>
      </dgm:t>
    </dgm:pt>
    <dgm:pt modelId="{2D1CD680-6E47-4B87-98EE-934AAD66AE8F}">
      <dgm:prSet phldrT="[Text]" custT="1"/>
      <dgm:spPr>
        <a:noFill/>
        <a:ln>
          <a:noFill/>
        </a:ln>
      </dgm:spPr>
      <dgm:t>
        <a:bodyPr/>
        <a:lstStyle/>
        <a:p>
          <a:endParaRPr lang="en-US" sz="2400" dirty="0"/>
        </a:p>
      </dgm:t>
    </dgm:pt>
    <dgm:pt modelId="{4D0DC3F7-8B82-44CC-9F2F-09DC078F7C10}" type="parTrans" cxnId="{CB99CDFC-57A8-41CF-877A-6B0F501B7051}">
      <dgm:prSet/>
      <dgm:spPr/>
      <dgm:t>
        <a:bodyPr/>
        <a:lstStyle/>
        <a:p>
          <a:endParaRPr lang="en-US" sz="2400"/>
        </a:p>
      </dgm:t>
    </dgm:pt>
    <dgm:pt modelId="{027C9648-7153-45FE-AF7B-8CB35836FE63}" type="sibTrans" cxnId="{CB99CDFC-57A8-41CF-877A-6B0F501B7051}">
      <dgm:prSet/>
      <dgm:spPr/>
      <dgm:t>
        <a:bodyPr/>
        <a:lstStyle/>
        <a:p>
          <a:endParaRPr lang="en-US" sz="2400"/>
        </a:p>
      </dgm:t>
    </dgm:pt>
    <dgm:pt modelId="{6A38F9B0-38F5-421B-AAF5-68E85A3801F1}">
      <dgm:prSet phldrT="[Text]" custT="1"/>
      <dgm:spPr/>
      <dgm:t>
        <a:bodyPr/>
        <a:lstStyle/>
        <a:p>
          <a:r>
            <a:rPr lang="en-US" sz="2800" dirty="0" smtClean="0">
              <a:solidFill>
                <a:schemeClr val="bg1"/>
              </a:solidFill>
              <a:effectLst/>
              <a:latin typeface="Arial Narrow" panose="020B0606020202030204" pitchFamily="34" charset="0"/>
              <a:ea typeface="Calibri" panose="020F0502020204030204" pitchFamily="34" charset="0"/>
              <a:cs typeface="+mn-cs"/>
            </a:rPr>
            <a:t>Risk of losing steady income</a:t>
          </a:r>
          <a:endParaRPr lang="en-US" sz="2800" dirty="0"/>
        </a:p>
      </dgm:t>
    </dgm:pt>
    <dgm:pt modelId="{01ADD844-17AA-43D8-B291-7CE6BCCD9798}" type="parTrans" cxnId="{D6665141-B502-449B-9237-7FA442009FB9}">
      <dgm:prSet/>
      <dgm:spPr/>
      <dgm:t>
        <a:bodyPr/>
        <a:lstStyle/>
        <a:p>
          <a:endParaRPr lang="en-US" sz="2400"/>
        </a:p>
      </dgm:t>
    </dgm:pt>
    <dgm:pt modelId="{A07374E4-0AB9-4330-B199-4BF1F54177F1}" type="sibTrans" cxnId="{D6665141-B502-449B-9237-7FA442009FB9}">
      <dgm:prSet/>
      <dgm:spPr/>
      <dgm:t>
        <a:bodyPr/>
        <a:lstStyle/>
        <a:p>
          <a:endParaRPr lang="en-US" sz="2400"/>
        </a:p>
      </dgm:t>
    </dgm:pt>
    <dgm:pt modelId="{ECB7E061-36D1-496E-8AC6-E14F7D89E6DF}">
      <dgm:prSet phldrT="[Text]" custT="1"/>
      <dgm:spPr>
        <a:noFill/>
        <a:ln>
          <a:noFill/>
        </a:ln>
      </dgm:spPr>
      <dgm:t>
        <a:bodyPr/>
        <a:lstStyle/>
        <a:p>
          <a:endParaRPr lang="en-US" sz="2400"/>
        </a:p>
      </dgm:t>
    </dgm:pt>
    <dgm:pt modelId="{4E8EE994-E637-4659-B71A-41675B16E35E}" type="sibTrans" cxnId="{B6A59208-E488-4101-8EDB-423D6CC2A880}">
      <dgm:prSet/>
      <dgm:spPr/>
      <dgm:t>
        <a:bodyPr/>
        <a:lstStyle/>
        <a:p>
          <a:endParaRPr lang="en-US" sz="2400"/>
        </a:p>
      </dgm:t>
    </dgm:pt>
    <dgm:pt modelId="{6D788911-5398-4015-80D6-78195E7F6C3B}" type="parTrans" cxnId="{B6A59208-E488-4101-8EDB-423D6CC2A880}">
      <dgm:prSet/>
      <dgm:spPr/>
      <dgm:t>
        <a:bodyPr/>
        <a:lstStyle/>
        <a:p>
          <a:endParaRPr lang="en-US" sz="2400"/>
        </a:p>
      </dgm:t>
    </dgm:pt>
    <dgm:pt modelId="{73023F7C-44DB-449B-8C00-A5C290FFD098}">
      <dgm:prSet custT="1"/>
      <dgm:spPr/>
      <dgm:t>
        <a:bodyPr/>
        <a:lstStyle/>
        <a:p>
          <a:pPr rtl="0">
            <a:spcAft>
              <a:spcPts val="0"/>
            </a:spcAft>
          </a:pPr>
          <a:r>
            <a:rPr lang="en-US" sz="2800" dirty="0" smtClean="0">
              <a:solidFill>
                <a:schemeClr val="bg1"/>
              </a:solidFill>
              <a:effectLst/>
              <a:latin typeface="Arial Narrow" panose="020B0606020202030204" pitchFamily="34" charset="0"/>
              <a:ea typeface="Calibri" panose="020F0502020204030204" pitchFamily="34" charset="0"/>
              <a:cs typeface="+mn-cs"/>
            </a:rPr>
            <a:t>Self-sufficiency/</a:t>
          </a:r>
        </a:p>
        <a:p>
          <a:pPr rtl="0">
            <a:spcAft>
              <a:spcPts val="0"/>
            </a:spcAft>
          </a:pPr>
          <a:r>
            <a:rPr lang="en-US" sz="2800" dirty="0" smtClean="0">
              <a:solidFill>
                <a:schemeClr val="bg1"/>
              </a:solidFill>
              <a:effectLst/>
              <a:latin typeface="Arial Narrow" panose="020B0606020202030204" pitchFamily="34" charset="0"/>
              <a:ea typeface="Calibri" panose="020F0502020204030204" pitchFamily="34" charset="0"/>
              <a:cs typeface="+mn-cs"/>
            </a:rPr>
            <a:t>Independence</a:t>
          </a:r>
        </a:p>
      </dgm:t>
    </dgm:pt>
    <dgm:pt modelId="{F10E3EDB-B8A4-44DD-B979-E1A64CBB8C9D}" type="parTrans" cxnId="{E8767FD8-952D-4F65-B026-666D7C49876A}">
      <dgm:prSet/>
      <dgm:spPr/>
      <dgm:t>
        <a:bodyPr/>
        <a:lstStyle/>
        <a:p>
          <a:endParaRPr lang="en-US"/>
        </a:p>
      </dgm:t>
    </dgm:pt>
    <dgm:pt modelId="{30499395-1E76-4D19-8E30-6280C51DE082}" type="sibTrans" cxnId="{E8767FD8-952D-4F65-B026-666D7C49876A}">
      <dgm:prSet/>
      <dgm:spPr/>
      <dgm:t>
        <a:bodyPr/>
        <a:lstStyle/>
        <a:p>
          <a:endParaRPr lang="en-US"/>
        </a:p>
      </dgm:t>
    </dgm:pt>
    <dgm:pt modelId="{D8BE5A1D-CAD9-444E-9FA0-9A0489B194A5}">
      <dgm:prSet custT="1"/>
      <dgm:spPr/>
      <dgm:t>
        <a:bodyPr/>
        <a:lstStyle/>
        <a:p>
          <a:pPr rtl="0"/>
          <a:r>
            <a:rPr lang="en-US" sz="2800" dirty="0" smtClean="0">
              <a:solidFill>
                <a:schemeClr val="bg1"/>
              </a:solidFill>
              <a:effectLst/>
              <a:latin typeface="Arial Narrow" panose="020B0606020202030204" pitchFamily="34" charset="0"/>
              <a:ea typeface="Calibri" panose="020F0502020204030204" pitchFamily="34" charset="0"/>
              <a:cs typeface="+mn-cs"/>
            </a:rPr>
            <a:t>Access to work-based benefits</a:t>
          </a:r>
        </a:p>
      </dgm:t>
    </dgm:pt>
    <dgm:pt modelId="{3C42C386-EE91-437D-AC02-3D7828E3F39D}" type="parTrans" cxnId="{CFCE02D5-9EA7-403D-BAF7-7757BD614C2A}">
      <dgm:prSet/>
      <dgm:spPr/>
      <dgm:t>
        <a:bodyPr/>
        <a:lstStyle/>
        <a:p>
          <a:endParaRPr lang="en-US"/>
        </a:p>
      </dgm:t>
    </dgm:pt>
    <dgm:pt modelId="{0EAF7F1B-E6C5-446B-9F09-555DD63BC1A4}" type="sibTrans" cxnId="{CFCE02D5-9EA7-403D-BAF7-7757BD614C2A}">
      <dgm:prSet/>
      <dgm:spPr/>
      <dgm:t>
        <a:bodyPr/>
        <a:lstStyle/>
        <a:p>
          <a:endParaRPr lang="en-US"/>
        </a:p>
      </dgm:t>
    </dgm:pt>
    <dgm:pt modelId="{BC71C931-B913-447B-8A79-D679FD227A9F}">
      <dgm:prSet custT="1"/>
      <dgm:spPr/>
      <dgm:t>
        <a:bodyPr/>
        <a:lstStyle/>
        <a:p>
          <a:pPr rtl="0"/>
          <a:r>
            <a:rPr lang="en-US" sz="2800" dirty="0" smtClean="0">
              <a:solidFill>
                <a:schemeClr val="bg1"/>
              </a:solidFill>
              <a:effectLst/>
              <a:latin typeface="Arial Narrow" panose="020B0606020202030204" pitchFamily="34" charset="0"/>
              <a:ea typeface="Calibri" panose="020F0502020204030204" pitchFamily="34" charset="0"/>
              <a:cs typeface="+mn-cs"/>
            </a:rPr>
            <a:t>Risk losing healthcare &amp; other benefits</a:t>
          </a:r>
        </a:p>
      </dgm:t>
    </dgm:pt>
    <dgm:pt modelId="{084F2711-257A-42EC-A87C-51278D166149}" type="parTrans" cxnId="{09152828-07D9-469D-9A40-FEE2B032E473}">
      <dgm:prSet/>
      <dgm:spPr/>
      <dgm:t>
        <a:bodyPr/>
        <a:lstStyle/>
        <a:p>
          <a:endParaRPr lang="en-US"/>
        </a:p>
      </dgm:t>
    </dgm:pt>
    <dgm:pt modelId="{20618D49-5E90-4712-BA40-7776F076498E}" type="sibTrans" cxnId="{09152828-07D9-469D-9A40-FEE2B032E473}">
      <dgm:prSet/>
      <dgm:spPr/>
      <dgm:t>
        <a:bodyPr/>
        <a:lstStyle/>
        <a:p>
          <a:endParaRPr lang="en-US"/>
        </a:p>
      </dgm:t>
    </dgm:pt>
    <dgm:pt modelId="{3BA7E4F5-A711-41A7-994B-11EEDE35D366}">
      <dgm:prSet phldrT="[Text]" custT="1"/>
      <dgm:spPr/>
      <dgm:t>
        <a:bodyPr/>
        <a:lstStyle/>
        <a:p>
          <a:pPr rtl="0"/>
          <a:r>
            <a:rPr lang="en-US" sz="2800" dirty="0" smtClean="0">
              <a:solidFill>
                <a:schemeClr val="bg1"/>
              </a:solidFill>
              <a:effectLst/>
              <a:latin typeface="Arial Narrow" panose="020B0606020202030204" pitchFamily="34" charset="0"/>
              <a:ea typeface="Calibri" panose="020F0502020204030204" pitchFamily="34" charset="0"/>
              <a:cs typeface="+mn-cs"/>
            </a:rPr>
            <a:t>Potentially higher income</a:t>
          </a:r>
        </a:p>
      </dgm:t>
    </dgm:pt>
    <dgm:pt modelId="{771BB140-5895-4B31-B4EA-AC1A81FA9487}" type="parTrans" cxnId="{EE0673B6-D996-4D28-BC1D-17771DAFA6A8}">
      <dgm:prSet/>
      <dgm:spPr/>
      <dgm:t>
        <a:bodyPr/>
        <a:lstStyle/>
        <a:p>
          <a:endParaRPr lang="en-US"/>
        </a:p>
      </dgm:t>
    </dgm:pt>
    <dgm:pt modelId="{B9E2C020-E120-4D52-9567-CA909C045E66}" type="sibTrans" cxnId="{EE0673B6-D996-4D28-BC1D-17771DAFA6A8}">
      <dgm:prSet/>
      <dgm:spPr/>
      <dgm:t>
        <a:bodyPr/>
        <a:lstStyle/>
        <a:p>
          <a:endParaRPr lang="en-US"/>
        </a:p>
      </dgm:t>
    </dgm:pt>
    <dgm:pt modelId="{91F0936F-484D-4BCD-876F-96BDA9DE013E}">
      <dgm:prSet phldrT="[Text]" custT="1"/>
      <dgm:spPr/>
      <dgm:t>
        <a:bodyPr/>
        <a:lstStyle/>
        <a:p>
          <a:pPr rtl="0">
            <a:spcAft>
              <a:spcPts val="0"/>
            </a:spcAft>
          </a:pPr>
          <a:r>
            <a:rPr lang="en-US" sz="2800" dirty="0" smtClean="0">
              <a:solidFill>
                <a:schemeClr val="bg1"/>
              </a:solidFill>
              <a:effectLst/>
              <a:latin typeface="Arial Narrow" panose="020B0606020202030204" pitchFamily="34" charset="0"/>
              <a:ea typeface="Calibri" panose="020F0502020204030204" pitchFamily="34" charset="0"/>
              <a:cs typeface="+mn-cs"/>
            </a:rPr>
            <a:t>SSDI as insurance</a:t>
          </a:r>
        </a:p>
        <a:p>
          <a:pPr rtl="0">
            <a:spcAft>
              <a:spcPts val="0"/>
            </a:spcAft>
          </a:pPr>
          <a:r>
            <a:rPr lang="en-US" sz="2800" dirty="0" smtClean="0">
              <a:solidFill>
                <a:schemeClr val="bg1"/>
              </a:solidFill>
              <a:effectLst/>
              <a:latin typeface="Arial Narrow" panose="020B0606020202030204" pitchFamily="34" charset="0"/>
              <a:ea typeface="Calibri" panose="020F0502020204030204" pitchFamily="34" charset="0"/>
              <a:cs typeface="+mn-cs"/>
            </a:rPr>
            <a:t>“I paid into it”</a:t>
          </a:r>
        </a:p>
      </dgm:t>
    </dgm:pt>
    <dgm:pt modelId="{037E6230-FE7E-4B23-82EA-A2D56827EB7B}" type="parTrans" cxnId="{59AE251B-2AD7-4FDD-87BE-FDA0DCB37EDB}">
      <dgm:prSet/>
      <dgm:spPr/>
      <dgm:t>
        <a:bodyPr/>
        <a:lstStyle/>
        <a:p>
          <a:endParaRPr lang="en-US"/>
        </a:p>
      </dgm:t>
    </dgm:pt>
    <dgm:pt modelId="{DE521F32-FE6F-4B89-8F2A-A3F48EA5AF38}" type="sibTrans" cxnId="{59AE251B-2AD7-4FDD-87BE-FDA0DCB37EDB}">
      <dgm:prSet/>
      <dgm:spPr/>
      <dgm:t>
        <a:bodyPr/>
        <a:lstStyle/>
        <a:p>
          <a:endParaRPr lang="en-US"/>
        </a:p>
      </dgm:t>
    </dgm:pt>
    <dgm:pt modelId="{F93AC375-F427-451A-A296-2ABB8ABCAAAC}" type="pres">
      <dgm:prSet presAssocID="{83786972-37FE-44A9-AF1F-BDFD616352A7}" presName="outerComposite" presStyleCnt="0">
        <dgm:presLayoutVars>
          <dgm:chMax val="2"/>
          <dgm:animLvl val="lvl"/>
          <dgm:resizeHandles val="exact"/>
        </dgm:presLayoutVars>
      </dgm:prSet>
      <dgm:spPr/>
      <dgm:t>
        <a:bodyPr/>
        <a:lstStyle/>
        <a:p>
          <a:endParaRPr lang="en-US"/>
        </a:p>
      </dgm:t>
    </dgm:pt>
    <dgm:pt modelId="{65C9007B-AD16-4680-B9D5-4C5F4C0B1A07}" type="pres">
      <dgm:prSet presAssocID="{83786972-37FE-44A9-AF1F-BDFD616352A7}" presName="dummyMaxCanvas" presStyleCnt="0"/>
      <dgm:spPr/>
    </dgm:pt>
    <dgm:pt modelId="{CAD13664-DFF8-4CAC-BE60-A79C3C4D426A}" type="pres">
      <dgm:prSet presAssocID="{83786972-37FE-44A9-AF1F-BDFD616352A7}" presName="parentComposite" presStyleCnt="0"/>
      <dgm:spPr/>
    </dgm:pt>
    <dgm:pt modelId="{CB8D2C1B-2921-4817-8930-200CA2078958}" type="pres">
      <dgm:prSet presAssocID="{83786972-37FE-44A9-AF1F-BDFD616352A7}" presName="parent1" presStyleLbl="alignAccFollowNode1" presStyleIdx="0" presStyleCnt="4" custLinFactNeighborX="1380" custLinFactNeighborY="28571">
        <dgm:presLayoutVars>
          <dgm:chMax val="4"/>
        </dgm:presLayoutVars>
      </dgm:prSet>
      <dgm:spPr/>
      <dgm:t>
        <a:bodyPr/>
        <a:lstStyle/>
        <a:p>
          <a:endParaRPr lang="en-US"/>
        </a:p>
      </dgm:t>
    </dgm:pt>
    <dgm:pt modelId="{E7C647C9-7465-45A3-898D-DB9AFC73AE81}" type="pres">
      <dgm:prSet presAssocID="{83786972-37FE-44A9-AF1F-BDFD616352A7}" presName="parent2" presStyleLbl="alignAccFollowNode1" presStyleIdx="1" presStyleCnt="4" custLinFactNeighborX="1380" custLinFactNeighborY="28571">
        <dgm:presLayoutVars>
          <dgm:chMax val="4"/>
        </dgm:presLayoutVars>
      </dgm:prSet>
      <dgm:spPr/>
      <dgm:t>
        <a:bodyPr/>
        <a:lstStyle/>
        <a:p>
          <a:endParaRPr lang="en-US"/>
        </a:p>
      </dgm:t>
    </dgm:pt>
    <dgm:pt modelId="{8AB83D4F-298C-4398-8A41-BCAEC2F3D39D}" type="pres">
      <dgm:prSet presAssocID="{83786972-37FE-44A9-AF1F-BDFD616352A7}" presName="childrenComposite" presStyleCnt="0"/>
      <dgm:spPr/>
    </dgm:pt>
    <dgm:pt modelId="{7DBB7D51-7B68-45B5-9EA3-F4A78DCA6F12}" type="pres">
      <dgm:prSet presAssocID="{83786972-37FE-44A9-AF1F-BDFD616352A7}" presName="dummyMaxCanvas_ChildArea" presStyleCnt="0"/>
      <dgm:spPr/>
    </dgm:pt>
    <dgm:pt modelId="{15572B2B-841A-4C25-8309-D5D9DB3860B9}" type="pres">
      <dgm:prSet presAssocID="{83786972-37FE-44A9-AF1F-BDFD616352A7}" presName="fulcrum" presStyleLbl="alignAccFollowNode1" presStyleIdx="2" presStyleCnt="4"/>
      <dgm:spPr/>
    </dgm:pt>
    <dgm:pt modelId="{5B224906-8F71-4358-80F3-EBF5A3412466}" type="pres">
      <dgm:prSet presAssocID="{83786972-37FE-44A9-AF1F-BDFD616352A7}" presName="balance_33" presStyleLbl="alignAccFollowNode1" presStyleIdx="3" presStyleCnt="4">
        <dgm:presLayoutVars>
          <dgm:bulletEnabled val="1"/>
        </dgm:presLayoutVars>
      </dgm:prSet>
      <dgm:spPr/>
    </dgm:pt>
    <dgm:pt modelId="{395AB62E-A955-4435-B231-B72072DF3A3E}" type="pres">
      <dgm:prSet presAssocID="{83786972-37FE-44A9-AF1F-BDFD616352A7}" presName="right_33_1" presStyleLbl="node1" presStyleIdx="0" presStyleCnt="6" custScaleX="155578" custLinFactNeighborX="9938" custLinFactNeighborY="-3194">
        <dgm:presLayoutVars>
          <dgm:bulletEnabled val="1"/>
        </dgm:presLayoutVars>
      </dgm:prSet>
      <dgm:spPr/>
      <dgm:t>
        <a:bodyPr/>
        <a:lstStyle/>
        <a:p>
          <a:endParaRPr lang="en-US"/>
        </a:p>
      </dgm:t>
    </dgm:pt>
    <dgm:pt modelId="{875A7900-9C35-4498-BE6D-D16304CBCDB2}" type="pres">
      <dgm:prSet presAssocID="{83786972-37FE-44A9-AF1F-BDFD616352A7}" presName="right_33_2" presStyleLbl="node1" presStyleIdx="1" presStyleCnt="6" custScaleX="155578" custLinFactNeighborX="9938" custLinFactNeighborY="-3194">
        <dgm:presLayoutVars>
          <dgm:bulletEnabled val="1"/>
        </dgm:presLayoutVars>
      </dgm:prSet>
      <dgm:spPr/>
      <dgm:t>
        <a:bodyPr/>
        <a:lstStyle/>
        <a:p>
          <a:endParaRPr lang="en-US"/>
        </a:p>
      </dgm:t>
    </dgm:pt>
    <dgm:pt modelId="{81CB8E3C-83F4-4103-9271-4129D1597DB2}" type="pres">
      <dgm:prSet presAssocID="{83786972-37FE-44A9-AF1F-BDFD616352A7}" presName="right_33_3" presStyleLbl="node1" presStyleIdx="2" presStyleCnt="6" custScaleX="155578" custLinFactNeighborX="9938" custLinFactNeighborY="-3194">
        <dgm:presLayoutVars>
          <dgm:bulletEnabled val="1"/>
        </dgm:presLayoutVars>
      </dgm:prSet>
      <dgm:spPr/>
      <dgm:t>
        <a:bodyPr/>
        <a:lstStyle/>
        <a:p>
          <a:endParaRPr lang="en-US"/>
        </a:p>
      </dgm:t>
    </dgm:pt>
    <dgm:pt modelId="{B08196B5-F2F8-4D52-8E8A-6502DAD688FF}" type="pres">
      <dgm:prSet presAssocID="{83786972-37FE-44A9-AF1F-BDFD616352A7}" presName="left_33_1" presStyleLbl="node1" presStyleIdx="3" presStyleCnt="6" custScaleX="155578" custLinFactNeighborX="-13416" custLinFactNeighborY="-2130">
        <dgm:presLayoutVars>
          <dgm:bulletEnabled val="1"/>
        </dgm:presLayoutVars>
      </dgm:prSet>
      <dgm:spPr/>
      <dgm:t>
        <a:bodyPr/>
        <a:lstStyle/>
        <a:p>
          <a:endParaRPr lang="en-US"/>
        </a:p>
      </dgm:t>
    </dgm:pt>
    <dgm:pt modelId="{03D63D4F-458D-48C2-888B-C1E5658D6973}" type="pres">
      <dgm:prSet presAssocID="{83786972-37FE-44A9-AF1F-BDFD616352A7}" presName="left_33_2" presStyleLbl="node1" presStyleIdx="4" presStyleCnt="6" custScaleX="155578" custLinFactNeighborX="-13416" custLinFactNeighborY="-2130">
        <dgm:presLayoutVars>
          <dgm:bulletEnabled val="1"/>
        </dgm:presLayoutVars>
      </dgm:prSet>
      <dgm:spPr/>
      <dgm:t>
        <a:bodyPr/>
        <a:lstStyle/>
        <a:p>
          <a:endParaRPr lang="en-US"/>
        </a:p>
      </dgm:t>
    </dgm:pt>
    <dgm:pt modelId="{F21EC717-6CBB-4898-9606-D2DD6D4275B4}" type="pres">
      <dgm:prSet presAssocID="{83786972-37FE-44A9-AF1F-BDFD616352A7}" presName="left_33_3" presStyleLbl="node1" presStyleIdx="5" presStyleCnt="6" custScaleX="155578" custLinFactNeighborX="-13416" custLinFactNeighborY="-2130">
        <dgm:presLayoutVars>
          <dgm:bulletEnabled val="1"/>
        </dgm:presLayoutVars>
      </dgm:prSet>
      <dgm:spPr/>
      <dgm:t>
        <a:bodyPr/>
        <a:lstStyle/>
        <a:p>
          <a:endParaRPr lang="en-US"/>
        </a:p>
      </dgm:t>
    </dgm:pt>
  </dgm:ptLst>
  <dgm:cxnLst>
    <dgm:cxn modelId="{EE0673B6-D996-4D28-BC1D-17771DAFA6A8}" srcId="{ECB7E061-36D1-496E-8AC6-E14F7D89E6DF}" destId="{3BA7E4F5-A711-41A7-994B-11EEDE35D366}" srcOrd="2" destOrd="0" parTransId="{771BB140-5895-4B31-B4EA-AC1A81FA9487}" sibTransId="{B9E2C020-E120-4D52-9567-CA909C045E66}"/>
    <dgm:cxn modelId="{3CB7586A-0AEF-4C36-865F-D1B7AE137A5A}" type="presOf" srcId="{D8BE5A1D-CAD9-444E-9FA0-9A0489B194A5}" destId="{03D63D4F-458D-48C2-888B-C1E5658D6973}" srcOrd="0" destOrd="0" presId="urn:microsoft.com/office/officeart/2005/8/layout/balance1"/>
    <dgm:cxn modelId="{6D337DF3-DAD8-4FE0-ADA4-2ED6161EE898}" type="presOf" srcId="{6A38F9B0-38F5-421B-AAF5-68E85A3801F1}" destId="{81CB8E3C-83F4-4103-9271-4129D1597DB2}" srcOrd="0" destOrd="0" presId="urn:microsoft.com/office/officeart/2005/8/layout/balance1"/>
    <dgm:cxn modelId="{09152828-07D9-469D-9A40-FEE2B032E473}" srcId="{2D1CD680-6E47-4B87-98EE-934AAD66AE8F}" destId="{BC71C931-B913-447B-8A79-D679FD227A9F}" srcOrd="1" destOrd="0" parTransId="{084F2711-257A-42EC-A87C-51278D166149}" sibTransId="{20618D49-5E90-4712-BA40-7776F076498E}"/>
    <dgm:cxn modelId="{B03DF625-A790-4360-BCB9-887769C407C9}" type="presOf" srcId="{3BA7E4F5-A711-41A7-994B-11EEDE35D366}" destId="{F21EC717-6CBB-4898-9606-D2DD6D4275B4}" srcOrd="0" destOrd="0" presId="urn:microsoft.com/office/officeart/2005/8/layout/balance1"/>
    <dgm:cxn modelId="{D6665141-B502-449B-9237-7FA442009FB9}" srcId="{2D1CD680-6E47-4B87-98EE-934AAD66AE8F}" destId="{6A38F9B0-38F5-421B-AAF5-68E85A3801F1}" srcOrd="2" destOrd="0" parTransId="{01ADD844-17AA-43D8-B291-7CE6BCCD9798}" sibTransId="{A07374E4-0AB9-4330-B199-4BF1F54177F1}"/>
    <dgm:cxn modelId="{61F5A40E-1A7A-4769-83D2-C2E2D40DBA5D}" type="presOf" srcId="{2D1CD680-6E47-4B87-98EE-934AAD66AE8F}" destId="{E7C647C9-7465-45A3-898D-DB9AFC73AE81}" srcOrd="0" destOrd="0" presId="urn:microsoft.com/office/officeart/2005/8/layout/balance1"/>
    <dgm:cxn modelId="{8E483E2F-9834-427D-AB1E-3D79A24A5C6E}" type="presOf" srcId="{ECB7E061-36D1-496E-8AC6-E14F7D89E6DF}" destId="{CB8D2C1B-2921-4817-8930-200CA2078958}" srcOrd="0" destOrd="0" presId="urn:microsoft.com/office/officeart/2005/8/layout/balance1"/>
    <dgm:cxn modelId="{CFCE02D5-9EA7-403D-BAF7-7757BD614C2A}" srcId="{ECB7E061-36D1-496E-8AC6-E14F7D89E6DF}" destId="{D8BE5A1D-CAD9-444E-9FA0-9A0489B194A5}" srcOrd="1" destOrd="0" parTransId="{3C42C386-EE91-437D-AC02-3D7828E3F39D}" sibTransId="{0EAF7F1B-E6C5-446B-9F09-555DD63BC1A4}"/>
    <dgm:cxn modelId="{EC63D027-915A-4C42-B8B7-BE53F8A358DB}" type="presOf" srcId="{73023F7C-44DB-449B-8C00-A5C290FFD098}" destId="{B08196B5-F2F8-4D52-8E8A-6502DAD688FF}" srcOrd="0" destOrd="0" presId="urn:microsoft.com/office/officeart/2005/8/layout/balance1"/>
    <dgm:cxn modelId="{59AE251B-2AD7-4FDD-87BE-FDA0DCB37EDB}" srcId="{2D1CD680-6E47-4B87-98EE-934AAD66AE8F}" destId="{91F0936F-484D-4BCD-876F-96BDA9DE013E}" srcOrd="0" destOrd="0" parTransId="{037E6230-FE7E-4B23-82EA-A2D56827EB7B}" sibTransId="{DE521F32-FE6F-4B89-8F2A-A3F48EA5AF38}"/>
    <dgm:cxn modelId="{E7B82155-8826-4DA8-B1A2-144A02E2EFEF}" type="presOf" srcId="{BC71C931-B913-447B-8A79-D679FD227A9F}" destId="{875A7900-9C35-4498-BE6D-D16304CBCDB2}" srcOrd="0" destOrd="0" presId="urn:microsoft.com/office/officeart/2005/8/layout/balance1"/>
    <dgm:cxn modelId="{CB99CDFC-57A8-41CF-877A-6B0F501B7051}" srcId="{83786972-37FE-44A9-AF1F-BDFD616352A7}" destId="{2D1CD680-6E47-4B87-98EE-934AAD66AE8F}" srcOrd="1" destOrd="0" parTransId="{4D0DC3F7-8B82-44CC-9F2F-09DC078F7C10}" sibTransId="{027C9648-7153-45FE-AF7B-8CB35836FE63}"/>
    <dgm:cxn modelId="{99F71DF4-9496-44CB-8AE8-D7F42C275426}" type="presOf" srcId="{83786972-37FE-44A9-AF1F-BDFD616352A7}" destId="{F93AC375-F427-451A-A296-2ABB8ABCAAAC}" srcOrd="0" destOrd="0" presId="urn:microsoft.com/office/officeart/2005/8/layout/balance1"/>
    <dgm:cxn modelId="{28BE4729-B1C2-489A-B2C8-B565EBADAF2E}" type="presOf" srcId="{91F0936F-484D-4BCD-876F-96BDA9DE013E}" destId="{395AB62E-A955-4435-B231-B72072DF3A3E}" srcOrd="0" destOrd="0" presId="urn:microsoft.com/office/officeart/2005/8/layout/balance1"/>
    <dgm:cxn modelId="{B6A59208-E488-4101-8EDB-423D6CC2A880}" srcId="{83786972-37FE-44A9-AF1F-BDFD616352A7}" destId="{ECB7E061-36D1-496E-8AC6-E14F7D89E6DF}" srcOrd="0" destOrd="0" parTransId="{6D788911-5398-4015-80D6-78195E7F6C3B}" sibTransId="{4E8EE994-E637-4659-B71A-41675B16E35E}"/>
    <dgm:cxn modelId="{E8767FD8-952D-4F65-B026-666D7C49876A}" srcId="{ECB7E061-36D1-496E-8AC6-E14F7D89E6DF}" destId="{73023F7C-44DB-449B-8C00-A5C290FFD098}" srcOrd="0" destOrd="0" parTransId="{F10E3EDB-B8A4-44DD-B979-E1A64CBB8C9D}" sibTransId="{30499395-1E76-4D19-8E30-6280C51DE082}"/>
    <dgm:cxn modelId="{6C958F23-A45E-4382-8AEA-FEE2F5B3EDD6}" type="presParOf" srcId="{F93AC375-F427-451A-A296-2ABB8ABCAAAC}" destId="{65C9007B-AD16-4680-B9D5-4C5F4C0B1A07}" srcOrd="0" destOrd="0" presId="urn:microsoft.com/office/officeart/2005/8/layout/balance1"/>
    <dgm:cxn modelId="{FED2CE9B-048B-4199-A537-40FCA9E2B58D}" type="presParOf" srcId="{F93AC375-F427-451A-A296-2ABB8ABCAAAC}" destId="{CAD13664-DFF8-4CAC-BE60-A79C3C4D426A}" srcOrd="1" destOrd="0" presId="urn:microsoft.com/office/officeart/2005/8/layout/balance1"/>
    <dgm:cxn modelId="{FB8888E2-FF81-45DF-A3A3-74144A7D1529}" type="presParOf" srcId="{CAD13664-DFF8-4CAC-BE60-A79C3C4D426A}" destId="{CB8D2C1B-2921-4817-8930-200CA2078958}" srcOrd="0" destOrd="0" presId="urn:microsoft.com/office/officeart/2005/8/layout/balance1"/>
    <dgm:cxn modelId="{BBFBA070-F223-4417-AA34-F8FE8FA05773}" type="presParOf" srcId="{CAD13664-DFF8-4CAC-BE60-A79C3C4D426A}" destId="{E7C647C9-7465-45A3-898D-DB9AFC73AE81}" srcOrd="1" destOrd="0" presId="urn:microsoft.com/office/officeart/2005/8/layout/balance1"/>
    <dgm:cxn modelId="{462ED097-04E7-4A4C-9AE8-5AB59C0889A1}" type="presParOf" srcId="{F93AC375-F427-451A-A296-2ABB8ABCAAAC}" destId="{8AB83D4F-298C-4398-8A41-BCAEC2F3D39D}" srcOrd="2" destOrd="0" presId="urn:microsoft.com/office/officeart/2005/8/layout/balance1"/>
    <dgm:cxn modelId="{EE729FC9-17A1-400B-8543-6AF4F42EF1A3}" type="presParOf" srcId="{8AB83D4F-298C-4398-8A41-BCAEC2F3D39D}" destId="{7DBB7D51-7B68-45B5-9EA3-F4A78DCA6F12}" srcOrd="0" destOrd="0" presId="urn:microsoft.com/office/officeart/2005/8/layout/balance1"/>
    <dgm:cxn modelId="{9F362E7A-E443-42F8-B9D7-B75663A0161F}" type="presParOf" srcId="{8AB83D4F-298C-4398-8A41-BCAEC2F3D39D}" destId="{15572B2B-841A-4C25-8309-D5D9DB3860B9}" srcOrd="1" destOrd="0" presId="urn:microsoft.com/office/officeart/2005/8/layout/balance1"/>
    <dgm:cxn modelId="{58621773-8059-4064-AD41-2E393AFB07E1}" type="presParOf" srcId="{8AB83D4F-298C-4398-8A41-BCAEC2F3D39D}" destId="{5B224906-8F71-4358-80F3-EBF5A3412466}" srcOrd="2" destOrd="0" presId="urn:microsoft.com/office/officeart/2005/8/layout/balance1"/>
    <dgm:cxn modelId="{7D18186E-9D07-47A1-AD35-9C817F2F0932}" type="presParOf" srcId="{8AB83D4F-298C-4398-8A41-BCAEC2F3D39D}" destId="{395AB62E-A955-4435-B231-B72072DF3A3E}" srcOrd="3" destOrd="0" presId="urn:microsoft.com/office/officeart/2005/8/layout/balance1"/>
    <dgm:cxn modelId="{1ABFBC3E-47AD-4FB1-9D23-DA7DCE7E6B2B}" type="presParOf" srcId="{8AB83D4F-298C-4398-8A41-BCAEC2F3D39D}" destId="{875A7900-9C35-4498-BE6D-D16304CBCDB2}" srcOrd="4" destOrd="0" presId="urn:microsoft.com/office/officeart/2005/8/layout/balance1"/>
    <dgm:cxn modelId="{FD16DD4D-C8BB-4D79-952A-8877D90EB5BE}" type="presParOf" srcId="{8AB83D4F-298C-4398-8A41-BCAEC2F3D39D}" destId="{81CB8E3C-83F4-4103-9271-4129D1597DB2}" srcOrd="5" destOrd="0" presId="urn:microsoft.com/office/officeart/2005/8/layout/balance1"/>
    <dgm:cxn modelId="{939701FD-61F9-4D59-B4A3-30487873B838}" type="presParOf" srcId="{8AB83D4F-298C-4398-8A41-BCAEC2F3D39D}" destId="{B08196B5-F2F8-4D52-8E8A-6502DAD688FF}" srcOrd="6" destOrd="0" presId="urn:microsoft.com/office/officeart/2005/8/layout/balance1"/>
    <dgm:cxn modelId="{4253BD95-EF7A-4147-B365-A15E906A2E19}" type="presParOf" srcId="{8AB83D4F-298C-4398-8A41-BCAEC2F3D39D}" destId="{03D63D4F-458D-48C2-888B-C1E5658D6973}" srcOrd="7" destOrd="0" presId="urn:microsoft.com/office/officeart/2005/8/layout/balance1"/>
    <dgm:cxn modelId="{1CDC0C27-3CE9-41CB-8960-9D1C88E31ED4}" type="presParOf" srcId="{8AB83D4F-298C-4398-8A41-BCAEC2F3D39D}" destId="{F21EC717-6CBB-4898-9606-D2DD6D4275B4}" srcOrd="8" destOrd="0" presId="urn:microsoft.com/office/officeart/2005/8/layout/balance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3786972-37FE-44A9-AF1F-BDFD616352A7}" type="doc">
      <dgm:prSet loTypeId="urn:microsoft.com/office/officeart/2005/8/layout/balance1" loCatId="relationship" qsTypeId="urn:microsoft.com/office/officeart/2005/8/quickstyle/simple1" qsCatId="simple" csTypeId="urn:microsoft.com/office/officeart/2005/8/colors/accent1_2" csCatId="accent1" phldr="1"/>
      <dgm:spPr/>
      <dgm:t>
        <a:bodyPr/>
        <a:lstStyle/>
        <a:p>
          <a:endParaRPr lang="en-US"/>
        </a:p>
      </dgm:t>
    </dgm:pt>
    <dgm:pt modelId="{2D1CD680-6E47-4B87-98EE-934AAD66AE8F}">
      <dgm:prSet phldrT="[Text]" custT="1"/>
      <dgm:spPr>
        <a:noFill/>
        <a:ln>
          <a:noFill/>
        </a:ln>
      </dgm:spPr>
      <dgm:t>
        <a:bodyPr/>
        <a:lstStyle/>
        <a:p>
          <a:endParaRPr lang="en-US" sz="2400" dirty="0">
            <a:solidFill>
              <a:schemeClr val="bg1"/>
            </a:solidFill>
            <a:latin typeface="Arial Narrow" panose="020B0606020202030204" pitchFamily="34" charset="0"/>
          </a:endParaRPr>
        </a:p>
      </dgm:t>
    </dgm:pt>
    <dgm:pt modelId="{4D0DC3F7-8B82-44CC-9F2F-09DC078F7C10}" type="parTrans" cxnId="{CB99CDFC-57A8-41CF-877A-6B0F501B7051}">
      <dgm:prSet/>
      <dgm:spPr/>
      <dgm:t>
        <a:bodyPr/>
        <a:lstStyle/>
        <a:p>
          <a:endParaRPr lang="en-US" sz="2400">
            <a:solidFill>
              <a:schemeClr val="bg1"/>
            </a:solidFill>
            <a:latin typeface="Arial Narrow" panose="020B0606020202030204" pitchFamily="34" charset="0"/>
          </a:endParaRPr>
        </a:p>
      </dgm:t>
    </dgm:pt>
    <dgm:pt modelId="{027C9648-7153-45FE-AF7B-8CB35836FE63}" type="sibTrans" cxnId="{CB99CDFC-57A8-41CF-877A-6B0F501B7051}">
      <dgm:prSet/>
      <dgm:spPr/>
      <dgm:t>
        <a:bodyPr/>
        <a:lstStyle/>
        <a:p>
          <a:endParaRPr lang="en-US" sz="2400">
            <a:solidFill>
              <a:schemeClr val="bg1"/>
            </a:solidFill>
            <a:latin typeface="Arial Narrow" panose="020B0606020202030204" pitchFamily="34" charset="0"/>
          </a:endParaRPr>
        </a:p>
      </dgm:t>
    </dgm:pt>
    <dgm:pt modelId="{6A38F9B0-38F5-421B-AAF5-68E85A3801F1}">
      <dgm:prSet custT="1"/>
      <dgm:spPr/>
      <dgm:t>
        <a:bodyPr/>
        <a:lstStyle/>
        <a:p>
          <a:pPr rtl="0"/>
          <a:r>
            <a:rPr lang="en-US" sz="2800" dirty="0" smtClean="0">
              <a:solidFill>
                <a:schemeClr val="bg1"/>
              </a:solidFill>
              <a:effectLst/>
              <a:latin typeface="Arial Narrow" panose="020B0606020202030204" pitchFamily="34" charset="0"/>
              <a:ea typeface="Calibri" panose="020F0502020204030204" pitchFamily="34" charset="0"/>
              <a:cs typeface="+mn-cs"/>
            </a:rPr>
            <a:t>Unpredictable/frequent relapses, med </a:t>
          </a:r>
          <a:r>
            <a:rPr lang="en-US" sz="2800" dirty="0" err="1" smtClean="0">
              <a:solidFill>
                <a:schemeClr val="bg1"/>
              </a:solidFill>
              <a:effectLst/>
              <a:latin typeface="Arial Narrow" panose="020B0606020202030204" pitchFamily="34" charset="0"/>
              <a:ea typeface="Calibri" panose="020F0502020204030204" pitchFamily="34" charset="0"/>
              <a:cs typeface="+mn-cs"/>
            </a:rPr>
            <a:t>appts</a:t>
          </a:r>
          <a:endParaRPr lang="en-US" sz="2800" dirty="0">
            <a:solidFill>
              <a:schemeClr val="bg1"/>
            </a:solidFill>
            <a:latin typeface="Arial Narrow" panose="020B0606020202030204" pitchFamily="34" charset="0"/>
          </a:endParaRPr>
        </a:p>
      </dgm:t>
    </dgm:pt>
    <dgm:pt modelId="{01ADD844-17AA-43D8-B291-7CE6BCCD9798}" type="parTrans" cxnId="{D6665141-B502-449B-9237-7FA442009FB9}">
      <dgm:prSet/>
      <dgm:spPr/>
      <dgm:t>
        <a:bodyPr/>
        <a:lstStyle/>
        <a:p>
          <a:endParaRPr lang="en-US" sz="2400">
            <a:solidFill>
              <a:schemeClr val="bg1"/>
            </a:solidFill>
            <a:latin typeface="Arial Narrow" panose="020B0606020202030204" pitchFamily="34" charset="0"/>
          </a:endParaRPr>
        </a:p>
      </dgm:t>
    </dgm:pt>
    <dgm:pt modelId="{A07374E4-0AB9-4330-B199-4BF1F54177F1}" type="sibTrans" cxnId="{D6665141-B502-449B-9237-7FA442009FB9}">
      <dgm:prSet/>
      <dgm:spPr/>
      <dgm:t>
        <a:bodyPr/>
        <a:lstStyle/>
        <a:p>
          <a:endParaRPr lang="en-US" sz="2400">
            <a:solidFill>
              <a:schemeClr val="bg1"/>
            </a:solidFill>
            <a:latin typeface="Arial Narrow" panose="020B0606020202030204" pitchFamily="34" charset="0"/>
          </a:endParaRPr>
        </a:p>
      </dgm:t>
    </dgm:pt>
    <dgm:pt modelId="{ECB7E061-36D1-496E-8AC6-E14F7D89E6DF}">
      <dgm:prSet phldrT="[Text]" custT="1"/>
      <dgm:spPr>
        <a:noFill/>
        <a:ln>
          <a:noFill/>
        </a:ln>
      </dgm:spPr>
      <dgm:t>
        <a:bodyPr/>
        <a:lstStyle/>
        <a:p>
          <a:endParaRPr lang="en-US" sz="2400">
            <a:solidFill>
              <a:schemeClr val="bg1"/>
            </a:solidFill>
            <a:latin typeface="Arial Narrow" panose="020B0606020202030204" pitchFamily="34" charset="0"/>
          </a:endParaRPr>
        </a:p>
      </dgm:t>
    </dgm:pt>
    <dgm:pt modelId="{4E8EE994-E637-4659-B71A-41675B16E35E}" type="sibTrans" cxnId="{B6A59208-E488-4101-8EDB-423D6CC2A880}">
      <dgm:prSet/>
      <dgm:spPr/>
      <dgm:t>
        <a:bodyPr/>
        <a:lstStyle/>
        <a:p>
          <a:endParaRPr lang="en-US" sz="2400">
            <a:solidFill>
              <a:schemeClr val="bg1"/>
            </a:solidFill>
            <a:latin typeface="Arial Narrow" panose="020B0606020202030204" pitchFamily="34" charset="0"/>
          </a:endParaRPr>
        </a:p>
      </dgm:t>
    </dgm:pt>
    <dgm:pt modelId="{6D788911-5398-4015-80D6-78195E7F6C3B}" type="parTrans" cxnId="{B6A59208-E488-4101-8EDB-423D6CC2A880}">
      <dgm:prSet/>
      <dgm:spPr/>
      <dgm:t>
        <a:bodyPr/>
        <a:lstStyle/>
        <a:p>
          <a:endParaRPr lang="en-US" sz="2400">
            <a:solidFill>
              <a:schemeClr val="bg1"/>
            </a:solidFill>
            <a:latin typeface="Arial Narrow" panose="020B0606020202030204" pitchFamily="34" charset="0"/>
          </a:endParaRPr>
        </a:p>
      </dgm:t>
    </dgm:pt>
    <dgm:pt modelId="{1084B215-CDF5-4E7B-9C83-6C2AB3E6CF34}">
      <dgm:prSet custT="1"/>
      <dgm:spPr/>
      <dgm:t>
        <a:bodyPr/>
        <a:lstStyle/>
        <a:p>
          <a:pPr rtl="0"/>
          <a:r>
            <a:rPr lang="en-US" sz="2800" dirty="0" smtClean="0">
              <a:solidFill>
                <a:schemeClr val="bg1"/>
              </a:solidFill>
              <a:effectLst/>
              <a:latin typeface="Arial Narrow" panose="020B0606020202030204" pitchFamily="34" charset="0"/>
              <a:ea typeface="Calibri" panose="020F0502020204030204" pitchFamily="34" charset="0"/>
              <a:cs typeface="+mn-cs"/>
            </a:rPr>
            <a:t>Wanting to be more than a “disabled” person</a:t>
          </a:r>
          <a:endParaRPr lang="en-US" sz="2800" dirty="0">
            <a:solidFill>
              <a:schemeClr val="bg1"/>
            </a:solidFill>
            <a:effectLst/>
            <a:latin typeface="Arial Narrow" panose="020B0606020202030204" pitchFamily="34" charset="0"/>
            <a:ea typeface="Calibri" panose="020F0502020204030204" pitchFamily="34" charset="0"/>
            <a:cs typeface="+mn-cs"/>
          </a:endParaRPr>
        </a:p>
      </dgm:t>
    </dgm:pt>
    <dgm:pt modelId="{2C98238C-3BEE-43BF-9908-4654248BC33C}" type="parTrans" cxnId="{A36CB723-E938-4E20-BFD3-92BEF7F2DB1D}">
      <dgm:prSet/>
      <dgm:spPr/>
      <dgm:t>
        <a:bodyPr/>
        <a:lstStyle/>
        <a:p>
          <a:endParaRPr lang="en-US" sz="2400">
            <a:solidFill>
              <a:schemeClr val="bg1"/>
            </a:solidFill>
            <a:latin typeface="Arial Narrow" panose="020B0606020202030204" pitchFamily="34" charset="0"/>
          </a:endParaRPr>
        </a:p>
      </dgm:t>
    </dgm:pt>
    <dgm:pt modelId="{C9D0B75B-6491-4CAA-840F-36CFC22B83EC}" type="sibTrans" cxnId="{A36CB723-E938-4E20-BFD3-92BEF7F2DB1D}">
      <dgm:prSet/>
      <dgm:spPr/>
      <dgm:t>
        <a:bodyPr/>
        <a:lstStyle/>
        <a:p>
          <a:endParaRPr lang="en-US" sz="2400">
            <a:solidFill>
              <a:schemeClr val="bg1"/>
            </a:solidFill>
            <a:latin typeface="Arial Narrow" panose="020B0606020202030204" pitchFamily="34" charset="0"/>
          </a:endParaRPr>
        </a:p>
      </dgm:t>
    </dgm:pt>
    <dgm:pt modelId="{D4425009-3B6C-4A85-92EB-FC5666425C4C}">
      <dgm:prSet custT="1"/>
      <dgm:spPr/>
      <dgm:t>
        <a:bodyPr/>
        <a:lstStyle/>
        <a:p>
          <a:pPr rtl="0">
            <a:spcAft>
              <a:spcPts val="0"/>
            </a:spcAft>
          </a:pPr>
          <a:r>
            <a:rPr lang="en-US" sz="2800" dirty="0" smtClean="0">
              <a:solidFill>
                <a:schemeClr val="bg1"/>
              </a:solidFill>
              <a:effectLst/>
              <a:latin typeface="Arial Narrow" panose="020B0606020202030204" pitchFamily="34" charset="0"/>
              <a:ea typeface="Calibri" panose="020F0502020204030204" pitchFamily="34" charset="0"/>
              <a:cs typeface="+mn-cs"/>
            </a:rPr>
            <a:t>Working too much can damage health</a:t>
          </a:r>
          <a:endParaRPr lang="en-US" sz="2800" dirty="0">
            <a:solidFill>
              <a:schemeClr val="bg1"/>
            </a:solidFill>
            <a:effectLst/>
            <a:latin typeface="Arial Narrow" panose="020B0606020202030204" pitchFamily="34" charset="0"/>
            <a:ea typeface="Calibri" panose="020F0502020204030204" pitchFamily="34" charset="0"/>
            <a:cs typeface="+mn-cs"/>
          </a:endParaRPr>
        </a:p>
      </dgm:t>
    </dgm:pt>
    <dgm:pt modelId="{D4B0C26B-4ED5-4EFD-ACC3-25D4B96F3FCE}" type="parTrans" cxnId="{DF6F9321-CBBE-4C12-82E2-0EC6580FC232}">
      <dgm:prSet/>
      <dgm:spPr/>
      <dgm:t>
        <a:bodyPr/>
        <a:lstStyle/>
        <a:p>
          <a:endParaRPr lang="en-US" sz="2400">
            <a:solidFill>
              <a:schemeClr val="bg1"/>
            </a:solidFill>
            <a:latin typeface="Arial Narrow" panose="020B0606020202030204" pitchFamily="34" charset="0"/>
          </a:endParaRPr>
        </a:p>
      </dgm:t>
    </dgm:pt>
    <dgm:pt modelId="{184C8EC4-A655-49CE-94D7-EB76D00853C0}" type="sibTrans" cxnId="{DF6F9321-CBBE-4C12-82E2-0EC6580FC232}">
      <dgm:prSet/>
      <dgm:spPr/>
      <dgm:t>
        <a:bodyPr/>
        <a:lstStyle/>
        <a:p>
          <a:endParaRPr lang="en-US" sz="2400">
            <a:solidFill>
              <a:schemeClr val="bg1"/>
            </a:solidFill>
            <a:latin typeface="Arial Narrow" panose="020B0606020202030204" pitchFamily="34" charset="0"/>
          </a:endParaRPr>
        </a:p>
      </dgm:t>
    </dgm:pt>
    <dgm:pt modelId="{BB5E2A84-DD59-49A2-8870-8ED49E5A2494}">
      <dgm:prSet custT="1"/>
      <dgm:spPr/>
      <dgm:t>
        <a:bodyPr/>
        <a:lstStyle/>
        <a:p>
          <a:pPr rtl="0"/>
          <a:r>
            <a:rPr lang="en-US" sz="2800" baseline="0" dirty="0" smtClean="0">
              <a:solidFill>
                <a:schemeClr val="bg1"/>
              </a:solidFill>
              <a:effectLst/>
              <a:latin typeface="Arial Narrow" panose="020B0606020202030204" pitchFamily="34" charset="0"/>
              <a:ea typeface="Calibri" panose="020F0502020204030204" pitchFamily="34" charset="0"/>
              <a:cs typeface="+mn-cs"/>
            </a:rPr>
            <a:t>Stigma/discrimination, fear of disclosure</a:t>
          </a:r>
          <a:r>
            <a:rPr lang="en-US" sz="2800" dirty="0" smtClean="0">
              <a:solidFill>
                <a:schemeClr val="bg1"/>
              </a:solidFill>
              <a:effectLst/>
              <a:latin typeface="Arial Narrow" panose="020B0606020202030204" pitchFamily="34" charset="0"/>
              <a:ea typeface="Calibri" panose="020F0502020204030204" pitchFamily="34" charset="0"/>
              <a:cs typeface="+mn-cs"/>
            </a:rPr>
            <a:t> </a:t>
          </a:r>
          <a:endParaRPr lang="en-US" sz="2800" dirty="0">
            <a:solidFill>
              <a:schemeClr val="bg1"/>
            </a:solidFill>
            <a:effectLst/>
            <a:latin typeface="Arial Narrow" panose="020B0606020202030204" pitchFamily="34" charset="0"/>
            <a:ea typeface="Calibri" panose="020F0502020204030204" pitchFamily="34" charset="0"/>
            <a:cs typeface="+mn-cs"/>
          </a:endParaRPr>
        </a:p>
      </dgm:t>
    </dgm:pt>
    <dgm:pt modelId="{D4021EA8-7934-4D55-8196-DEF57C32AFC8}" type="parTrans" cxnId="{416B1DB6-EB27-47E7-9397-B1A4471CBD0C}">
      <dgm:prSet/>
      <dgm:spPr/>
      <dgm:t>
        <a:bodyPr/>
        <a:lstStyle/>
        <a:p>
          <a:endParaRPr lang="en-US" sz="2400">
            <a:solidFill>
              <a:schemeClr val="bg1"/>
            </a:solidFill>
            <a:latin typeface="Arial Narrow" panose="020B0606020202030204" pitchFamily="34" charset="0"/>
          </a:endParaRPr>
        </a:p>
      </dgm:t>
    </dgm:pt>
    <dgm:pt modelId="{94961CCE-A0F6-4147-934C-1E5A0FC0C62C}" type="sibTrans" cxnId="{416B1DB6-EB27-47E7-9397-B1A4471CBD0C}">
      <dgm:prSet/>
      <dgm:spPr/>
      <dgm:t>
        <a:bodyPr/>
        <a:lstStyle/>
        <a:p>
          <a:endParaRPr lang="en-US" sz="2400">
            <a:solidFill>
              <a:schemeClr val="bg1"/>
            </a:solidFill>
            <a:latin typeface="Arial Narrow" panose="020B0606020202030204" pitchFamily="34" charset="0"/>
          </a:endParaRPr>
        </a:p>
      </dgm:t>
    </dgm:pt>
    <dgm:pt modelId="{E07ABAE8-29A6-41D2-B3C1-51D5D0D43D75}">
      <dgm:prSet phldrT="[Text]" custT="1"/>
      <dgm:spPr/>
      <dgm:t>
        <a:bodyPr/>
        <a:lstStyle/>
        <a:p>
          <a:pPr rtl="0"/>
          <a:r>
            <a:rPr lang="en-US" sz="2800" dirty="0" smtClean="0">
              <a:solidFill>
                <a:schemeClr val="bg1"/>
              </a:solidFill>
              <a:effectLst/>
              <a:latin typeface="Arial Narrow" panose="020B0606020202030204" pitchFamily="34" charset="0"/>
              <a:ea typeface="Calibri" panose="020F0502020204030204" pitchFamily="34" charset="0"/>
              <a:cs typeface="+mn-cs"/>
            </a:rPr>
            <a:t>Improving, in remission, or better managed</a:t>
          </a:r>
          <a:endParaRPr lang="en-US" sz="2800" dirty="0">
            <a:solidFill>
              <a:schemeClr val="bg1"/>
            </a:solidFill>
            <a:effectLst/>
            <a:latin typeface="Arial Narrow" panose="020B0606020202030204" pitchFamily="34" charset="0"/>
            <a:ea typeface="Calibri" panose="020F0502020204030204" pitchFamily="34" charset="0"/>
            <a:cs typeface="+mn-cs"/>
          </a:endParaRPr>
        </a:p>
      </dgm:t>
    </dgm:pt>
    <dgm:pt modelId="{C6F8C0C4-3899-4017-A7A0-6D416E71D613}" type="parTrans" cxnId="{F0A436C3-46D2-43DF-A87A-88256B2DA9EF}">
      <dgm:prSet/>
      <dgm:spPr/>
      <dgm:t>
        <a:bodyPr/>
        <a:lstStyle/>
        <a:p>
          <a:endParaRPr lang="en-US"/>
        </a:p>
      </dgm:t>
    </dgm:pt>
    <dgm:pt modelId="{956D6A17-18B9-438D-8C27-3024804427BA}" type="sibTrans" cxnId="{F0A436C3-46D2-43DF-A87A-88256B2DA9EF}">
      <dgm:prSet/>
      <dgm:spPr/>
      <dgm:t>
        <a:bodyPr/>
        <a:lstStyle/>
        <a:p>
          <a:endParaRPr lang="en-US"/>
        </a:p>
      </dgm:t>
    </dgm:pt>
    <dgm:pt modelId="{ED91F295-77D8-40A7-988E-C401E5ECE26F}">
      <dgm:prSet custT="1"/>
      <dgm:spPr/>
      <dgm: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2800" dirty="0" smtClean="0">
              <a:solidFill>
                <a:schemeClr val="bg1"/>
              </a:solidFill>
              <a:effectLst/>
              <a:latin typeface="Arial Narrow" panose="020B0606020202030204" pitchFamily="34" charset="0"/>
              <a:ea typeface="Calibri" panose="020F0502020204030204" pitchFamily="34" charset="0"/>
              <a:cs typeface="+mn-cs"/>
            </a:rPr>
            <a:t>Working improves mental health</a:t>
          </a:r>
        </a:p>
      </dgm:t>
    </dgm:pt>
    <dgm:pt modelId="{FDAF025F-4722-4278-869A-445C42970D17}" type="parTrans" cxnId="{004D85B4-D76E-49DB-82B5-DD1BC4705489}">
      <dgm:prSet/>
      <dgm:spPr/>
      <dgm:t>
        <a:bodyPr/>
        <a:lstStyle/>
        <a:p>
          <a:endParaRPr lang="en-US"/>
        </a:p>
      </dgm:t>
    </dgm:pt>
    <dgm:pt modelId="{1DA5964E-4E93-4C44-8FEE-9DC8EFB3E0EC}" type="sibTrans" cxnId="{004D85B4-D76E-49DB-82B5-DD1BC4705489}">
      <dgm:prSet/>
      <dgm:spPr/>
      <dgm:t>
        <a:bodyPr/>
        <a:lstStyle/>
        <a:p>
          <a:endParaRPr lang="en-US"/>
        </a:p>
      </dgm:t>
    </dgm:pt>
    <dgm:pt modelId="{F93AC375-F427-451A-A296-2ABB8ABCAAAC}" type="pres">
      <dgm:prSet presAssocID="{83786972-37FE-44A9-AF1F-BDFD616352A7}" presName="outerComposite" presStyleCnt="0">
        <dgm:presLayoutVars>
          <dgm:chMax val="2"/>
          <dgm:animLvl val="lvl"/>
          <dgm:resizeHandles val="exact"/>
        </dgm:presLayoutVars>
      </dgm:prSet>
      <dgm:spPr/>
      <dgm:t>
        <a:bodyPr/>
        <a:lstStyle/>
        <a:p>
          <a:endParaRPr lang="en-US"/>
        </a:p>
      </dgm:t>
    </dgm:pt>
    <dgm:pt modelId="{65C9007B-AD16-4680-B9D5-4C5F4C0B1A07}" type="pres">
      <dgm:prSet presAssocID="{83786972-37FE-44A9-AF1F-BDFD616352A7}" presName="dummyMaxCanvas" presStyleCnt="0"/>
      <dgm:spPr/>
    </dgm:pt>
    <dgm:pt modelId="{CAD13664-DFF8-4CAC-BE60-A79C3C4D426A}" type="pres">
      <dgm:prSet presAssocID="{83786972-37FE-44A9-AF1F-BDFD616352A7}" presName="parentComposite" presStyleCnt="0"/>
      <dgm:spPr/>
    </dgm:pt>
    <dgm:pt modelId="{CB8D2C1B-2921-4817-8930-200CA2078958}" type="pres">
      <dgm:prSet presAssocID="{83786972-37FE-44A9-AF1F-BDFD616352A7}" presName="parent1" presStyleLbl="alignAccFollowNode1" presStyleIdx="0" presStyleCnt="4" custLinFactNeighborX="1380" custLinFactNeighborY="28571">
        <dgm:presLayoutVars>
          <dgm:chMax val="4"/>
        </dgm:presLayoutVars>
      </dgm:prSet>
      <dgm:spPr/>
      <dgm:t>
        <a:bodyPr/>
        <a:lstStyle/>
        <a:p>
          <a:endParaRPr lang="en-US"/>
        </a:p>
      </dgm:t>
    </dgm:pt>
    <dgm:pt modelId="{E7C647C9-7465-45A3-898D-DB9AFC73AE81}" type="pres">
      <dgm:prSet presAssocID="{83786972-37FE-44A9-AF1F-BDFD616352A7}" presName="parent2" presStyleLbl="alignAccFollowNode1" presStyleIdx="1" presStyleCnt="4" custLinFactNeighborX="1380" custLinFactNeighborY="28571">
        <dgm:presLayoutVars>
          <dgm:chMax val="4"/>
        </dgm:presLayoutVars>
      </dgm:prSet>
      <dgm:spPr/>
      <dgm:t>
        <a:bodyPr/>
        <a:lstStyle/>
        <a:p>
          <a:endParaRPr lang="en-US"/>
        </a:p>
      </dgm:t>
    </dgm:pt>
    <dgm:pt modelId="{8AB83D4F-298C-4398-8A41-BCAEC2F3D39D}" type="pres">
      <dgm:prSet presAssocID="{83786972-37FE-44A9-AF1F-BDFD616352A7}" presName="childrenComposite" presStyleCnt="0"/>
      <dgm:spPr/>
    </dgm:pt>
    <dgm:pt modelId="{7DBB7D51-7B68-45B5-9EA3-F4A78DCA6F12}" type="pres">
      <dgm:prSet presAssocID="{83786972-37FE-44A9-AF1F-BDFD616352A7}" presName="dummyMaxCanvas_ChildArea" presStyleCnt="0"/>
      <dgm:spPr/>
    </dgm:pt>
    <dgm:pt modelId="{15572B2B-841A-4C25-8309-D5D9DB3860B9}" type="pres">
      <dgm:prSet presAssocID="{83786972-37FE-44A9-AF1F-BDFD616352A7}" presName="fulcrum" presStyleLbl="alignAccFollowNode1" presStyleIdx="2" presStyleCnt="4"/>
      <dgm:spPr/>
    </dgm:pt>
    <dgm:pt modelId="{92A17F3C-EA70-4683-A42E-82550B51E701}" type="pres">
      <dgm:prSet presAssocID="{83786972-37FE-44A9-AF1F-BDFD616352A7}" presName="balance_33" presStyleLbl="alignAccFollowNode1" presStyleIdx="3" presStyleCnt="4">
        <dgm:presLayoutVars>
          <dgm:bulletEnabled val="1"/>
        </dgm:presLayoutVars>
      </dgm:prSet>
      <dgm:spPr/>
    </dgm:pt>
    <dgm:pt modelId="{AB93F354-25CB-4468-A69E-757DB1C3D565}" type="pres">
      <dgm:prSet presAssocID="{83786972-37FE-44A9-AF1F-BDFD616352A7}" presName="right_33_1" presStyleLbl="node1" presStyleIdx="0" presStyleCnt="6" custScaleX="157566" custLinFactNeighborX="11428" custLinFactNeighborY="-4259">
        <dgm:presLayoutVars>
          <dgm:bulletEnabled val="1"/>
        </dgm:presLayoutVars>
      </dgm:prSet>
      <dgm:spPr/>
      <dgm:t>
        <a:bodyPr/>
        <a:lstStyle/>
        <a:p>
          <a:endParaRPr lang="en-US"/>
        </a:p>
      </dgm:t>
    </dgm:pt>
    <dgm:pt modelId="{6867D114-44D9-4240-8B04-52C5B75D5E91}" type="pres">
      <dgm:prSet presAssocID="{83786972-37FE-44A9-AF1F-BDFD616352A7}" presName="right_33_2" presStyleLbl="node1" presStyleIdx="1" presStyleCnt="6" custScaleX="157566" custLinFactNeighborX="11428" custLinFactNeighborY="-4259">
        <dgm:presLayoutVars>
          <dgm:bulletEnabled val="1"/>
        </dgm:presLayoutVars>
      </dgm:prSet>
      <dgm:spPr/>
      <dgm:t>
        <a:bodyPr/>
        <a:lstStyle/>
        <a:p>
          <a:endParaRPr lang="en-US"/>
        </a:p>
      </dgm:t>
    </dgm:pt>
    <dgm:pt modelId="{0595EDEF-7EF4-4AA5-A664-DF1AF945C500}" type="pres">
      <dgm:prSet presAssocID="{83786972-37FE-44A9-AF1F-BDFD616352A7}" presName="right_33_3" presStyleLbl="node1" presStyleIdx="2" presStyleCnt="6" custScaleX="157566" custLinFactNeighborX="11428" custLinFactNeighborY="-4259">
        <dgm:presLayoutVars>
          <dgm:bulletEnabled val="1"/>
        </dgm:presLayoutVars>
      </dgm:prSet>
      <dgm:spPr/>
      <dgm:t>
        <a:bodyPr/>
        <a:lstStyle/>
        <a:p>
          <a:endParaRPr lang="en-US"/>
        </a:p>
      </dgm:t>
    </dgm:pt>
    <dgm:pt modelId="{442E1DAE-C0B6-4D8A-9822-5BF0DAB4A6F4}" type="pres">
      <dgm:prSet presAssocID="{83786972-37FE-44A9-AF1F-BDFD616352A7}" presName="left_33_1" presStyleLbl="node1" presStyleIdx="3" presStyleCnt="6" custScaleX="157566" custLinFactNeighborX="-12240" custLinFactNeighborY="-3194">
        <dgm:presLayoutVars>
          <dgm:bulletEnabled val="1"/>
        </dgm:presLayoutVars>
      </dgm:prSet>
      <dgm:spPr/>
      <dgm:t>
        <a:bodyPr/>
        <a:lstStyle/>
        <a:p>
          <a:endParaRPr lang="en-US"/>
        </a:p>
      </dgm:t>
    </dgm:pt>
    <dgm:pt modelId="{3E3C2450-B6C4-4F95-A236-8544B2B0A86A}" type="pres">
      <dgm:prSet presAssocID="{83786972-37FE-44A9-AF1F-BDFD616352A7}" presName="left_33_2" presStyleLbl="node1" presStyleIdx="4" presStyleCnt="6" custScaleX="157566" custLinFactNeighborX="-12919" custLinFactNeighborY="-3194">
        <dgm:presLayoutVars>
          <dgm:bulletEnabled val="1"/>
        </dgm:presLayoutVars>
      </dgm:prSet>
      <dgm:spPr/>
      <dgm:t>
        <a:bodyPr/>
        <a:lstStyle/>
        <a:p>
          <a:endParaRPr lang="en-US"/>
        </a:p>
      </dgm:t>
    </dgm:pt>
    <dgm:pt modelId="{C393106D-5B86-4E9B-B3BB-87F0309BD579}" type="pres">
      <dgm:prSet presAssocID="{83786972-37FE-44A9-AF1F-BDFD616352A7}" presName="left_33_3" presStyleLbl="node1" presStyleIdx="5" presStyleCnt="6" custScaleX="157566" custLinFactNeighborX="-12919" custLinFactNeighborY="-3194">
        <dgm:presLayoutVars>
          <dgm:bulletEnabled val="1"/>
        </dgm:presLayoutVars>
      </dgm:prSet>
      <dgm:spPr/>
      <dgm:t>
        <a:bodyPr/>
        <a:lstStyle/>
        <a:p>
          <a:endParaRPr lang="en-US"/>
        </a:p>
      </dgm:t>
    </dgm:pt>
  </dgm:ptLst>
  <dgm:cxnLst>
    <dgm:cxn modelId="{A4264CC2-B40A-48C2-9E8E-A49929062BAC}" type="presOf" srcId="{83786972-37FE-44A9-AF1F-BDFD616352A7}" destId="{F93AC375-F427-451A-A296-2ABB8ABCAAAC}" srcOrd="0" destOrd="0" presId="urn:microsoft.com/office/officeart/2005/8/layout/balance1"/>
    <dgm:cxn modelId="{A36CB723-E938-4E20-BFD3-92BEF7F2DB1D}" srcId="{ECB7E061-36D1-496E-8AC6-E14F7D89E6DF}" destId="{1084B215-CDF5-4E7B-9C83-6C2AB3E6CF34}" srcOrd="0" destOrd="0" parTransId="{2C98238C-3BEE-43BF-9908-4654248BC33C}" sibTransId="{C9D0B75B-6491-4CAA-840F-36CFC22B83EC}"/>
    <dgm:cxn modelId="{004D85B4-D76E-49DB-82B5-DD1BC4705489}" srcId="{ECB7E061-36D1-496E-8AC6-E14F7D89E6DF}" destId="{ED91F295-77D8-40A7-988E-C401E5ECE26F}" srcOrd="1" destOrd="0" parTransId="{FDAF025F-4722-4278-869A-445C42970D17}" sibTransId="{1DA5964E-4E93-4C44-8FEE-9DC8EFB3E0EC}"/>
    <dgm:cxn modelId="{6ABDC0E6-8EDE-443F-8D0B-06F2B51A5C1F}" type="presOf" srcId="{1084B215-CDF5-4E7B-9C83-6C2AB3E6CF34}" destId="{442E1DAE-C0B6-4D8A-9822-5BF0DAB4A6F4}" srcOrd="0" destOrd="0" presId="urn:microsoft.com/office/officeart/2005/8/layout/balance1"/>
    <dgm:cxn modelId="{E13156C8-9CC3-44E7-847C-D668BE155A69}" type="presOf" srcId="{D4425009-3B6C-4A85-92EB-FC5666425C4C}" destId="{6867D114-44D9-4240-8B04-52C5B75D5E91}" srcOrd="0" destOrd="0" presId="urn:microsoft.com/office/officeart/2005/8/layout/balance1"/>
    <dgm:cxn modelId="{D6665141-B502-449B-9237-7FA442009FB9}" srcId="{2D1CD680-6E47-4B87-98EE-934AAD66AE8F}" destId="{6A38F9B0-38F5-421B-AAF5-68E85A3801F1}" srcOrd="2" destOrd="0" parTransId="{01ADD844-17AA-43D8-B291-7CE6BCCD9798}" sibTransId="{A07374E4-0AB9-4330-B199-4BF1F54177F1}"/>
    <dgm:cxn modelId="{3A9BAA22-82C3-4DC5-9A6D-61C2321C10F0}" type="presOf" srcId="{BB5E2A84-DD59-49A2-8870-8ED49E5A2494}" destId="{AB93F354-25CB-4468-A69E-757DB1C3D565}" srcOrd="0" destOrd="0" presId="urn:microsoft.com/office/officeart/2005/8/layout/balance1"/>
    <dgm:cxn modelId="{C24A16D1-98A7-46FE-BFC7-63773D7DD594}" type="presOf" srcId="{ED91F295-77D8-40A7-988E-C401E5ECE26F}" destId="{3E3C2450-B6C4-4F95-A236-8544B2B0A86A}" srcOrd="0" destOrd="0" presId="urn:microsoft.com/office/officeart/2005/8/layout/balance1"/>
    <dgm:cxn modelId="{F0A436C3-46D2-43DF-A87A-88256B2DA9EF}" srcId="{ECB7E061-36D1-496E-8AC6-E14F7D89E6DF}" destId="{E07ABAE8-29A6-41D2-B3C1-51D5D0D43D75}" srcOrd="2" destOrd="0" parTransId="{C6F8C0C4-3899-4017-A7A0-6D416E71D613}" sibTransId="{956D6A17-18B9-438D-8C27-3024804427BA}"/>
    <dgm:cxn modelId="{8A793BA7-915E-4292-8BA7-5A6D7D9119BF}" type="presOf" srcId="{E07ABAE8-29A6-41D2-B3C1-51D5D0D43D75}" destId="{C393106D-5B86-4E9B-B3BB-87F0309BD579}" srcOrd="0" destOrd="0" presId="urn:microsoft.com/office/officeart/2005/8/layout/balance1"/>
    <dgm:cxn modelId="{416B1DB6-EB27-47E7-9397-B1A4471CBD0C}" srcId="{2D1CD680-6E47-4B87-98EE-934AAD66AE8F}" destId="{BB5E2A84-DD59-49A2-8870-8ED49E5A2494}" srcOrd="0" destOrd="0" parTransId="{D4021EA8-7934-4D55-8196-DEF57C32AFC8}" sibTransId="{94961CCE-A0F6-4147-934C-1E5A0FC0C62C}"/>
    <dgm:cxn modelId="{EF83850A-FFCD-406C-969B-463D3EE5FE7D}" type="presOf" srcId="{6A38F9B0-38F5-421B-AAF5-68E85A3801F1}" destId="{0595EDEF-7EF4-4AA5-A664-DF1AF945C500}" srcOrd="0" destOrd="0" presId="urn:microsoft.com/office/officeart/2005/8/layout/balance1"/>
    <dgm:cxn modelId="{DF6F9321-CBBE-4C12-82E2-0EC6580FC232}" srcId="{2D1CD680-6E47-4B87-98EE-934AAD66AE8F}" destId="{D4425009-3B6C-4A85-92EB-FC5666425C4C}" srcOrd="1" destOrd="0" parTransId="{D4B0C26B-4ED5-4EFD-ACC3-25D4B96F3FCE}" sibTransId="{184C8EC4-A655-49CE-94D7-EB76D00853C0}"/>
    <dgm:cxn modelId="{CB99CDFC-57A8-41CF-877A-6B0F501B7051}" srcId="{83786972-37FE-44A9-AF1F-BDFD616352A7}" destId="{2D1CD680-6E47-4B87-98EE-934AAD66AE8F}" srcOrd="1" destOrd="0" parTransId="{4D0DC3F7-8B82-44CC-9F2F-09DC078F7C10}" sibTransId="{027C9648-7153-45FE-AF7B-8CB35836FE63}"/>
    <dgm:cxn modelId="{4978DA10-9D01-4702-8ECD-9399C16C3873}" type="presOf" srcId="{2D1CD680-6E47-4B87-98EE-934AAD66AE8F}" destId="{E7C647C9-7465-45A3-898D-DB9AFC73AE81}" srcOrd="0" destOrd="0" presId="urn:microsoft.com/office/officeart/2005/8/layout/balance1"/>
    <dgm:cxn modelId="{EA083A65-A3F1-4F7B-A0CB-A666D7F3792E}" type="presOf" srcId="{ECB7E061-36D1-496E-8AC6-E14F7D89E6DF}" destId="{CB8D2C1B-2921-4817-8930-200CA2078958}" srcOrd="0" destOrd="0" presId="urn:microsoft.com/office/officeart/2005/8/layout/balance1"/>
    <dgm:cxn modelId="{B6A59208-E488-4101-8EDB-423D6CC2A880}" srcId="{83786972-37FE-44A9-AF1F-BDFD616352A7}" destId="{ECB7E061-36D1-496E-8AC6-E14F7D89E6DF}" srcOrd="0" destOrd="0" parTransId="{6D788911-5398-4015-80D6-78195E7F6C3B}" sibTransId="{4E8EE994-E637-4659-B71A-41675B16E35E}"/>
    <dgm:cxn modelId="{E2F840F4-6DB2-48A1-9208-F1945C2BAF4D}" type="presParOf" srcId="{F93AC375-F427-451A-A296-2ABB8ABCAAAC}" destId="{65C9007B-AD16-4680-B9D5-4C5F4C0B1A07}" srcOrd="0" destOrd="0" presId="urn:microsoft.com/office/officeart/2005/8/layout/balance1"/>
    <dgm:cxn modelId="{2DBE0154-DDB5-4677-9754-FE1F7FAB3801}" type="presParOf" srcId="{F93AC375-F427-451A-A296-2ABB8ABCAAAC}" destId="{CAD13664-DFF8-4CAC-BE60-A79C3C4D426A}" srcOrd="1" destOrd="0" presId="urn:microsoft.com/office/officeart/2005/8/layout/balance1"/>
    <dgm:cxn modelId="{2FBFC97C-2C6B-4D8A-8934-5A01CB5A0C4A}" type="presParOf" srcId="{CAD13664-DFF8-4CAC-BE60-A79C3C4D426A}" destId="{CB8D2C1B-2921-4817-8930-200CA2078958}" srcOrd="0" destOrd="0" presId="urn:microsoft.com/office/officeart/2005/8/layout/balance1"/>
    <dgm:cxn modelId="{1581FB45-7A87-458E-9852-3B6EF9BF0E6C}" type="presParOf" srcId="{CAD13664-DFF8-4CAC-BE60-A79C3C4D426A}" destId="{E7C647C9-7465-45A3-898D-DB9AFC73AE81}" srcOrd="1" destOrd="0" presId="urn:microsoft.com/office/officeart/2005/8/layout/balance1"/>
    <dgm:cxn modelId="{564CCE7F-9A7B-4DA8-88AD-577ABFA5C6E8}" type="presParOf" srcId="{F93AC375-F427-451A-A296-2ABB8ABCAAAC}" destId="{8AB83D4F-298C-4398-8A41-BCAEC2F3D39D}" srcOrd="2" destOrd="0" presId="urn:microsoft.com/office/officeart/2005/8/layout/balance1"/>
    <dgm:cxn modelId="{F7E67913-B4A5-4D7E-A840-87F34CD182A8}" type="presParOf" srcId="{8AB83D4F-298C-4398-8A41-BCAEC2F3D39D}" destId="{7DBB7D51-7B68-45B5-9EA3-F4A78DCA6F12}" srcOrd="0" destOrd="0" presId="urn:microsoft.com/office/officeart/2005/8/layout/balance1"/>
    <dgm:cxn modelId="{2D3E11F7-DE21-4B1D-B589-698BD314F297}" type="presParOf" srcId="{8AB83D4F-298C-4398-8A41-BCAEC2F3D39D}" destId="{15572B2B-841A-4C25-8309-D5D9DB3860B9}" srcOrd="1" destOrd="0" presId="urn:microsoft.com/office/officeart/2005/8/layout/balance1"/>
    <dgm:cxn modelId="{CE788E00-A197-4798-B4FD-44467F9A8500}" type="presParOf" srcId="{8AB83D4F-298C-4398-8A41-BCAEC2F3D39D}" destId="{92A17F3C-EA70-4683-A42E-82550B51E701}" srcOrd="2" destOrd="0" presId="urn:microsoft.com/office/officeart/2005/8/layout/balance1"/>
    <dgm:cxn modelId="{94AFA25B-69AB-467F-A9C8-77231E2F029E}" type="presParOf" srcId="{8AB83D4F-298C-4398-8A41-BCAEC2F3D39D}" destId="{AB93F354-25CB-4468-A69E-757DB1C3D565}" srcOrd="3" destOrd="0" presId="urn:microsoft.com/office/officeart/2005/8/layout/balance1"/>
    <dgm:cxn modelId="{D8D5D763-70B4-483D-A216-A8463180D6FD}" type="presParOf" srcId="{8AB83D4F-298C-4398-8A41-BCAEC2F3D39D}" destId="{6867D114-44D9-4240-8B04-52C5B75D5E91}" srcOrd="4" destOrd="0" presId="urn:microsoft.com/office/officeart/2005/8/layout/balance1"/>
    <dgm:cxn modelId="{8497474F-AB39-4946-953C-1F965AE458FE}" type="presParOf" srcId="{8AB83D4F-298C-4398-8A41-BCAEC2F3D39D}" destId="{0595EDEF-7EF4-4AA5-A664-DF1AF945C500}" srcOrd="5" destOrd="0" presId="urn:microsoft.com/office/officeart/2005/8/layout/balance1"/>
    <dgm:cxn modelId="{A18619BE-2798-41B3-BA5C-9154323FCA36}" type="presParOf" srcId="{8AB83D4F-298C-4398-8A41-BCAEC2F3D39D}" destId="{442E1DAE-C0B6-4D8A-9822-5BF0DAB4A6F4}" srcOrd="6" destOrd="0" presId="urn:microsoft.com/office/officeart/2005/8/layout/balance1"/>
    <dgm:cxn modelId="{B39934AC-FB61-48A6-B133-8C5216952E18}" type="presParOf" srcId="{8AB83D4F-298C-4398-8A41-BCAEC2F3D39D}" destId="{3E3C2450-B6C4-4F95-A236-8544B2B0A86A}" srcOrd="7" destOrd="0" presId="urn:microsoft.com/office/officeart/2005/8/layout/balance1"/>
    <dgm:cxn modelId="{77EDE6F8-B89C-42A8-8A91-7BA5A895709D}" type="presParOf" srcId="{8AB83D4F-298C-4398-8A41-BCAEC2F3D39D}" destId="{C393106D-5B86-4E9B-B3BB-87F0309BD579}" srcOrd="8" destOrd="0" presId="urn:microsoft.com/office/officeart/2005/8/layout/balance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3786972-37FE-44A9-AF1F-BDFD616352A7}" type="doc">
      <dgm:prSet loTypeId="urn:microsoft.com/office/officeart/2005/8/layout/balance1" loCatId="relationship" qsTypeId="urn:microsoft.com/office/officeart/2005/8/quickstyle/simple1" qsCatId="simple" csTypeId="urn:microsoft.com/office/officeart/2005/8/colors/accent1_2" csCatId="accent1" phldr="1"/>
      <dgm:spPr/>
      <dgm:t>
        <a:bodyPr/>
        <a:lstStyle/>
        <a:p>
          <a:endParaRPr lang="en-US"/>
        </a:p>
      </dgm:t>
    </dgm:pt>
    <dgm:pt modelId="{39F81CA0-B320-4848-8549-062FAFD6495E}">
      <dgm:prSet phldrT="[Text]" custT="1"/>
      <dgm:spPr/>
      <dgm:t>
        <a:bodyPr/>
        <a:lstStyle/>
        <a:p>
          <a:r>
            <a:rPr lang="en-US" sz="2800" dirty="0" smtClean="0">
              <a:effectLst/>
              <a:latin typeface="Arial Narrow" panose="020B0606020202030204" pitchFamily="34" charset="0"/>
              <a:ea typeface="Calibri" panose="020F0502020204030204" pitchFamily="34" charset="0"/>
            </a:rPr>
            <a:t>Independence</a:t>
          </a:r>
          <a:endParaRPr lang="en-US" sz="2800" dirty="0"/>
        </a:p>
      </dgm:t>
    </dgm:pt>
    <dgm:pt modelId="{00FE858E-F990-4B3B-88F0-00A7D0E4290C}" type="parTrans" cxnId="{D174A151-8A6F-4B8E-BC9A-ACB1890CC306}">
      <dgm:prSet/>
      <dgm:spPr/>
      <dgm:t>
        <a:bodyPr/>
        <a:lstStyle/>
        <a:p>
          <a:endParaRPr lang="en-US" sz="2400"/>
        </a:p>
      </dgm:t>
    </dgm:pt>
    <dgm:pt modelId="{C136A2B1-F67B-499F-85CB-CB6DF939343E}" type="sibTrans" cxnId="{D174A151-8A6F-4B8E-BC9A-ACB1890CC306}">
      <dgm:prSet/>
      <dgm:spPr/>
      <dgm:t>
        <a:bodyPr/>
        <a:lstStyle/>
        <a:p>
          <a:endParaRPr lang="en-US" sz="2400"/>
        </a:p>
      </dgm:t>
    </dgm:pt>
    <dgm:pt modelId="{72459456-43D2-4E46-A81B-358AA4305625}">
      <dgm:prSet phldrT="[Text]" phldr="1"/>
      <dgm:spPr/>
      <dgm:t>
        <a:bodyPr/>
        <a:lstStyle/>
        <a:p>
          <a:endParaRPr lang="en-US" sz="2400" dirty="0"/>
        </a:p>
      </dgm:t>
    </dgm:pt>
    <dgm:pt modelId="{8726A831-E548-43A0-9603-150D66A49D9B}" type="parTrans" cxnId="{5C512203-CB54-49BA-8772-BD21A1785BFA}">
      <dgm:prSet/>
      <dgm:spPr/>
      <dgm:t>
        <a:bodyPr/>
        <a:lstStyle/>
        <a:p>
          <a:endParaRPr lang="en-US" sz="2400"/>
        </a:p>
      </dgm:t>
    </dgm:pt>
    <dgm:pt modelId="{C6F94A87-07F0-4E63-9FE1-B8AA3210F2E8}" type="sibTrans" cxnId="{5C512203-CB54-49BA-8772-BD21A1785BFA}">
      <dgm:prSet/>
      <dgm:spPr/>
      <dgm:t>
        <a:bodyPr/>
        <a:lstStyle/>
        <a:p>
          <a:endParaRPr lang="en-US" sz="2400"/>
        </a:p>
      </dgm:t>
    </dgm:pt>
    <dgm:pt modelId="{6A38F9B0-38F5-421B-AAF5-68E85A3801F1}">
      <dgm:prSet phldrT="[Text]" phldr="1"/>
      <dgm:spPr/>
      <dgm:t>
        <a:bodyPr/>
        <a:lstStyle/>
        <a:p>
          <a:endParaRPr lang="en-US" sz="2400" dirty="0"/>
        </a:p>
      </dgm:t>
    </dgm:pt>
    <dgm:pt modelId="{01ADD844-17AA-43D8-B291-7CE6BCCD9798}" type="parTrans" cxnId="{D6665141-B502-449B-9237-7FA442009FB9}">
      <dgm:prSet/>
      <dgm:spPr/>
      <dgm:t>
        <a:bodyPr/>
        <a:lstStyle/>
        <a:p>
          <a:endParaRPr lang="en-US" sz="2400"/>
        </a:p>
      </dgm:t>
    </dgm:pt>
    <dgm:pt modelId="{A07374E4-0AB9-4330-B199-4BF1F54177F1}" type="sibTrans" cxnId="{D6665141-B502-449B-9237-7FA442009FB9}">
      <dgm:prSet/>
      <dgm:spPr/>
      <dgm:t>
        <a:bodyPr/>
        <a:lstStyle/>
        <a:p>
          <a:endParaRPr lang="en-US" sz="2400"/>
        </a:p>
      </dgm:t>
    </dgm:pt>
    <dgm:pt modelId="{CED9C827-1115-4E89-8C4B-B6084872222B}">
      <dgm:prSet custT="1"/>
      <dgm:spPr/>
      <dgm:t>
        <a:bodyPr/>
        <a:lstStyle/>
        <a:p>
          <a:r>
            <a:rPr lang="en-US" sz="2800" dirty="0" smtClean="0">
              <a:effectLst/>
              <a:latin typeface="Arial Narrow" panose="020B0606020202030204" pitchFamily="34" charset="0"/>
              <a:ea typeface="Calibri" panose="020F0502020204030204" pitchFamily="34" charset="0"/>
            </a:rPr>
            <a:t>Inability to drive, </a:t>
          </a:r>
          <a:r>
            <a:rPr lang="en-US" sz="2800" smtClean="0">
              <a:effectLst/>
              <a:latin typeface="Arial Narrow" panose="020B0606020202030204" pitchFamily="34" charset="0"/>
              <a:ea typeface="Calibri" panose="020F0502020204030204" pitchFamily="34" charset="0"/>
            </a:rPr>
            <a:t>no license</a:t>
          </a:r>
          <a:endParaRPr lang="en-US" sz="2800" dirty="0" smtClean="0">
            <a:effectLst/>
            <a:latin typeface="Arial Narrow" panose="020B0606020202030204" pitchFamily="34" charset="0"/>
            <a:ea typeface="Calibri" panose="020F0502020204030204" pitchFamily="34" charset="0"/>
          </a:endParaRPr>
        </a:p>
      </dgm:t>
    </dgm:pt>
    <dgm:pt modelId="{D14A796A-4A34-490D-B5E1-FFE4D2141A1D}" type="parTrans" cxnId="{D5562823-D02C-48D6-9ACB-316CEE9A1E8B}">
      <dgm:prSet/>
      <dgm:spPr/>
      <dgm:t>
        <a:bodyPr/>
        <a:lstStyle/>
        <a:p>
          <a:endParaRPr lang="en-US" sz="2400"/>
        </a:p>
      </dgm:t>
    </dgm:pt>
    <dgm:pt modelId="{7DB4CBFB-A524-44DC-BD8B-A8EB9D5399E5}" type="sibTrans" cxnId="{D5562823-D02C-48D6-9ACB-316CEE9A1E8B}">
      <dgm:prSet/>
      <dgm:spPr/>
      <dgm:t>
        <a:bodyPr/>
        <a:lstStyle/>
        <a:p>
          <a:endParaRPr lang="en-US" sz="2400"/>
        </a:p>
      </dgm:t>
    </dgm:pt>
    <dgm:pt modelId="{7A626C0B-6260-4284-A70F-93D0F174855E}">
      <dgm:prSet custT="1"/>
      <dgm:spPr/>
      <dgm:t>
        <a:bodyPr/>
        <a:lstStyle/>
        <a:p>
          <a:r>
            <a:rPr lang="en-US" sz="2800" dirty="0" smtClean="0">
              <a:effectLst/>
              <a:latin typeface="Arial Narrow" panose="020B0606020202030204" pitchFamily="34" charset="0"/>
              <a:ea typeface="Calibri" panose="020F0502020204030204" pitchFamily="34" charset="0"/>
            </a:rPr>
            <a:t>Limited public transportation</a:t>
          </a:r>
        </a:p>
      </dgm:t>
    </dgm:pt>
    <dgm:pt modelId="{E5D766EC-47BF-4428-B84F-77CF8645BAB2}" type="parTrans" cxnId="{CA5AF27A-872B-4119-850F-0348C661155F}">
      <dgm:prSet/>
      <dgm:spPr/>
      <dgm:t>
        <a:bodyPr/>
        <a:lstStyle/>
        <a:p>
          <a:endParaRPr lang="en-US" sz="2400"/>
        </a:p>
      </dgm:t>
    </dgm:pt>
    <dgm:pt modelId="{14671CF0-80F6-4DC8-9890-F843603CD6E5}" type="sibTrans" cxnId="{CA5AF27A-872B-4119-850F-0348C661155F}">
      <dgm:prSet/>
      <dgm:spPr/>
      <dgm:t>
        <a:bodyPr/>
        <a:lstStyle/>
        <a:p>
          <a:endParaRPr lang="en-US" sz="2400"/>
        </a:p>
      </dgm:t>
    </dgm:pt>
    <dgm:pt modelId="{2A2A5F84-8FE3-4AB0-BD70-E7ED3F14DC79}">
      <dgm:prSet custT="1"/>
      <dgm:spPr/>
      <dgm:t>
        <a:bodyPr/>
        <a:lstStyle/>
        <a:p>
          <a:r>
            <a:rPr lang="en-US" sz="2800" dirty="0" smtClean="0">
              <a:effectLst/>
              <a:latin typeface="Arial Narrow" panose="020B0606020202030204" pitchFamily="34" charset="0"/>
              <a:ea typeface="Calibri" panose="020F0502020204030204" pitchFamily="34" charset="0"/>
            </a:rPr>
            <a:t>Cost of getting to interviews, work</a:t>
          </a:r>
          <a:endParaRPr lang="en-US" sz="2800" dirty="0">
            <a:effectLst/>
            <a:latin typeface="Arial Narrow" panose="020B0606020202030204" pitchFamily="34" charset="0"/>
            <a:ea typeface="Calibri" panose="020F0502020204030204" pitchFamily="34" charset="0"/>
          </a:endParaRPr>
        </a:p>
      </dgm:t>
    </dgm:pt>
    <dgm:pt modelId="{97D201BF-98AF-41CC-A09C-BDD364CF235C}" type="parTrans" cxnId="{118AB967-3E3A-4F80-8C9A-A2AF3DA1259A}">
      <dgm:prSet/>
      <dgm:spPr/>
      <dgm:t>
        <a:bodyPr/>
        <a:lstStyle/>
        <a:p>
          <a:endParaRPr lang="en-US" sz="2400"/>
        </a:p>
      </dgm:t>
    </dgm:pt>
    <dgm:pt modelId="{5C4BCF3E-A59B-4CF3-A49A-7AC1A226EB50}" type="sibTrans" cxnId="{118AB967-3E3A-4F80-8C9A-A2AF3DA1259A}">
      <dgm:prSet/>
      <dgm:spPr/>
      <dgm:t>
        <a:bodyPr/>
        <a:lstStyle/>
        <a:p>
          <a:endParaRPr lang="en-US" sz="2400"/>
        </a:p>
      </dgm:t>
    </dgm:pt>
    <dgm:pt modelId="{ECB7E061-36D1-496E-8AC6-E14F7D89E6DF}">
      <dgm:prSet phldrT="[Text]" custT="1"/>
      <dgm:spPr>
        <a:noFill/>
        <a:ln>
          <a:noFill/>
        </a:ln>
      </dgm:spPr>
      <dgm:t>
        <a:bodyPr/>
        <a:lstStyle/>
        <a:p>
          <a:endParaRPr lang="en-US" sz="2400"/>
        </a:p>
      </dgm:t>
    </dgm:pt>
    <dgm:pt modelId="{4E8EE994-E637-4659-B71A-41675B16E35E}" type="sibTrans" cxnId="{B6A59208-E488-4101-8EDB-423D6CC2A880}">
      <dgm:prSet/>
      <dgm:spPr/>
      <dgm:t>
        <a:bodyPr/>
        <a:lstStyle/>
        <a:p>
          <a:endParaRPr lang="en-US" sz="2400"/>
        </a:p>
      </dgm:t>
    </dgm:pt>
    <dgm:pt modelId="{6D788911-5398-4015-80D6-78195E7F6C3B}" type="parTrans" cxnId="{B6A59208-E488-4101-8EDB-423D6CC2A880}">
      <dgm:prSet/>
      <dgm:spPr/>
      <dgm:t>
        <a:bodyPr/>
        <a:lstStyle/>
        <a:p>
          <a:endParaRPr lang="en-US" sz="2400"/>
        </a:p>
      </dgm:t>
    </dgm:pt>
    <dgm:pt modelId="{4112403A-040F-430C-94EA-766D03FB0216}">
      <dgm:prSet phldrT="[Text]" custT="1"/>
      <dgm:spPr/>
      <dgm:t>
        <a:bodyPr/>
        <a:lstStyle/>
        <a:p>
          <a:r>
            <a:rPr lang="en-US" sz="2800" dirty="0" smtClean="0">
              <a:effectLst/>
              <a:latin typeface="Arial Narrow" panose="020B0606020202030204" pitchFamily="34" charset="0"/>
              <a:ea typeface="Calibri" panose="020F0502020204030204" pitchFamily="34" charset="0"/>
            </a:rPr>
            <a:t>Family &amp; community engagement</a:t>
          </a:r>
          <a:endParaRPr lang="en-US" sz="2800" dirty="0"/>
        </a:p>
      </dgm:t>
    </dgm:pt>
    <dgm:pt modelId="{2583CD9E-F752-4950-94AA-5E5089639184}" type="parTrans" cxnId="{90C11553-4422-4A01-85C6-C3DB48E88EBB}">
      <dgm:prSet/>
      <dgm:spPr/>
      <dgm:t>
        <a:bodyPr/>
        <a:lstStyle/>
        <a:p>
          <a:endParaRPr lang="en-US"/>
        </a:p>
      </dgm:t>
    </dgm:pt>
    <dgm:pt modelId="{1C65BFC4-BB8B-4F23-9F4C-C2241F96841B}" type="sibTrans" cxnId="{90C11553-4422-4A01-85C6-C3DB48E88EBB}">
      <dgm:prSet/>
      <dgm:spPr/>
      <dgm:t>
        <a:bodyPr/>
        <a:lstStyle/>
        <a:p>
          <a:endParaRPr lang="en-US"/>
        </a:p>
      </dgm:t>
    </dgm:pt>
    <dgm:pt modelId="{149C3B81-12A0-4DB4-9C5B-68CECD9C4C75}">
      <dgm:prSet phldrT="[Text]" custT="1"/>
      <dgm:spPr/>
      <dgm:t>
        <a:bodyPr/>
        <a:lstStyle/>
        <a:p>
          <a:r>
            <a:rPr lang="en-US" sz="2800" dirty="0" smtClean="0">
              <a:effectLst/>
              <a:latin typeface="Arial Narrow" panose="020B0606020202030204" pitchFamily="34" charset="0"/>
              <a:ea typeface="Calibri" panose="020F0502020204030204" pitchFamily="34" charset="0"/>
            </a:rPr>
            <a:t>Safety, security, &amp; health</a:t>
          </a:r>
          <a:endParaRPr lang="en-US" sz="2800" dirty="0"/>
        </a:p>
      </dgm:t>
    </dgm:pt>
    <dgm:pt modelId="{BDB73153-C49E-4394-9684-AC8793739310}" type="parTrans" cxnId="{96FBD70B-5F27-4881-9878-E53260D3615D}">
      <dgm:prSet/>
      <dgm:spPr/>
      <dgm:t>
        <a:bodyPr/>
        <a:lstStyle/>
        <a:p>
          <a:endParaRPr lang="en-US"/>
        </a:p>
      </dgm:t>
    </dgm:pt>
    <dgm:pt modelId="{A50F5B82-70B9-43A5-815D-9B5C7B3573DC}" type="sibTrans" cxnId="{96FBD70B-5F27-4881-9878-E53260D3615D}">
      <dgm:prSet/>
      <dgm:spPr/>
      <dgm:t>
        <a:bodyPr/>
        <a:lstStyle/>
        <a:p>
          <a:endParaRPr lang="en-US"/>
        </a:p>
      </dgm:t>
    </dgm:pt>
    <dgm:pt modelId="{2D1CD680-6E47-4B87-98EE-934AAD66AE8F}">
      <dgm:prSet phldrT="[Text]" custT="1"/>
      <dgm:spPr>
        <a:noFill/>
        <a:ln>
          <a:noFill/>
        </a:ln>
      </dgm:spPr>
      <dgm:t>
        <a:bodyPr/>
        <a:lstStyle/>
        <a:p>
          <a:endParaRPr lang="en-US" sz="2400" dirty="0"/>
        </a:p>
      </dgm:t>
    </dgm:pt>
    <dgm:pt modelId="{027C9648-7153-45FE-AF7B-8CB35836FE63}" type="sibTrans" cxnId="{CB99CDFC-57A8-41CF-877A-6B0F501B7051}">
      <dgm:prSet/>
      <dgm:spPr/>
      <dgm:t>
        <a:bodyPr/>
        <a:lstStyle/>
        <a:p>
          <a:endParaRPr lang="en-US" sz="2400"/>
        </a:p>
      </dgm:t>
    </dgm:pt>
    <dgm:pt modelId="{4D0DC3F7-8B82-44CC-9F2F-09DC078F7C10}" type="parTrans" cxnId="{CB99CDFC-57A8-41CF-877A-6B0F501B7051}">
      <dgm:prSet/>
      <dgm:spPr/>
      <dgm:t>
        <a:bodyPr/>
        <a:lstStyle/>
        <a:p>
          <a:endParaRPr lang="en-US" sz="2400"/>
        </a:p>
      </dgm:t>
    </dgm:pt>
    <dgm:pt modelId="{8DB04484-45FC-480A-8937-0BA20FA094F5}">
      <dgm:prSet phldrT="[Text]" custT="1"/>
      <dgm:spPr/>
      <dgm:t>
        <a:bodyPr/>
        <a:lstStyle/>
        <a:p>
          <a:r>
            <a:rPr lang="en-US" sz="2800" baseline="0" dirty="0" smtClean="0">
              <a:effectLst/>
              <a:latin typeface="Arial Narrow" panose="020B0606020202030204" pitchFamily="34" charset="0"/>
              <a:ea typeface="Calibri" panose="020F0502020204030204" pitchFamily="34" charset="0"/>
            </a:rPr>
            <a:t>$ for gas, maintenance, purchase new vehicle</a:t>
          </a:r>
          <a:endParaRPr lang="en-US" sz="2000" dirty="0"/>
        </a:p>
      </dgm:t>
    </dgm:pt>
    <dgm:pt modelId="{D9297684-BB83-44B4-9893-8F4CEAE06352}" type="sibTrans" cxnId="{364218DF-A593-46C0-B7ED-C19C84BE2CF3}">
      <dgm:prSet/>
      <dgm:spPr/>
      <dgm:t>
        <a:bodyPr/>
        <a:lstStyle/>
        <a:p>
          <a:endParaRPr lang="en-US"/>
        </a:p>
      </dgm:t>
    </dgm:pt>
    <dgm:pt modelId="{0879A1B2-2A37-40E3-A930-D8C388FB7EBA}" type="parTrans" cxnId="{364218DF-A593-46C0-B7ED-C19C84BE2CF3}">
      <dgm:prSet/>
      <dgm:spPr/>
      <dgm:t>
        <a:bodyPr/>
        <a:lstStyle/>
        <a:p>
          <a:endParaRPr lang="en-US"/>
        </a:p>
      </dgm:t>
    </dgm:pt>
    <dgm:pt modelId="{827EEEDC-D574-4A5C-8B0C-ECB0153C1B26}">
      <dgm:prSet phldrT="[Text]" custT="1"/>
      <dgm:spPr/>
      <dgm:t>
        <a:bodyPr/>
        <a:lstStyle/>
        <a:p>
          <a:r>
            <a:rPr lang="en-US" sz="2800" dirty="0" smtClean="0">
              <a:effectLst/>
              <a:latin typeface="Arial Narrow" panose="020B0606020202030204" pitchFamily="34" charset="0"/>
              <a:ea typeface="Calibri" panose="020F0502020204030204" pitchFamily="34" charset="0"/>
            </a:rPr>
            <a:t>Lack of access to vehicle</a:t>
          </a:r>
          <a:endParaRPr lang="en-US" sz="2800" dirty="0"/>
        </a:p>
      </dgm:t>
    </dgm:pt>
    <dgm:pt modelId="{607A9792-094A-4570-A5FD-96014709FACB}" type="sibTrans" cxnId="{FE8C0069-BFC8-4DFF-8A87-F8823B06D20B}">
      <dgm:prSet/>
      <dgm:spPr/>
      <dgm:t>
        <a:bodyPr/>
        <a:lstStyle/>
        <a:p>
          <a:endParaRPr lang="en-US" sz="2400"/>
        </a:p>
      </dgm:t>
    </dgm:pt>
    <dgm:pt modelId="{C0E017B5-38A5-40D0-AFB8-6877DE1E5CCB}" type="parTrans" cxnId="{FE8C0069-BFC8-4DFF-8A87-F8823B06D20B}">
      <dgm:prSet/>
      <dgm:spPr/>
      <dgm:t>
        <a:bodyPr/>
        <a:lstStyle/>
        <a:p>
          <a:endParaRPr lang="en-US" sz="2400"/>
        </a:p>
      </dgm:t>
    </dgm:pt>
    <dgm:pt modelId="{F93AC375-F427-451A-A296-2ABB8ABCAAAC}" type="pres">
      <dgm:prSet presAssocID="{83786972-37FE-44A9-AF1F-BDFD616352A7}" presName="outerComposite" presStyleCnt="0">
        <dgm:presLayoutVars>
          <dgm:chMax val="2"/>
          <dgm:animLvl val="lvl"/>
          <dgm:resizeHandles val="exact"/>
        </dgm:presLayoutVars>
      </dgm:prSet>
      <dgm:spPr/>
      <dgm:t>
        <a:bodyPr/>
        <a:lstStyle/>
        <a:p>
          <a:endParaRPr lang="en-US"/>
        </a:p>
      </dgm:t>
    </dgm:pt>
    <dgm:pt modelId="{65C9007B-AD16-4680-B9D5-4C5F4C0B1A07}" type="pres">
      <dgm:prSet presAssocID="{83786972-37FE-44A9-AF1F-BDFD616352A7}" presName="dummyMaxCanvas" presStyleCnt="0"/>
      <dgm:spPr/>
    </dgm:pt>
    <dgm:pt modelId="{CAD13664-DFF8-4CAC-BE60-A79C3C4D426A}" type="pres">
      <dgm:prSet presAssocID="{83786972-37FE-44A9-AF1F-BDFD616352A7}" presName="parentComposite" presStyleCnt="0"/>
      <dgm:spPr/>
    </dgm:pt>
    <dgm:pt modelId="{CB8D2C1B-2921-4817-8930-200CA2078958}" type="pres">
      <dgm:prSet presAssocID="{83786972-37FE-44A9-AF1F-BDFD616352A7}" presName="parent1" presStyleLbl="alignAccFollowNode1" presStyleIdx="0" presStyleCnt="4" custLinFactNeighborX="1380" custLinFactNeighborY="28571">
        <dgm:presLayoutVars>
          <dgm:chMax val="4"/>
        </dgm:presLayoutVars>
      </dgm:prSet>
      <dgm:spPr/>
      <dgm:t>
        <a:bodyPr/>
        <a:lstStyle/>
        <a:p>
          <a:endParaRPr lang="en-US"/>
        </a:p>
      </dgm:t>
    </dgm:pt>
    <dgm:pt modelId="{E7C647C9-7465-45A3-898D-DB9AFC73AE81}" type="pres">
      <dgm:prSet presAssocID="{83786972-37FE-44A9-AF1F-BDFD616352A7}" presName="parent2" presStyleLbl="alignAccFollowNode1" presStyleIdx="1" presStyleCnt="4" custLinFactNeighborX="1380" custLinFactNeighborY="28571">
        <dgm:presLayoutVars>
          <dgm:chMax val="4"/>
        </dgm:presLayoutVars>
      </dgm:prSet>
      <dgm:spPr/>
      <dgm:t>
        <a:bodyPr/>
        <a:lstStyle/>
        <a:p>
          <a:endParaRPr lang="en-US"/>
        </a:p>
      </dgm:t>
    </dgm:pt>
    <dgm:pt modelId="{8AB83D4F-298C-4398-8A41-BCAEC2F3D39D}" type="pres">
      <dgm:prSet presAssocID="{83786972-37FE-44A9-AF1F-BDFD616352A7}" presName="childrenComposite" presStyleCnt="0"/>
      <dgm:spPr/>
    </dgm:pt>
    <dgm:pt modelId="{7DBB7D51-7B68-45B5-9EA3-F4A78DCA6F12}" type="pres">
      <dgm:prSet presAssocID="{83786972-37FE-44A9-AF1F-BDFD616352A7}" presName="dummyMaxCanvas_ChildArea" presStyleCnt="0"/>
      <dgm:spPr/>
    </dgm:pt>
    <dgm:pt modelId="{15572B2B-841A-4C25-8309-D5D9DB3860B9}" type="pres">
      <dgm:prSet presAssocID="{83786972-37FE-44A9-AF1F-BDFD616352A7}" presName="fulcrum" presStyleLbl="alignAccFollowNode1" presStyleIdx="2" presStyleCnt="4"/>
      <dgm:spPr/>
    </dgm:pt>
    <dgm:pt modelId="{47011C89-E0F7-4C95-A932-3BC9DF2ADECB}" type="pres">
      <dgm:prSet presAssocID="{83786972-37FE-44A9-AF1F-BDFD616352A7}" presName="balance_44" presStyleLbl="alignAccFollowNode1" presStyleIdx="3" presStyleCnt="4">
        <dgm:presLayoutVars>
          <dgm:bulletEnabled val="1"/>
        </dgm:presLayoutVars>
      </dgm:prSet>
      <dgm:spPr/>
    </dgm:pt>
    <dgm:pt modelId="{6B6D26C4-3325-43FF-9FF6-AF2FA9D2B83B}" type="pres">
      <dgm:prSet presAssocID="{83786972-37FE-44A9-AF1F-BDFD616352A7}" presName="right_44_1" presStyleLbl="node1" presStyleIdx="0" presStyleCnt="8" custScaleX="164522" custLinFactNeighborX="21686" custLinFactNeighborY="-7655">
        <dgm:presLayoutVars>
          <dgm:bulletEnabled val="1"/>
        </dgm:presLayoutVars>
      </dgm:prSet>
      <dgm:spPr/>
      <dgm:t>
        <a:bodyPr/>
        <a:lstStyle/>
        <a:p>
          <a:endParaRPr lang="en-US"/>
        </a:p>
      </dgm:t>
    </dgm:pt>
    <dgm:pt modelId="{767D1679-23B9-49D5-A70D-35D200041468}" type="pres">
      <dgm:prSet presAssocID="{83786972-37FE-44A9-AF1F-BDFD616352A7}" presName="right_44_2" presStyleLbl="node1" presStyleIdx="1" presStyleCnt="8" custScaleX="164522" custLinFactNeighborX="21686" custLinFactNeighborY="-7655">
        <dgm:presLayoutVars>
          <dgm:bulletEnabled val="1"/>
        </dgm:presLayoutVars>
      </dgm:prSet>
      <dgm:spPr/>
      <dgm:t>
        <a:bodyPr/>
        <a:lstStyle/>
        <a:p>
          <a:endParaRPr lang="en-US"/>
        </a:p>
      </dgm:t>
    </dgm:pt>
    <dgm:pt modelId="{98B245B5-C9FE-4A3C-99BE-28C56EA31328}" type="pres">
      <dgm:prSet presAssocID="{83786972-37FE-44A9-AF1F-BDFD616352A7}" presName="right_44_3" presStyleLbl="node1" presStyleIdx="2" presStyleCnt="8" custScaleX="164522" custLinFactNeighborX="21686" custLinFactNeighborY="-7655">
        <dgm:presLayoutVars>
          <dgm:bulletEnabled val="1"/>
        </dgm:presLayoutVars>
      </dgm:prSet>
      <dgm:spPr/>
      <dgm:t>
        <a:bodyPr/>
        <a:lstStyle/>
        <a:p>
          <a:endParaRPr lang="en-US"/>
        </a:p>
      </dgm:t>
    </dgm:pt>
    <dgm:pt modelId="{5E41755E-4A32-469D-A5E1-CCF4B3596320}" type="pres">
      <dgm:prSet presAssocID="{83786972-37FE-44A9-AF1F-BDFD616352A7}" presName="right_44_4" presStyleLbl="node1" presStyleIdx="3" presStyleCnt="8" custScaleX="164522" custLinFactNeighborX="21686" custLinFactNeighborY="-7655">
        <dgm:presLayoutVars>
          <dgm:bulletEnabled val="1"/>
        </dgm:presLayoutVars>
      </dgm:prSet>
      <dgm:spPr/>
      <dgm:t>
        <a:bodyPr/>
        <a:lstStyle/>
        <a:p>
          <a:endParaRPr lang="en-US"/>
        </a:p>
      </dgm:t>
    </dgm:pt>
    <dgm:pt modelId="{A3823A32-C867-462F-8B7E-7181F63CCCB6}" type="pres">
      <dgm:prSet presAssocID="{83786972-37FE-44A9-AF1F-BDFD616352A7}" presName="left_44_1" presStyleLbl="node1" presStyleIdx="4" presStyleCnt="8" custScaleX="164522" custLinFactNeighborX="-20372" custLinFactNeighborY="-7655">
        <dgm:presLayoutVars>
          <dgm:bulletEnabled val="1"/>
        </dgm:presLayoutVars>
      </dgm:prSet>
      <dgm:spPr/>
      <dgm:t>
        <a:bodyPr/>
        <a:lstStyle/>
        <a:p>
          <a:endParaRPr lang="en-US"/>
        </a:p>
      </dgm:t>
    </dgm:pt>
    <dgm:pt modelId="{FA59F960-18B1-4C8B-9024-18DF4B66E41D}" type="pres">
      <dgm:prSet presAssocID="{83786972-37FE-44A9-AF1F-BDFD616352A7}" presName="left_44_2" presStyleLbl="node1" presStyleIdx="5" presStyleCnt="8" custScaleX="164522" custLinFactNeighborX="-20372" custLinFactNeighborY="-7655">
        <dgm:presLayoutVars>
          <dgm:bulletEnabled val="1"/>
        </dgm:presLayoutVars>
      </dgm:prSet>
      <dgm:spPr/>
      <dgm:t>
        <a:bodyPr/>
        <a:lstStyle/>
        <a:p>
          <a:endParaRPr lang="en-US"/>
        </a:p>
      </dgm:t>
    </dgm:pt>
    <dgm:pt modelId="{EEDC8F6D-84F3-485D-90A4-C6BC4DE8D7C6}" type="pres">
      <dgm:prSet presAssocID="{83786972-37FE-44A9-AF1F-BDFD616352A7}" presName="left_44_3" presStyleLbl="node1" presStyleIdx="6" presStyleCnt="8" custScaleX="164522" custLinFactNeighborX="-20372" custLinFactNeighborY="-7655">
        <dgm:presLayoutVars>
          <dgm:bulletEnabled val="1"/>
        </dgm:presLayoutVars>
      </dgm:prSet>
      <dgm:spPr/>
      <dgm:t>
        <a:bodyPr/>
        <a:lstStyle/>
        <a:p>
          <a:endParaRPr lang="en-US"/>
        </a:p>
      </dgm:t>
    </dgm:pt>
    <dgm:pt modelId="{90069ED3-AFFB-45B8-B09C-EAB4AF4C740D}" type="pres">
      <dgm:prSet presAssocID="{83786972-37FE-44A9-AF1F-BDFD616352A7}" presName="left_44_4" presStyleLbl="node1" presStyleIdx="7" presStyleCnt="8" custScaleX="164522" custLinFactNeighborX="-20372" custLinFactNeighborY="-7655">
        <dgm:presLayoutVars>
          <dgm:bulletEnabled val="1"/>
        </dgm:presLayoutVars>
      </dgm:prSet>
      <dgm:spPr/>
      <dgm:t>
        <a:bodyPr/>
        <a:lstStyle/>
        <a:p>
          <a:endParaRPr lang="en-US"/>
        </a:p>
      </dgm:t>
    </dgm:pt>
  </dgm:ptLst>
  <dgm:cxnLst>
    <dgm:cxn modelId="{FD615685-FA4F-4BBC-8901-439C2B8ADB50}" type="presOf" srcId="{149C3B81-12A0-4DB4-9C5B-68CECD9C4C75}" destId="{EEDC8F6D-84F3-485D-90A4-C6BC4DE8D7C6}" srcOrd="0" destOrd="0" presId="urn:microsoft.com/office/officeart/2005/8/layout/balance1"/>
    <dgm:cxn modelId="{90C11553-4422-4A01-85C6-C3DB48E88EBB}" srcId="{ECB7E061-36D1-496E-8AC6-E14F7D89E6DF}" destId="{4112403A-040F-430C-94EA-766D03FB0216}" srcOrd="0" destOrd="0" parTransId="{2583CD9E-F752-4950-94AA-5E5089639184}" sibTransId="{1C65BFC4-BB8B-4F23-9F4C-C2241F96841B}"/>
    <dgm:cxn modelId="{364218DF-A593-46C0-B7ED-C19C84BE2CF3}" srcId="{ECB7E061-36D1-496E-8AC6-E14F7D89E6DF}" destId="{8DB04484-45FC-480A-8937-0BA20FA094F5}" srcOrd="3" destOrd="0" parTransId="{0879A1B2-2A37-40E3-A930-D8C388FB7EBA}" sibTransId="{D9297684-BB83-44B4-9893-8F4CEAE06352}"/>
    <dgm:cxn modelId="{FE8C0069-BFC8-4DFF-8A87-F8823B06D20B}" srcId="{2D1CD680-6E47-4B87-98EE-934AAD66AE8F}" destId="{827EEEDC-D574-4A5C-8B0C-ECB0153C1B26}" srcOrd="0" destOrd="0" parTransId="{C0E017B5-38A5-40D0-AFB8-6877DE1E5CCB}" sibTransId="{607A9792-094A-4570-A5FD-96014709FACB}"/>
    <dgm:cxn modelId="{D174A151-8A6F-4B8E-BC9A-ACB1890CC306}" srcId="{ECB7E061-36D1-496E-8AC6-E14F7D89E6DF}" destId="{39F81CA0-B320-4848-8549-062FAFD6495E}" srcOrd="1" destOrd="0" parTransId="{00FE858E-F990-4B3B-88F0-00A7D0E4290C}" sibTransId="{C136A2B1-F67B-499F-85CB-CB6DF939343E}"/>
    <dgm:cxn modelId="{D5562823-D02C-48D6-9ACB-316CEE9A1E8B}" srcId="{2D1CD680-6E47-4B87-98EE-934AAD66AE8F}" destId="{CED9C827-1115-4E89-8C4B-B6084872222B}" srcOrd="1" destOrd="0" parTransId="{D14A796A-4A34-490D-B5E1-FFE4D2141A1D}" sibTransId="{7DB4CBFB-A524-44DC-BD8B-A8EB9D5399E5}"/>
    <dgm:cxn modelId="{CA5AF27A-872B-4119-850F-0348C661155F}" srcId="{2D1CD680-6E47-4B87-98EE-934AAD66AE8F}" destId="{7A626C0B-6260-4284-A70F-93D0F174855E}" srcOrd="2" destOrd="0" parTransId="{E5D766EC-47BF-4428-B84F-77CF8645BAB2}" sibTransId="{14671CF0-80F6-4DC8-9890-F843603CD6E5}"/>
    <dgm:cxn modelId="{D6665141-B502-449B-9237-7FA442009FB9}" srcId="{2D1CD680-6E47-4B87-98EE-934AAD66AE8F}" destId="{6A38F9B0-38F5-421B-AAF5-68E85A3801F1}" srcOrd="5" destOrd="0" parTransId="{01ADD844-17AA-43D8-B291-7CE6BCCD9798}" sibTransId="{A07374E4-0AB9-4330-B199-4BF1F54177F1}"/>
    <dgm:cxn modelId="{36F54654-0A1D-400B-B1BC-DECFFA07B1AC}" type="presOf" srcId="{7A626C0B-6260-4284-A70F-93D0F174855E}" destId="{98B245B5-C9FE-4A3C-99BE-28C56EA31328}" srcOrd="0" destOrd="0" presId="urn:microsoft.com/office/officeart/2005/8/layout/balance1"/>
    <dgm:cxn modelId="{118AB967-3E3A-4F80-8C9A-A2AF3DA1259A}" srcId="{2D1CD680-6E47-4B87-98EE-934AAD66AE8F}" destId="{2A2A5F84-8FE3-4AB0-BD70-E7ED3F14DC79}" srcOrd="3" destOrd="0" parTransId="{97D201BF-98AF-41CC-A09C-BDD364CF235C}" sibTransId="{5C4BCF3E-A59B-4CF3-A49A-7AC1A226EB50}"/>
    <dgm:cxn modelId="{628BB60F-E491-4782-8D1A-273AE1974EE6}" type="presOf" srcId="{8DB04484-45FC-480A-8937-0BA20FA094F5}" destId="{90069ED3-AFFB-45B8-B09C-EAB4AF4C740D}" srcOrd="0" destOrd="0" presId="urn:microsoft.com/office/officeart/2005/8/layout/balance1"/>
    <dgm:cxn modelId="{5CDD794D-E0E2-4605-9BBC-1CC5CDD7742A}" type="presOf" srcId="{39F81CA0-B320-4848-8549-062FAFD6495E}" destId="{FA59F960-18B1-4C8B-9024-18DF4B66E41D}" srcOrd="0" destOrd="0" presId="urn:microsoft.com/office/officeart/2005/8/layout/balance1"/>
    <dgm:cxn modelId="{22A60C04-756E-467A-B6C4-3D38D34F4A47}" type="presOf" srcId="{2D1CD680-6E47-4B87-98EE-934AAD66AE8F}" destId="{E7C647C9-7465-45A3-898D-DB9AFC73AE81}" srcOrd="0" destOrd="0" presId="urn:microsoft.com/office/officeart/2005/8/layout/balance1"/>
    <dgm:cxn modelId="{96011BCC-C620-450B-A796-91B765A1E50E}" type="presOf" srcId="{CED9C827-1115-4E89-8C4B-B6084872222B}" destId="{767D1679-23B9-49D5-A70D-35D200041468}" srcOrd="0" destOrd="0" presId="urn:microsoft.com/office/officeart/2005/8/layout/balance1"/>
    <dgm:cxn modelId="{96FBD70B-5F27-4881-9878-E53260D3615D}" srcId="{ECB7E061-36D1-496E-8AC6-E14F7D89E6DF}" destId="{149C3B81-12A0-4DB4-9C5B-68CECD9C4C75}" srcOrd="2" destOrd="0" parTransId="{BDB73153-C49E-4394-9684-AC8793739310}" sibTransId="{A50F5B82-70B9-43A5-815D-9B5C7B3573DC}"/>
    <dgm:cxn modelId="{CB99CDFC-57A8-41CF-877A-6B0F501B7051}" srcId="{83786972-37FE-44A9-AF1F-BDFD616352A7}" destId="{2D1CD680-6E47-4B87-98EE-934AAD66AE8F}" srcOrd="1" destOrd="0" parTransId="{4D0DC3F7-8B82-44CC-9F2F-09DC078F7C10}" sibTransId="{027C9648-7153-45FE-AF7B-8CB35836FE63}"/>
    <dgm:cxn modelId="{9A62DECC-37D8-45A6-94A3-A131A201BBE1}" type="presOf" srcId="{83786972-37FE-44A9-AF1F-BDFD616352A7}" destId="{F93AC375-F427-451A-A296-2ABB8ABCAAAC}" srcOrd="0" destOrd="0" presId="urn:microsoft.com/office/officeart/2005/8/layout/balance1"/>
    <dgm:cxn modelId="{B6A59208-E488-4101-8EDB-423D6CC2A880}" srcId="{83786972-37FE-44A9-AF1F-BDFD616352A7}" destId="{ECB7E061-36D1-496E-8AC6-E14F7D89E6DF}" srcOrd="0" destOrd="0" parTransId="{6D788911-5398-4015-80D6-78195E7F6C3B}" sibTransId="{4E8EE994-E637-4659-B71A-41675B16E35E}"/>
    <dgm:cxn modelId="{5C512203-CB54-49BA-8772-BD21A1785BFA}" srcId="{2D1CD680-6E47-4B87-98EE-934AAD66AE8F}" destId="{72459456-43D2-4E46-A81B-358AA4305625}" srcOrd="4" destOrd="0" parTransId="{8726A831-E548-43A0-9603-150D66A49D9B}" sibTransId="{C6F94A87-07F0-4E63-9FE1-B8AA3210F2E8}"/>
    <dgm:cxn modelId="{DEE8E940-12C3-4140-9ABE-2A6E65D57ACA}" type="presOf" srcId="{4112403A-040F-430C-94EA-766D03FB0216}" destId="{A3823A32-C867-462F-8B7E-7181F63CCCB6}" srcOrd="0" destOrd="0" presId="urn:microsoft.com/office/officeart/2005/8/layout/balance1"/>
    <dgm:cxn modelId="{52DE3225-798E-4A37-BCD7-1D77B79A925A}" type="presOf" srcId="{2A2A5F84-8FE3-4AB0-BD70-E7ED3F14DC79}" destId="{5E41755E-4A32-469D-A5E1-CCF4B3596320}" srcOrd="0" destOrd="0" presId="urn:microsoft.com/office/officeart/2005/8/layout/balance1"/>
    <dgm:cxn modelId="{A7995245-7C21-41A7-8424-9B35063ACB2F}" type="presOf" srcId="{ECB7E061-36D1-496E-8AC6-E14F7D89E6DF}" destId="{CB8D2C1B-2921-4817-8930-200CA2078958}" srcOrd="0" destOrd="0" presId="urn:microsoft.com/office/officeart/2005/8/layout/balance1"/>
    <dgm:cxn modelId="{D98D6278-C948-4D02-80D4-087D8F3012D2}" type="presOf" srcId="{827EEEDC-D574-4A5C-8B0C-ECB0153C1B26}" destId="{6B6D26C4-3325-43FF-9FF6-AF2FA9D2B83B}" srcOrd="0" destOrd="0" presId="urn:microsoft.com/office/officeart/2005/8/layout/balance1"/>
    <dgm:cxn modelId="{2C114A68-FAA3-4BBC-A230-94521F171E5C}" type="presParOf" srcId="{F93AC375-F427-451A-A296-2ABB8ABCAAAC}" destId="{65C9007B-AD16-4680-B9D5-4C5F4C0B1A07}" srcOrd="0" destOrd="0" presId="urn:microsoft.com/office/officeart/2005/8/layout/balance1"/>
    <dgm:cxn modelId="{93141026-1FD7-4B3A-9D5F-494E0C80B563}" type="presParOf" srcId="{F93AC375-F427-451A-A296-2ABB8ABCAAAC}" destId="{CAD13664-DFF8-4CAC-BE60-A79C3C4D426A}" srcOrd="1" destOrd="0" presId="urn:microsoft.com/office/officeart/2005/8/layout/balance1"/>
    <dgm:cxn modelId="{BA093F2B-7362-46D8-BBC1-8F661C18F247}" type="presParOf" srcId="{CAD13664-DFF8-4CAC-BE60-A79C3C4D426A}" destId="{CB8D2C1B-2921-4817-8930-200CA2078958}" srcOrd="0" destOrd="0" presId="urn:microsoft.com/office/officeart/2005/8/layout/balance1"/>
    <dgm:cxn modelId="{C6652AE0-4ED7-4383-9DDA-4C13D9F909DF}" type="presParOf" srcId="{CAD13664-DFF8-4CAC-BE60-A79C3C4D426A}" destId="{E7C647C9-7465-45A3-898D-DB9AFC73AE81}" srcOrd="1" destOrd="0" presId="urn:microsoft.com/office/officeart/2005/8/layout/balance1"/>
    <dgm:cxn modelId="{4DAC67A8-6363-4305-9AD0-39C94421F419}" type="presParOf" srcId="{F93AC375-F427-451A-A296-2ABB8ABCAAAC}" destId="{8AB83D4F-298C-4398-8A41-BCAEC2F3D39D}" srcOrd="2" destOrd="0" presId="urn:microsoft.com/office/officeart/2005/8/layout/balance1"/>
    <dgm:cxn modelId="{131386E8-DAC1-4710-BFB0-F587E40D8FE9}" type="presParOf" srcId="{8AB83D4F-298C-4398-8A41-BCAEC2F3D39D}" destId="{7DBB7D51-7B68-45B5-9EA3-F4A78DCA6F12}" srcOrd="0" destOrd="0" presId="urn:microsoft.com/office/officeart/2005/8/layout/balance1"/>
    <dgm:cxn modelId="{806C7144-6692-4436-B47D-825CCE550FE3}" type="presParOf" srcId="{8AB83D4F-298C-4398-8A41-BCAEC2F3D39D}" destId="{15572B2B-841A-4C25-8309-D5D9DB3860B9}" srcOrd="1" destOrd="0" presId="urn:microsoft.com/office/officeart/2005/8/layout/balance1"/>
    <dgm:cxn modelId="{7094184C-2525-4395-ACB2-230CA4CA8DC9}" type="presParOf" srcId="{8AB83D4F-298C-4398-8A41-BCAEC2F3D39D}" destId="{47011C89-E0F7-4C95-A932-3BC9DF2ADECB}" srcOrd="2" destOrd="0" presId="urn:microsoft.com/office/officeart/2005/8/layout/balance1"/>
    <dgm:cxn modelId="{B9DD66BF-18EF-4F18-A89F-B5A9FFE5EC0C}" type="presParOf" srcId="{8AB83D4F-298C-4398-8A41-BCAEC2F3D39D}" destId="{6B6D26C4-3325-43FF-9FF6-AF2FA9D2B83B}" srcOrd="3" destOrd="0" presId="urn:microsoft.com/office/officeart/2005/8/layout/balance1"/>
    <dgm:cxn modelId="{B32FA302-B375-41D2-AF0E-F1D85F819BD5}" type="presParOf" srcId="{8AB83D4F-298C-4398-8A41-BCAEC2F3D39D}" destId="{767D1679-23B9-49D5-A70D-35D200041468}" srcOrd="4" destOrd="0" presId="urn:microsoft.com/office/officeart/2005/8/layout/balance1"/>
    <dgm:cxn modelId="{99E553B9-8867-4643-93E2-DBE9009753BB}" type="presParOf" srcId="{8AB83D4F-298C-4398-8A41-BCAEC2F3D39D}" destId="{98B245B5-C9FE-4A3C-99BE-28C56EA31328}" srcOrd="5" destOrd="0" presId="urn:microsoft.com/office/officeart/2005/8/layout/balance1"/>
    <dgm:cxn modelId="{D90CABCE-59F7-431E-B0D3-C022932074F2}" type="presParOf" srcId="{8AB83D4F-298C-4398-8A41-BCAEC2F3D39D}" destId="{5E41755E-4A32-469D-A5E1-CCF4B3596320}" srcOrd="6" destOrd="0" presId="urn:microsoft.com/office/officeart/2005/8/layout/balance1"/>
    <dgm:cxn modelId="{37676B9A-2FE1-4325-97F1-1A7543056455}" type="presParOf" srcId="{8AB83D4F-298C-4398-8A41-BCAEC2F3D39D}" destId="{A3823A32-C867-462F-8B7E-7181F63CCCB6}" srcOrd="7" destOrd="0" presId="urn:microsoft.com/office/officeart/2005/8/layout/balance1"/>
    <dgm:cxn modelId="{B053C8A5-3EFE-40F6-BB36-BB59A411383F}" type="presParOf" srcId="{8AB83D4F-298C-4398-8A41-BCAEC2F3D39D}" destId="{FA59F960-18B1-4C8B-9024-18DF4B66E41D}" srcOrd="8" destOrd="0" presId="urn:microsoft.com/office/officeart/2005/8/layout/balance1"/>
    <dgm:cxn modelId="{BFE7A0B3-53A9-4713-9144-D4173EB7DF03}" type="presParOf" srcId="{8AB83D4F-298C-4398-8A41-BCAEC2F3D39D}" destId="{EEDC8F6D-84F3-485D-90A4-C6BC4DE8D7C6}" srcOrd="9" destOrd="0" presId="urn:microsoft.com/office/officeart/2005/8/layout/balance1"/>
    <dgm:cxn modelId="{C71BE30C-2555-4E3D-94C6-FA1A8B951082}" type="presParOf" srcId="{8AB83D4F-298C-4398-8A41-BCAEC2F3D39D}" destId="{90069ED3-AFFB-45B8-B09C-EAB4AF4C740D}" srcOrd="10" destOrd="0" presId="urn:microsoft.com/office/officeart/2005/8/layout/balance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3786972-37FE-44A9-AF1F-BDFD616352A7}" type="doc">
      <dgm:prSet loTypeId="urn:microsoft.com/office/officeart/2005/8/layout/balance1" loCatId="relationship" qsTypeId="urn:microsoft.com/office/officeart/2005/8/quickstyle/simple1" qsCatId="simple" csTypeId="urn:microsoft.com/office/officeart/2005/8/colors/accent1_2" csCatId="accent1" phldr="1"/>
      <dgm:spPr/>
      <dgm:t>
        <a:bodyPr/>
        <a:lstStyle/>
        <a:p>
          <a:endParaRPr lang="en-US"/>
        </a:p>
      </dgm:t>
    </dgm:pt>
    <dgm:pt modelId="{2D1CD680-6E47-4B87-98EE-934AAD66AE8F}">
      <dgm:prSet phldrT="[Text]" custT="1"/>
      <dgm:spPr>
        <a:noFill/>
        <a:ln>
          <a:noFill/>
        </a:ln>
      </dgm:spPr>
      <dgm:t>
        <a:bodyPr/>
        <a:lstStyle/>
        <a:p>
          <a:endParaRPr lang="en-US" sz="2400" dirty="0">
            <a:solidFill>
              <a:schemeClr val="bg1"/>
            </a:solidFill>
            <a:latin typeface="Arial Narrow" panose="020B0606020202030204" pitchFamily="34" charset="0"/>
          </a:endParaRPr>
        </a:p>
      </dgm:t>
    </dgm:pt>
    <dgm:pt modelId="{4D0DC3F7-8B82-44CC-9F2F-09DC078F7C10}" type="parTrans" cxnId="{CB99CDFC-57A8-41CF-877A-6B0F501B7051}">
      <dgm:prSet/>
      <dgm:spPr/>
      <dgm:t>
        <a:bodyPr/>
        <a:lstStyle/>
        <a:p>
          <a:endParaRPr lang="en-US" sz="2400">
            <a:solidFill>
              <a:schemeClr val="bg1"/>
            </a:solidFill>
            <a:latin typeface="Arial Narrow" panose="020B0606020202030204" pitchFamily="34" charset="0"/>
          </a:endParaRPr>
        </a:p>
      </dgm:t>
    </dgm:pt>
    <dgm:pt modelId="{027C9648-7153-45FE-AF7B-8CB35836FE63}" type="sibTrans" cxnId="{CB99CDFC-57A8-41CF-877A-6B0F501B7051}">
      <dgm:prSet/>
      <dgm:spPr/>
      <dgm:t>
        <a:bodyPr/>
        <a:lstStyle/>
        <a:p>
          <a:endParaRPr lang="en-US" sz="2400">
            <a:solidFill>
              <a:schemeClr val="bg1"/>
            </a:solidFill>
            <a:latin typeface="Arial Narrow" panose="020B0606020202030204" pitchFamily="34" charset="0"/>
          </a:endParaRPr>
        </a:p>
      </dgm:t>
    </dgm:pt>
    <dgm:pt modelId="{ECB7E061-36D1-496E-8AC6-E14F7D89E6DF}">
      <dgm:prSet phldrT="[Text]" custT="1"/>
      <dgm:spPr>
        <a:noFill/>
        <a:ln>
          <a:noFill/>
        </a:ln>
      </dgm:spPr>
      <dgm:t>
        <a:bodyPr/>
        <a:lstStyle/>
        <a:p>
          <a:endParaRPr lang="en-US" sz="2400">
            <a:solidFill>
              <a:schemeClr val="bg1"/>
            </a:solidFill>
            <a:latin typeface="Arial Narrow" panose="020B0606020202030204" pitchFamily="34" charset="0"/>
          </a:endParaRPr>
        </a:p>
      </dgm:t>
    </dgm:pt>
    <dgm:pt modelId="{4E8EE994-E637-4659-B71A-41675B16E35E}" type="sibTrans" cxnId="{B6A59208-E488-4101-8EDB-423D6CC2A880}">
      <dgm:prSet/>
      <dgm:spPr/>
      <dgm:t>
        <a:bodyPr/>
        <a:lstStyle/>
        <a:p>
          <a:endParaRPr lang="en-US" sz="2400">
            <a:solidFill>
              <a:schemeClr val="bg1"/>
            </a:solidFill>
            <a:latin typeface="Arial Narrow" panose="020B0606020202030204" pitchFamily="34" charset="0"/>
          </a:endParaRPr>
        </a:p>
      </dgm:t>
    </dgm:pt>
    <dgm:pt modelId="{6D788911-5398-4015-80D6-78195E7F6C3B}" type="parTrans" cxnId="{B6A59208-E488-4101-8EDB-423D6CC2A880}">
      <dgm:prSet/>
      <dgm:spPr/>
      <dgm:t>
        <a:bodyPr/>
        <a:lstStyle/>
        <a:p>
          <a:endParaRPr lang="en-US" sz="2400">
            <a:solidFill>
              <a:schemeClr val="bg1"/>
            </a:solidFill>
            <a:latin typeface="Arial Narrow" panose="020B0606020202030204" pitchFamily="34" charset="0"/>
          </a:endParaRPr>
        </a:p>
      </dgm:t>
    </dgm:pt>
    <dgm:pt modelId="{BB5E2A84-DD59-49A2-8870-8ED49E5A2494}">
      <dgm:prSet custT="1"/>
      <dgm:spPr/>
      <dgm:t>
        <a:bodyPr/>
        <a:lstStyle/>
        <a:p>
          <a:pPr rtl="0"/>
          <a:r>
            <a:rPr lang="en-US" sz="2800" dirty="0" smtClean="0">
              <a:solidFill>
                <a:schemeClr val="bg1"/>
              </a:solidFill>
              <a:effectLst/>
              <a:latin typeface="Arial Narrow" panose="020B0606020202030204" pitchFamily="34" charset="0"/>
              <a:ea typeface="Calibri" panose="020F0502020204030204" pitchFamily="34" charset="0"/>
              <a:cs typeface="+mn-cs"/>
            </a:rPr>
            <a:t>Worry about providing for family if lose SSDI</a:t>
          </a:r>
          <a:endParaRPr lang="en-US" sz="2800" dirty="0">
            <a:solidFill>
              <a:schemeClr val="bg1"/>
            </a:solidFill>
            <a:effectLst/>
            <a:latin typeface="Arial Narrow" panose="020B0606020202030204" pitchFamily="34" charset="0"/>
            <a:ea typeface="Calibri" panose="020F0502020204030204" pitchFamily="34" charset="0"/>
            <a:cs typeface="+mn-cs"/>
          </a:endParaRPr>
        </a:p>
      </dgm:t>
    </dgm:pt>
    <dgm:pt modelId="{D4021EA8-7934-4D55-8196-DEF57C32AFC8}" type="parTrans" cxnId="{416B1DB6-EB27-47E7-9397-B1A4471CBD0C}">
      <dgm:prSet/>
      <dgm:spPr/>
      <dgm:t>
        <a:bodyPr/>
        <a:lstStyle/>
        <a:p>
          <a:endParaRPr lang="en-US" sz="2400">
            <a:solidFill>
              <a:schemeClr val="bg1"/>
            </a:solidFill>
            <a:latin typeface="Arial Narrow" panose="020B0606020202030204" pitchFamily="34" charset="0"/>
          </a:endParaRPr>
        </a:p>
      </dgm:t>
    </dgm:pt>
    <dgm:pt modelId="{94961CCE-A0F6-4147-934C-1E5A0FC0C62C}" type="sibTrans" cxnId="{416B1DB6-EB27-47E7-9397-B1A4471CBD0C}">
      <dgm:prSet/>
      <dgm:spPr/>
      <dgm:t>
        <a:bodyPr/>
        <a:lstStyle/>
        <a:p>
          <a:endParaRPr lang="en-US" sz="2400">
            <a:solidFill>
              <a:schemeClr val="bg1"/>
            </a:solidFill>
            <a:latin typeface="Arial Narrow" panose="020B0606020202030204" pitchFamily="34" charset="0"/>
          </a:endParaRPr>
        </a:p>
      </dgm:t>
    </dgm:pt>
    <dgm:pt modelId="{9917E172-B749-49F2-B8A4-5378E0E5C3B4}">
      <dgm:prSet custT="1"/>
      <dgm:spPr/>
      <dgm:t>
        <a:bodyPr/>
        <a:lstStyle/>
        <a:p>
          <a:r>
            <a:rPr lang="en-US" sz="2800" dirty="0" smtClean="0">
              <a:effectLst/>
              <a:latin typeface="Arial Narrow" panose="020B0606020202030204" pitchFamily="34" charset="0"/>
              <a:ea typeface="Calibri" panose="020F0502020204030204" pitchFamily="34" charset="0"/>
            </a:rPr>
            <a:t>Role in family</a:t>
          </a:r>
          <a:endParaRPr lang="en-US" sz="2800" baseline="0" dirty="0" smtClean="0">
            <a:effectLst/>
            <a:latin typeface="Arial Narrow" panose="020B0606020202030204" pitchFamily="34" charset="0"/>
            <a:ea typeface="Calibri" panose="020F0502020204030204" pitchFamily="34" charset="0"/>
          </a:endParaRPr>
        </a:p>
      </dgm:t>
    </dgm:pt>
    <dgm:pt modelId="{3B8CB77B-EFBF-4F99-BEC7-7A5777DB69AE}" type="parTrans" cxnId="{7562F501-CA00-4ECD-B976-2A0DC4E6F12F}">
      <dgm:prSet/>
      <dgm:spPr/>
      <dgm:t>
        <a:bodyPr/>
        <a:lstStyle/>
        <a:p>
          <a:endParaRPr lang="en-US" sz="2400"/>
        </a:p>
      </dgm:t>
    </dgm:pt>
    <dgm:pt modelId="{151E0DFB-CC02-46D9-B962-4D1D4E961B09}" type="sibTrans" cxnId="{7562F501-CA00-4ECD-B976-2A0DC4E6F12F}">
      <dgm:prSet/>
      <dgm:spPr/>
      <dgm:t>
        <a:bodyPr/>
        <a:lstStyle/>
        <a:p>
          <a:endParaRPr lang="en-US" sz="2400"/>
        </a:p>
      </dgm:t>
    </dgm:pt>
    <dgm:pt modelId="{E26A63DE-57C3-4C13-BEF7-29727A768FA6}">
      <dgm:prSet/>
      <dgm:spPr/>
      <dgm:t>
        <a:bodyPr/>
        <a:lstStyle/>
        <a:p>
          <a:endParaRPr lang="en-US"/>
        </a:p>
      </dgm:t>
    </dgm:pt>
    <dgm:pt modelId="{14B93565-F77E-4F88-B245-5886663A6CFD}" type="parTrans" cxnId="{C62B79A3-A52C-450C-9B03-565EA5855D70}">
      <dgm:prSet/>
      <dgm:spPr/>
      <dgm:t>
        <a:bodyPr/>
        <a:lstStyle/>
        <a:p>
          <a:endParaRPr lang="en-US" sz="2400"/>
        </a:p>
      </dgm:t>
    </dgm:pt>
    <dgm:pt modelId="{CBA85898-E254-4305-9F54-2DA732F29DB9}" type="sibTrans" cxnId="{C62B79A3-A52C-450C-9B03-565EA5855D70}">
      <dgm:prSet/>
      <dgm:spPr/>
      <dgm:t>
        <a:bodyPr/>
        <a:lstStyle/>
        <a:p>
          <a:endParaRPr lang="en-US" sz="2400"/>
        </a:p>
      </dgm:t>
    </dgm:pt>
    <dgm:pt modelId="{14A6BF2C-45DF-435F-8EFF-307F4A221428}">
      <dgm:prSet/>
      <dgm:spPr/>
      <dgm:t>
        <a:bodyPr/>
        <a:lstStyle/>
        <a:p>
          <a:endParaRPr lang="en-US"/>
        </a:p>
      </dgm:t>
    </dgm:pt>
    <dgm:pt modelId="{DC85F7FC-0C82-4FF0-8A28-B0ECB1611101}" type="parTrans" cxnId="{8EF93687-7A6F-484F-9E13-0CCFAF7188CD}">
      <dgm:prSet/>
      <dgm:spPr/>
      <dgm:t>
        <a:bodyPr/>
        <a:lstStyle/>
        <a:p>
          <a:endParaRPr lang="en-US" sz="2400"/>
        </a:p>
      </dgm:t>
    </dgm:pt>
    <dgm:pt modelId="{7EA4832C-306B-4A31-A61C-3076ECC1AF84}" type="sibTrans" cxnId="{8EF93687-7A6F-484F-9E13-0CCFAF7188CD}">
      <dgm:prSet/>
      <dgm:spPr/>
      <dgm:t>
        <a:bodyPr/>
        <a:lstStyle/>
        <a:p>
          <a:endParaRPr lang="en-US" sz="2400"/>
        </a:p>
      </dgm:t>
    </dgm:pt>
    <dgm:pt modelId="{1FAA68DB-B22C-44E0-BD6B-C318789EE2FD}">
      <dgm:prSet/>
      <dgm:spPr/>
      <dgm:t>
        <a:bodyPr/>
        <a:lstStyle/>
        <a:p>
          <a:endParaRPr lang="en-US"/>
        </a:p>
      </dgm:t>
    </dgm:pt>
    <dgm:pt modelId="{539FDF33-F16D-43D6-8D8E-622111C985F6}" type="parTrans" cxnId="{4FA33AEA-A580-4073-AC43-DC9ED83F6753}">
      <dgm:prSet/>
      <dgm:spPr/>
      <dgm:t>
        <a:bodyPr/>
        <a:lstStyle/>
        <a:p>
          <a:endParaRPr lang="en-US" sz="2400"/>
        </a:p>
      </dgm:t>
    </dgm:pt>
    <dgm:pt modelId="{80DF09B8-A21A-494A-97C5-79527C89AC7D}" type="sibTrans" cxnId="{4FA33AEA-A580-4073-AC43-DC9ED83F6753}">
      <dgm:prSet/>
      <dgm:spPr/>
      <dgm:t>
        <a:bodyPr/>
        <a:lstStyle/>
        <a:p>
          <a:endParaRPr lang="en-US" sz="2400"/>
        </a:p>
      </dgm:t>
    </dgm:pt>
    <dgm:pt modelId="{E19CDDC0-0EE8-4DD4-8DA9-2298BE05B664}">
      <dgm:prSet/>
      <dgm:spPr/>
      <dgm:t>
        <a:bodyPr/>
        <a:lstStyle/>
        <a:p>
          <a:endParaRPr lang="en-US"/>
        </a:p>
      </dgm:t>
    </dgm:pt>
    <dgm:pt modelId="{17BD1DB2-1C52-4BCF-BE77-B7CCE7C13184}" type="parTrans" cxnId="{33588612-2013-4597-AA24-52B8BDB0A70B}">
      <dgm:prSet/>
      <dgm:spPr/>
      <dgm:t>
        <a:bodyPr/>
        <a:lstStyle/>
        <a:p>
          <a:endParaRPr lang="en-US" sz="2400"/>
        </a:p>
      </dgm:t>
    </dgm:pt>
    <dgm:pt modelId="{AE38622C-7971-45A7-B367-837860EE3302}" type="sibTrans" cxnId="{33588612-2013-4597-AA24-52B8BDB0A70B}">
      <dgm:prSet/>
      <dgm:spPr/>
      <dgm:t>
        <a:bodyPr/>
        <a:lstStyle/>
        <a:p>
          <a:endParaRPr lang="en-US" sz="2400"/>
        </a:p>
      </dgm:t>
    </dgm:pt>
    <dgm:pt modelId="{1D772D56-5D0E-489F-AAB0-331C14D2CD8E}">
      <dgm:prSet phldrT="[Text]"/>
      <dgm:spPr/>
      <dgm:t>
        <a:bodyPr/>
        <a:lstStyle/>
        <a:p>
          <a:endParaRPr lang="en-US" sz="2400" dirty="0">
            <a:solidFill>
              <a:schemeClr val="bg1"/>
            </a:solidFill>
            <a:latin typeface="Arial Narrow" panose="020B0606020202030204" pitchFamily="34" charset="0"/>
          </a:endParaRPr>
        </a:p>
      </dgm:t>
    </dgm:pt>
    <dgm:pt modelId="{5E6151F7-A6C2-41FE-B7E6-3C5F2832D5A9}" type="parTrans" cxnId="{20B4BC7E-5E07-4E85-9012-911959C285CC}">
      <dgm:prSet/>
      <dgm:spPr/>
      <dgm:t>
        <a:bodyPr/>
        <a:lstStyle/>
        <a:p>
          <a:endParaRPr lang="en-US" sz="2400"/>
        </a:p>
      </dgm:t>
    </dgm:pt>
    <dgm:pt modelId="{F91C06A4-1396-4A46-8C8B-B5A41CA1C71B}" type="sibTrans" cxnId="{20B4BC7E-5E07-4E85-9012-911959C285CC}">
      <dgm:prSet/>
      <dgm:spPr/>
      <dgm:t>
        <a:bodyPr/>
        <a:lstStyle/>
        <a:p>
          <a:endParaRPr lang="en-US" sz="2400"/>
        </a:p>
      </dgm:t>
    </dgm:pt>
    <dgm:pt modelId="{D204039F-F028-4689-8BFD-DAAC9964A8ED}">
      <dgm:prSet custT="1"/>
      <dgm:spPr/>
      <dgm:t>
        <a:bodyPr/>
        <a:lstStyle/>
        <a:p>
          <a:pPr rtl="0"/>
          <a:r>
            <a:rPr lang="en-US" sz="2800" dirty="0" smtClean="0">
              <a:solidFill>
                <a:schemeClr val="bg1"/>
              </a:solidFill>
              <a:effectLst/>
              <a:latin typeface="Arial Narrow" panose="020B0606020202030204" pitchFamily="34" charset="0"/>
              <a:ea typeface="Calibri" panose="020F0502020204030204" pitchFamily="34" charset="0"/>
              <a:cs typeface="+mn-cs"/>
            </a:rPr>
            <a:t>Less time to spend with family</a:t>
          </a:r>
          <a:endParaRPr lang="en-US" sz="2800" dirty="0">
            <a:solidFill>
              <a:schemeClr val="bg1"/>
            </a:solidFill>
            <a:effectLst/>
            <a:latin typeface="Arial Narrow" panose="020B0606020202030204" pitchFamily="34" charset="0"/>
            <a:ea typeface="Calibri" panose="020F0502020204030204" pitchFamily="34" charset="0"/>
            <a:cs typeface="+mn-cs"/>
          </a:endParaRPr>
        </a:p>
      </dgm:t>
    </dgm:pt>
    <dgm:pt modelId="{8984ED50-8CB1-4866-A858-B44E66C18AB4}" type="parTrans" cxnId="{836E2EE0-AAA3-4E78-96CD-30262EC6E6D6}">
      <dgm:prSet/>
      <dgm:spPr/>
      <dgm:t>
        <a:bodyPr/>
        <a:lstStyle/>
        <a:p>
          <a:endParaRPr lang="en-US" sz="2400"/>
        </a:p>
      </dgm:t>
    </dgm:pt>
    <dgm:pt modelId="{30D28ED2-7359-4DAF-9BC2-A55E9ACBE8DC}" type="sibTrans" cxnId="{836E2EE0-AAA3-4E78-96CD-30262EC6E6D6}">
      <dgm:prSet/>
      <dgm:spPr/>
      <dgm:t>
        <a:bodyPr/>
        <a:lstStyle/>
        <a:p>
          <a:endParaRPr lang="en-US" sz="2400"/>
        </a:p>
      </dgm:t>
    </dgm:pt>
    <dgm:pt modelId="{12E024C7-93A3-4E5C-91AE-C62E509633BA}">
      <dgm:prSet phldrT="[Text]" custT="1"/>
      <dgm:spPr/>
      <dgm:t>
        <a:bodyPr/>
        <a:lstStyle/>
        <a:p>
          <a:r>
            <a:rPr lang="en-US" sz="2800" dirty="0" smtClean="0">
              <a:effectLst/>
              <a:latin typeface="Arial Narrow" panose="020B0606020202030204" pitchFamily="34" charset="0"/>
              <a:ea typeface="Calibri" panose="020F0502020204030204" pitchFamily="34" charset="0"/>
            </a:rPr>
            <a:t>Providing for basic needs, improving family circumstances</a:t>
          </a:r>
        </a:p>
      </dgm:t>
    </dgm:pt>
    <dgm:pt modelId="{9CE26DE1-5388-4DA0-835D-D35BA02FAD65}" type="parTrans" cxnId="{90FB48A1-6C84-4D3A-9DCA-B64F31AA5B00}">
      <dgm:prSet/>
      <dgm:spPr/>
      <dgm:t>
        <a:bodyPr/>
        <a:lstStyle/>
        <a:p>
          <a:endParaRPr lang="en-US"/>
        </a:p>
      </dgm:t>
    </dgm:pt>
    <dgm:pt modelId="{B3B35258-8DBA-455A-B294-FF8513D3C213}" type="sibTrans" cxnId="{90FB48A1-6C84-4D3A-9DCA-B64F31AA5B00}">
      <dgm:prSet/>
      <dgm:spPr/>
      <dgm:t>
        <a:bodyPr/>
        <a:lstStyle/>
        <a:p>
          <a:endParaRPr lang="en-US"/>
        </a:p>
      </dgm:t>
    </dgm:pt>
    <dgm:pt modelId="{ED41100D-2FD2-4BD0-9C70-6E6B00FA7B20}">
      <dgm:prSet custT="1"/>
      <dgm:spPr/>
      <dgm:t>
        <a:bodyPr/>
        <a:lstStyle/>
        <a:p>
          <a:r>
            <a:rPr lang="en-US" sz="2800" baseline="0" dirty="0" smtClean="0">
              <a:effectLst/>
              <a:latin typeface="Arial Narrow" panose="020B0606020202030204" pitchFamily="34" charset="0"/>
              <a:ea typeface="Calibri" panose="020F0502020204030204" pitchFamily="34" charset="0"/>
            </a:rPr>
            <a:t>Helping adult family members</a:t>
          </a:r>
          <a:endParaRPr lang="en-US" sz="2800" dirty="0" smtClean="0">
            <a:effectLst/>
            <a:latin typeface="Arial Narrow" panose="020B0606020202030204" pitchFamily="34" charset="0"/>
            <a:ea typeface="Calibri" panose="020F0502020204030204" pitchFamily="34" charset="0"/>
          </a:endParaRPr>
        </a:p>
      </dgm:t>
    </dgm:pt>
    <dgm:pt modelId="{98C3830A-C037-44F8-A337-CA8A26622F60}" type="parTrans" cxnId="{404BBA97-527C-4E1E-9EF3-F50BA996380F}">
      <dgm:prSet/>
      <dgm:spPr/>
      <dgm:t>
        <a:bodyPr/>
        <a:lstStyle/>
        <a:p>
          <a:endParaRPr lang="en-US"/>
        </a:p>
      </dgm:t>
    </dgm:pt>
    <dgm:pt modelId="{647BA672-4242-42A7-94F3-131A2DDC13FD}" type="sibTrans" cxnId="{404BBA97-527C-4E1E-9EF3-F50BA996380F}">
      <dgm:prSet/>
      <dgm:spPr/>
      <dgm:t>
        <a:bodyPr/>
        <a:lstStyle/>
        <a:p>
          <a:endParaRPr lang="en-US"/>
        </a:p>
      </dgm:t>
    </dgm:pt>
    <dgm:pt modelId="{8ED059F6-C520-439D-B8F4-B32FA0C03FD0}">
      <dgm:prSet phldrT="[Text]" custT="1"/>
      <dgm:spPr/>
      <dgm:t>
        <a:bodyPr/>
        <a:lstStyle/>
        <a:p>
          <a:pPr rtl="0"/>
          <a:r>
            <a:rPr lang="en-US" sz="2800" dirty="0" smtClean="0">
              <a:solidFill>
                <a:schemeClr val="bg1"/>
              </a:solidFill>
              <a:latin typeface="Arial Narrow" panose="020B0606020202030204" pitchFamily="34" charset="0"/>
            </a:rPr>
            <a:t>SSDI and other benefits to children</a:t>
          </a:r>
          <a:endParaRPr lang="en-US" sz="2800" dirty="0">
            <a:solidFill>
              <a:schemeClr val="bg1"/>
            </a:solidFill>
            <a:effectLst/>
            <a:latin typeface="Arial Narrow" panose="020B0606020202030204" pitchFamily="34" charset="0"/>
            <a:ea typeface="Calibri" panose="020F0502020204030204" pitchFamily="34" charset="0"/>
            <a:cs typeface="+mn-cs"/>
          </a:endParaRPr>
        </a:p>
      </dgm:t>
    </dgm:pt>
    <dgm:pt modelId="{D053CD69-1A5F-46AB-BB33-9D2FBB555501}" type="parTrans" cxnId="{2E67C56F-295C-4055-9A6F-CF8276C8E742}">
      <dgm:prSet/>
      <dgm:spPr/>
      <dgm:t>
        <a:bodyPr/>
        <a:lstStyle/>
        <a:p>
          <a:endParaRPr lang="en-US"/>
        </a:p>
      </dgm:t>
    </dgm:pt>
    <dgm:pt modelId="{F7810D87-6C68-4EE7-ADCA-FCF2D493871A}" type="sibTrans" cxnId="{2E67C56F-295C-4055-9A6F-CF8276C8E742}">
      <dgm:prSet/>
      <dgm:spPr/>
      <dgm:t>
        <a:bodyPr/>
        <a:lstStyle/>
        <a:p>
          <a:endParaRPr lang="en-US"/>
        </a:p>
      </dgm:t>
    </dgm:pt>
    <dgm:pt modelId="{7EF25AD7-658A-490E-A61F-EFBC29C66900}">
      <dgm:prSet custT="1"/>
      <dgm:spPr/>
      <dgm:t>
        <a:bodyPr/>
        <a:lstStyle/>
        <a:p>
          <a:pPr rtl="0"/>
          <a:r>
            <a:rPr lang="en-US" sz="2800" smtClean="0">
              <a:effectLst/>
              <a:latin typeface="Arial Narrow" panose="020B0606020202030204" pitchFamily="34" charset="0"/>
              <a:ea typeface="Calibri" panose="020F0502020204030204" pitchFamily="34" charset="0"/>
            </a:rPr>
            <a:t>Caregiving responsibilities</a:t>
          </a:r>
          <a:endParaRPr lang="en-US" sz="2800" dirty="0">
            <a:solidFill>
              <a:schemeClr val="bg1"/>
            </a:solidFill>
            <a:effectLst/>
            <a:latin typeface="Arial Narrow" panose="020B0606020202030204" pitchFamily="34" charset="0"/>
            <a:ea typeface="Calibri" panose="020F0502020204030204" pitchFamily="34" charset="0"/>
            <a:cs typeface="+mn-cs"/>
          </a:endParaRPr>
        </a:p>
      </dgm:t>
    </dgm:pt>
    <dgm:pt modelId="{F63B5531-746C-40BF-9810-EFE471D3D0D2}" type="parTrans" cxnId="{2F8E30FA-DAB3-4DD7-9B86-1A8CCC5D461D}">
      <dgm:prSet/>
      <dgm:spPr/>
      <dgm:t>
        <a:bodyPr/>
        <a:lstStyle/>
        <a:p>
          <a:endParaRPr lang="en-US"/>
        </a:p>
      </dgm:t>
    </dgm:pt>
    <dgm:pt modelId="{D356F2FA-18C3-46CF-9041-7B872BD52810}" type="sibTrans" cxnId="{2F8E30FA-DAB3-4DD7-9B86-1A8CCC5D461D}">
      <dgm:prSet/>
      <dgm:spPr/>
      <dgm:t>
        <a:bodyPr/>
        <a:lstStyle/>
        <a:p>
          <a:endParaRPr lang="en-US"/>
        </a:p>
      </dgm:t>
    </dgm:pt>
    <dgm:pt modelId="{6BCD65E6-B1A5-4C11-8225-88D6089AAC93}">
      <dgm:prSet custT="1"/>
      <dgm:spPr/>
      <dgm:t>
        <a:bodyPr/>
        <a:lstStyle/>
        <a:p>
          <a:r>
            <a:rPr lang="en-US" sz="2800" dirty="0" smtClean="0">
              <a:effectLst/>
              <a:latin typeface="Arial Narrow" panose="020B0606020202030204" pitchFamily="34" charset="0"/>
              <a:ea typeface="Calibri" panose="020F0502020204030204" pitchFamily="34" charset="0"/>
            </a:rPr>
            <a:t>Visiting, going to family outings, buying gifts</a:t>
          </a:r>
          <a:endParaRPr lang="en-US" sz="2800" baseline="0" dirty="0" smtClean="0">
            <a:effectLst/>
            <a:latin typeface="Arial Narrow" panose="020B0606020202030204" pitchFamily="34" charset="0"/>
            <a:ea typeface="Calibri" panose="020F0502020204030204" pitchFamily="34" charset="0"/>
          </a:endParaRPr>
        </a:p>
      </dgm:t>
    </dgm:pt>
    <dgm:pt modelId="{C3289968-D86D-4886-BB05-10FC68DB914C}" type="parTrans" cxnId="{C249A243-9CD4-4676-B1DF-3E6F6F9DA17B}">
      <dgm:prSet/>
      <dgm:spPr/>
      <dgm:t>
        <a:bodyPr/>
        <a:lstStyle/>
        <a:p>
          <a:endParaRPr lang="en-US"/>
        </a:p>
      </dgm:t>
    </dgm:pt>
    <dgm:pt modelId="{93C9B9E9-6637-4B19-B918-8459D4288DF6}" type="sibTrans" cxnId="{C249A243-9CD4-4676-B1DF-3E6F6F9DA17B}">
      <dgm:prSet/>
      <dgm:spPr/>
      <dgm:t>
        <a:bodyPr/>
        <a:lstStyle/>
        <a:p>
          <a:endParaRPr lang="en-US"/>
        </a:p>
      </dgm:t>
    </dgm:pt>
    <dgm:pt modelId="{F93AC375-F427-451A-A296-2ABB8ABCAAAC}" type="pres">
      <dgm:prSet presAssocID="{83786972-37FE-44A9-AF1F-BDFD616352A7}" presName="outerComposite" presStyleCnt="0">
        <dgm:presLayoutVars>
          <dgm:chMax val="2"/>
          <dgm:animLvl val="lvl"/>
          <dgm:resizeHandles val="exact"/>
        </dgm:presLayoutVars>
      </dgm:prSet>
      <dgm:spPr/>
      <dgm:t>
        <a:bodyPr/>
        <a:lstStyle/>
        <a:p>
          <a:endParaRPr lang="en-US"/>
        </a:p>
      </dgm:t>
    </dgm:pt>
    <dgm:pt modelId="{65C9007B-AD16-4680-B9D5-4C5F4C0B1A07}" type="pres">
      <dgm:prSet presAssocID="{83786972-37FE-44A9-AF1F-BDFD616352A7}" presName="dummyMaxCanvas" presStyleCnt="0"/>
      <dgm:spPr/>
    </dgm:pt>
    <dgm:pt modelId="{CAD13664-DFF8-4CAC-BE60-A79C3C4D426A}" type="pres">
      <dgm:prSet presAssocID="{83786972-37FE-44A9-AF1F-BDFD616352A7}" presName="parentComposite" presStyleCnt="0"/>
      <dgm:spPr/>
    </dgm:pt>
    <dgm:pt modelId="{CB8D2C1B-2921-4817-8930-200CA2078958}" type="pres">
      <dgm:prSet presAssocID="{83786972-37FE-44A9-AF1F-BDFD616352A7}" presName="parent1" presStyleLbl="alignAccFollowNode1" presStyleIdx="0" presStyleCnt="4" custLinFactNeighborX="1380" custLinFactNeighborY="28571">
        <dgm:presLayoutVars>
          <dgm:chMax val="4"/>
        </dgm:presLayoutVars>
      </dgm:prSet>
      <dgm:spPr/>
      <dgm:t>
        <a:bodyPr/>
        <a:lstStyle/>
        <a:p>
          <a:endParaRPr lang="en-US"/>
        </a:p>
      </dgm:t>
    </dgm:pt>
    <dgm:pt modelId="{E7C647C9-7465-45A3-898D-DB9AFC73AE81}" type="pres">
      <dgm:prSet presAssocID="{83786972-37FE-44A9-AF1F-BDFD616352A7}" presName="parent2" presStyleLbl="alignAccFollowNode1" presStyleIdx="1" presStyleCnt="4" custLinFactNeighborX="1380" custLinFactNeighborY="28571">
        <dgm:presLayoutVars>
          <dgm:chMax val="4"/>
        </dgm:presLayoutVars>
      </dgm:prSet>
      <dgm:spPr/>
      <dgm:t>
        <a:bodyPr/>
        <a:lstStyle/>
        <a:p>
          <a:endParaRPr lang="en-US"/>
        </a:p>
      </dgm:t>
    </dgm:pt>
    <dgm:pt modelId="{8AB83D4F-298C-4398-8A41-BCAEC2F3D39D}" type="pres">
      <dgm:prSet presAssocID="{83786972-37FE-44A9-AF1F-BDFD616352A7}" presName="childrenComposite" presStyleCnt="0"/>
      <dgm:spPr/>
    </dgm:pt>
    <dgm:pt modelId="{7DBB7D51-7B68-45B5-9EA3-F4A78DCA6F12}" type="pres">
      <dgm:prSet presAssocID="{83786972-37FE-44A9-AF1F-BDFD616352A7}" presName="dummyMaxCanvas_ChildArea" presStyleCnt="0"/>
      <dgm:spPr/>
    </dgm:pt>
    <dgm:pt modelId="{15572B2B-841A-4C25-8309-D5D9DB3860B9}" type="pres">
      <dgm:prSet presAssocID="{83786972-37FE-44A9-AF1F-BDFD616352A7}" presName="fulcrum" presStyleLbl="alignAccFollowNode1" presStyleIdx="2" presStyleCnt="4"/>
      <dgm:spPr/>
    </dgm:pt>
    <dgm:pt modelId="{47011C89-E0F7-4C95-A932-3BC9DF2ADECB}" type="pres">
      <dgm:prSet presAssocID="{83786972-37FE-44A9-AF1F-BDFD616352A7}" presName="balance_44" presStyleLbl="alignAccFollowNode1" presStyleIdx="3" presStyleCnt="4">
        <dgm:presLayoutVars>
          <dgm:bulletEnabled val="1"/>
        </dgm:presLayoutVars>
      </dgm:prSet>
      <dgm:spPr/>
    </dgm:pt>
    <dgm:pt modelId="{6B6D26C4-3325-43FF-9FF6-AF2FA9D2B83B}" type="pres">
      <dgm:prSet presAssocID="{83786972-37FE-44A9-AF1F-BDFD616352A7}" presName="right_44_1" presStyleLbl="node1" presStyleIdx="0" presStyleCnt="8" custScaleX="191545" custLinFactNeighborX="29725" custLinFactNeighborY="-7655">
        <dgm:presLayoutVars>
          <dgm:bulletEnabled val="1"/>
        </dgm:presLayoutVars>
      </dgm:prSet>
      <dgm:spPr/>
      <dgm:t>
        <a:bodyPr/>
        <a:lstStyle/>
        <a:p>
          <a:endParaRPr lang="en-US"/>
        </a:p>
      </dgm:t>
    </dgm:pt>
    <dgm:pt modelId="{767D1679-23B9-49D5-A70D-35D200041468}" type="pres">
      <dgm:prSet presAssocID="{83786972-37FE-44A9-AF1F-BDFD616352A7}" presName="right_44_2" presStyleLbl="node1" presStyleIdx="1" presStyleCnt="8" custScaleX="191545" custLinFactNeighborX="29725" custLinFactNeighborY="-7655">
        <dgm:presLayoutVars>
          <dgm:bulletEnabled val="1"/>
        </dgm:presLayoutVars>
      </dgm:prSet>
      <dgm:spPr/>
      <dgm:t>
        <a:bodyPr/>
        <a:lstStyle/>
        <a:p>
          <a:endParaRPr lang="en-US"/>
        </a:p>
      </dgm:t>
    </dgm:pt>
    <dgm:pt modelId="{98B245B5-C9FE-4A3C-99BE-28C56EA31328}" type="pres">
      <dgm:prSet presAssocID="{83786972-37FE-44A9-AF1F-BDFD616352A7}" presName="right_44_3" presStyleLbl="node1" presStyleIdx="2" presStyleCnt="8" custScaleX="191545" custLinFactNeighborX="29725" custLinFactNeighborY="-7655">
        <dgm:presLayoutVars>
          <dgm:bulletEnabled val="1"/>
        </dgm:presLayoutVars>
      </dgm:prSet>
      <dgm:spPr/>
      <dgm:t>
        <a:bodyPr/>
        <a:lstStyle/>
        <a:p>
          <a:endParaRPr lang="en-US"/>
        </a:p>
      </dgm:t>
    </dgm:pt>
    <dgm:pt modelId="{5E41755E-4A32-469D-A5E1-CCF4B3596320}" type="pres">
      <dgm:prSet presAssocID="{83786972-37FE-44A9-AF1F-BDFD616352A7}" presName="right_44_4" presStyleLbl="node1" presStyleIdx="3" presStyleCnt="8" custScaleX="191545" custLinFactNeighborX="29725" custLinFactNeighborY="-7655">
        <dgm:presLayoutVars>
          <dgm:bulletEnabled val="1"/>
        </dgm:presLayoutVars>
      </dgm:prSet>
      <dgm:spPr/>
      <dgm:t>
        <a:bodyPr/>
        <a:lstStyle/>
        <a:p>
          <a:endParaRPr lang="en-US"/>
        </a:p>
      </dgm:t>
    </dgm:pt>
    <dgm:pt modelId="{A3823A32-C867-462F-8B7E-7181F63CCCB6}" type="pres">
      <dgm:prSet presAssocID="{83786972-37FE-44A9-AF1F-BDFD616352A7}" presName="left_44_1" presStyleLbl="node1" presStyleIdx="4" presStyleCnt="8" custScaleX="191545" custLinFactNeighborX="-33478" custLinFactNeighborY="-7655">
        <dgm:presLayoutVars>
          <dgm:bulletEnabled val="1"/>
        </dgm:presLayoutVars>
      </dgm:prSet>
      <dgm:spPr/>
      <dgm:t>
        <a:bodyPr/>
        <a:lstStyle/>
        <a:p>
          <a:endParaRPr lang="en-US"/>
        </a:p>
      </dgm:t>
    </dgm:pt>
    <dgm:pt modelId="{FA59F960-18B1-4C8B-9024-18DF4B66E41D}" type="pres">
      <dgm:prSet presAssocID="{83786972-37FE-44A9-AF1F-BDFD616352A7}" presName="left_44_2" presStyleLbl="node1" presStyleIdx="5" presStyleCnt="8" custScaleX="191545" custLinFactNeighborX="-33478" custLinFactNeighborY="-7655">
        <dgm:presLayoutVars>
          <dgm:bulletEnabled val="1"/>
        </dgm:presLayoutVars>
      </dgm:prSet>
      <dgm:spPr/>
      <dgm:t>
        <a:bodyPr/>
        <a:lstStyle/>
        <a:p>
          <a:endParaRPr lang="en-US"/>
        </a:p>
      </dgm:t>
    </dgm:pt>
    <dgm:pt modelId="{EEDC8F6D-84F3-485D-90A4-C6BC4DE8D7C6}" type="pres">
      <dgm:prSet presAssocID="{83786972-37FE-44A9-AF1F-BDFD616352A7}" presName="left_44_3" presStyleLbl="node1" presStyleIdx="6" presStyleCnt="8" custScaleX="191545" custLinFactNeighborX="-33478" custLinFactNeighborY="-7655">
        <dgm:presLayoutVars>
          <dgm:bulletEnabled val="1"/>
        </dgm:presLayoutVars>
      </dgm:prSet>
      <dgm:spPr/>
      <dgm:t>
        <a:bodyPr/>
        <a:lstStyle/>
        <a:p>
          <a:endParaRPr lang="en-US"/>
        </a:p>
      </dgm:t>
    </dgm:pt>
    <dgm:pt modelId="{90069ED3-AFFB-45B8-B09C-EAB4AF4C740D}" type="pres">
      <dgm:prSet presAssocID="{83786972-37FE-44A9-AF1F-BDFD616352A7}" presName="left_44_4" presStyleLbl="node1" presStyleIdx="7" presStyleCnt="8" custScaleX="191545" custLinFactNeighborX="-33478" custLinFactNeighborY="-7655">
        <dgm:presLayoutVars>
          <dgm:bulletEnabled val="1"/>
        </dgm:presLayoutVars>
      </dgm:prSet>
      <dgm:spPr/>
      <dgm:t>
        <a:bodyPr/>
        <a:lstStyle/>
        <a:p>
          <a:endParaRPr lang="en-US"/>
        </a:p>
      </dgm:t>
    </dgm:pt>
  </dgm:ptLst>
  <dgm:cxnLst>
    <dgm:cxn modelId="{C249A243-9CD4-4676-B1DF-3E6F6F9DA17B}" srcId="{ECB7E061-36D1-496E-8AC6-E14F7D89E6DF}" destId="{6BCD65E6-B1A5-4C11-8225-88D6089AAC93}" srcOrd="0" destOrd="0" parTransId="{C3289968-D86D-4886-BB05-10FC68DB914C}" sibTransId="{93C9B9E9-6637-4B19-B918-8459D4288DF6}"/>
    <dgm:cxn modelId="{7562F501-CA00-4ECD-B976-2A0DC4E6F12F}" srcId="{ECB7E061-36D1-496E-8AC6-E14F7D89E6DF}" destId="{9917E172-B749-49F2-B8A4-5378E0E5C3B4}" srcOrd="1" destOrd="0" parTransId="{3B8CB77B-EFBF-4F99-BEC7-7A5777DB69AE}" sibTransId="{151E0DFB-CC02-46D9-B962-4D1D4E961B09}"/>
    <dgm:cxn modelId="{404BBA97-527C-4E1E-9EF3-F50BA996380F}" srcId="{ECB7E061-36D1-496E-8AC6-E14F7D89E6DF}" destId="{ED41100D-2FD2-4BD0-9C70-6E6B00FA7B20}" srcOrd="2" destOrd="0" parTransId="{98C3830A-C037-44F8-A337-CA8A26622F60}" sibTransId="{647BA672-4242-42A7-94F3-131A2DDC13FD}"/>
    <dgm:cxn modelId="{3A6409B3-C53C-4CAB-8FA9-25039EE3A9EA}" type="presOf" srcId="{ECB7E061-36D1-496E-8AC6-E14F7D89E6DF}" destId="{CB8D2C1B-2921-4817-8930-200CA2078958}" srcOrd="0" destOrd="0" presId="urn:microsoft.com/office/officeart/2005/8/layout/balance1"/>
    <dgm:cxn modelId="{2F8E30FA-DAB3-4DD7-9B86-1A8CCC5D461D}" srcId="{2D1CD680-6E47-4B87-98EE-934AAD66AE8F}" destId="{7EF25AD7-658A-490E-A61F-EFBC29C66900}" srcOrd="1" destOrd="0" parTransId="{F63B5531-746C-40BF-9810-EFE471D3D0D2}" sibTransId="{D356F2FA-18C3-46CF-9041-7B872BD52810}"/>
    <dgm:cxn modelId="{2E67C56F-295C-4055-9A6F-CF8276C8E742}" srcId="{2D1CD680-6E47-4B87-98EE-934AAD66AE8F}" destId="{8ED059F6-C520-439D-B8F4-B32FA0C03FD0}" srcOrd="2" destOrd="0" parTransId="{D053CD69-1A5F-46AB-BB33-9D2FBB555501}" sibTransId="{F7810D87-6C68-4EE7-ADCA-FCF2D493871A}"/>
    <dgm:cxn modelId="{5CA22E16-2999-4339-9BF5-6811937430C4}" type="presOf" srcId="{2D1CD680-6E47-4B87-98EE-934AAD66AE8F}" destId="{E7C647C9-7465-45A3-898D-DB9AFC73AE81}" srcOrd="0" destOrd="0" presId="urn:microsoft.com/office/officeart/2005/8/layout/balance1"/>
    <dgm:cxn modelId="{836E2EE0-AAA3-4E78-96CD-30262EC6E6D6}" srcId="{2D1CD680-6E47-4B87-98EE-934AAD66AE8F}" destId="{D204039F-F028-4689-8BFD-DAAC9964A8ED}" srcOrd="0" destOrd="0" parTransId="{8984ED50-8CB1-4866-A858-B44E66C18AB4}" sibTransId="{30D28ED2-7359-4DAF-9BC2-A55E9ACBE8DC}"/>
    <dgm:cxn modelId="{EB12985E-E65A-48A2-A97B-077CFE6DA779}" type="presOf" srcId="{D204039F-F028-4689-8BFD-DAAC9964A8ED}" destId="{6B6D26C4-3325-43FF-9FF6-AF2FA9D2B83B}" srcOrd="0" destOrd="0" presId="urn:microsoft.com/office/officeart/2005/8/layout/balance1"/>
    <dgm:cxn modelId="{8EF93687-7A6F-484F-9E13-0CCFAF7188CD}" srcId="{E26A63DE-57C3-4C13-BEF7-29727A768FA6}" destId="{14A6BF2C-45DF-435F-8EFF-307F4A221428}" srcOrd="0" destOrd="0" parTransId="{DC85F7FC-0C82-4FF0-8A28-B0ECB1611101}" sibTransId="{7EA4832C-306B-4A31-A61C-3076ECC1AF84}"/>
    <dgm:cxn modelId="{5341C585-EB83-481A-B3EE-88EF6B467B4D}" type="presOf" srcId="{83786972-37FE-44A9-AF1F-BDFD616352A7}" destId="{F93AC375-F427-451A-A296-2ABB8ABCAAAC}" srcOrd="0" destOrd="0" presId="urn:microsoft.com/office/officeart/2005/8/layout/balance1"/>
    <dgm:cxn modelId="{B7465C98-8F02-44A5-88EE-72CD34C385EA}" type="presOf" srcId="{9917E172-B749-49F2-B8A4-5378E0E5C3B4}" destId="{FA59F960-18B1-4C8B-9024-18DF4B66E41D}" srcOrd="0" destOrd="0" presId="urn:microsoft.com/office/officeart/2005/8/layout/balance1"/>
    <dgm:cxn modelId="{33588612-2013-4597-AA24-52B8BDB0A70B}" srcId="{E26A63DE-57C3-4C13-BEF7-29727A768FA6}" destId="{E19CDDC0-0EE8-4DD4-8DA9-2298BE05B664}" srcOrd="2" destOrd="0" parTransId="{17BD1DB2-1C52-4BCF-BE77-B7CCE7C13184}" sibTransId="{AE38622C-7971-45A7-B367-837860EE3302}"/>
    <dgm:cxn modelId="{C62B79A3-A52C-450C-9B03-565EA5855D70}" srcId="{ECB7E061-36D1-496E-8AC6-E14F7D89E6DF}" destId="{E26A63DE-57C3-4C13-BEF7-29727A768FA6}" srcOrd="4" destOrd="0" parTransId="{14B93565-F77E-4F88-B245-5886663A6CFD}" sibTransId="{CBA85898-E254-4305-9F54-2DA732F29DB9}"/>
    <dgm:cxn modelId="{20B4BC7E-5E07-4E85-9012-911959C285CC}" srcId="{2D1CD680-6E47-4B87-98EE-934AAD66AE8F}" destId="{1D772D56-5D0E-489F-AAB0-331C14D2CD8E}" srcOrd="4" destOrd="0" parTransId="{5E6151F7-A6C2-41FE-B7E6-3C5F2832D5A9}" sibTransId="{F91C06A4-1396-4A46-8C8B-B5A41CA1C71B}"/>
    <dgm:cxn modelId="{CB99CDFC-57A8-41CF-877A-6B0F501B7051}" srcId="{83786972-37FE-44A9-AF1F-BDFD616352A7}" destId="{2D1CD680-6E47-4B87-98EE-934AAD66AE8F}" srcOrd="1" destOrd="0" parTransId="{4D0DC3F7-8B82-44CC-9F2F-09DC078F7C10}" sibTransId="{027C9648-7153-45FE-AF7B-8CB35836FE63}"/>
    <dgm:cxn modelId="{247EA5D0-0D93-45C8-9349-8EA4141020A0}" type="presOf" srcId="{BB5E2A84-DD59-49A2-8870-8ED49E5A2494}" destId="{5E41755E-4A32-469D-A5E1-CCF4B3596320}" srcOrd="0" destOrd="0" presId="urn:microsoft.com/office/officeart/2005/8/layout/balance1"/>
    <dgm:cxn modelId="{416B1DB6-EB27-47E7-9397-B1A4471CBD0C}" srcId="{2D1CD680-6E47-4B87-98EE-934AAD66AE8F}" destId="{BB5E2A84-DD59-49A2-8870-8ED49E5A2494}" srcOrd="3" destOrd="0" parTransId="{D4021EA8-7934-4D55-8196-DEF57C32AFC8}" sibTransId="{94961CCE-A0F6-4147-934C-1E5A0FC0C62C}"/>
    <dgm:cxn modelId="{A7651E2D-ECAF-42B3-9C61-B037D6C2A6B0}" type="presOf" srcId="{7EF25AD7-658A-490E-A61F-EFBC29C66900}" destId="{767D1679-23B9-49D5-A70D-35D200041468}" srcOrd="0" destOrd="0" presId="urn:microsoft.com/office/officeart/2005/8/layout/balance1"/>
    <dgm:cxn modelId="{4FA33AEA-A580-4073-AC43-DC9ED83F6753}" srcId="{E26A63DE-57C3-4C13-BEF7-29727A768FA6}" destId="{1FAA68DB-B22C-44E0-BD6B-C318789EE2FD}" srcOrd="1" destOrd="0" parTransId="{539FDF33-F16D-43D6-8D8E-622111C985F6}" sibTransId="{80DF09B8-A21A-494A-97C5-79527C89AC7D}"/>
    <dgm:cxn modelId="{90FB48A1-6C84-4D3A-9DCA-B64F31AA5B00}" srcId="{ECB7E061-36D1-496E-8AC6-E14F7D89E6DF}" destId="{12E024C7-93A3-4E5C-91AE-C62E509633BA}" srcOrd="3" destOrd="0" parTransId="{9CE26DE1-5388-4DA0-835D-D35BA02FAD65}" sibTransId="{B3B35258-8DBA-455A-B294-FF8513D3C213}"/>
    <dgm:cxn modelId="{F3E32094-676C-4945-9BF5-9950C601E07B}" type="presOf" srcId="{ED41100D-2FD2-4BD0-9C70-6E6B00FA7B20}" destId="{EEDC8F6D-84F3-485D-90A4-C6BC4DE8D7C6}" srcOrd="0" destOrd="0" presId="urn:microsoft.com/office/officeart/2005/8/layout/balance1"/>
    <dgm:cxn modelId="{E440F0A9-A5CA-4215-AC18-75EC95A698A8}" type="presOf" srcId="{6BCD65E6-B1A5-4C11-8225-88D6089AAC93}" destId="{A3823A32-C867-462F-8B7E-7181F63CCCB6}" srcOrd="0" destOrd="0" presId="urn:microsoft.com/office/officeart/2005/8/layout/balance1"/>
    <dgm:cxn modelId="{D707D2C7-E5F4-4D15-825A-AB69B0BAB0D8}" type="presOf" srcId="{12E024C7-93A3-4E5C-91AE-C62E509633BA}" destId="{90069ED3-AFFB-45B8-B09C-EAB4AF4C740D}" srcOrd="0" destOrd="0" presId="urn:microsoft.com/office/officeart/2005/8/layout/balance1"/>
    <dgm:cxn modelId="{B6A59208-E488-4101-8EDB-423D6CC2A880}" srcId="{83786972-37FE-44A9-AF1F-BDFD616352A7}" destId="{ECB7E061-36D1-496E-8AC6-E14F7D89E6DF}" srcOrd="0" destOrd="0" parTransId="{6D788911-5398-4015-80D6-78195E7F6C3B}" sibTransId="{4E8EE994-E637-4659-B71A-41675B16E35E}"/>
    <dgm:cxn modelId="{C6926D84-C9FB-485F-A17E-BD4F7B4F0B96}" type="presOf" srcId="{8ED059F6-C520-439D-B8F4-B32FA0C03FD0}" destId="{98B245B5-C9FE-4A3C-99BE-28C56EA31328}" srcOrd="0" destOrd="0" presId="urn:microsoft.com/office/officeart/2005/8/layout/balance1"/>
    <dgm:cxn modelId="{93E6D2F5-AA95-4310-A799-B087E52BE676}" type="presParOf" srcId="{F93AC375-F427-451A-A296-2ABB8ABCAAAC}" destId="{65C9007B-AD16-4680-B9D5-4C5F4C0B1A07}" srcOrd="0" destOrd="0" presId="urn:microsoft.com/office/officeart/2005/8/layout/balance1"/>
    <dgm:cxn modelId="{20E235AF-71B5-488B-A9FF-D924806871C3}" type="presParOf" srcId="{F93AC375-F427-451A-A296-2ABB8ABCAAAC}" destId="{CAD13664-DFF8-4CAC-BE60-A79C3C4D426A}" srcOrd="1" destOrd="0" presId="urn:microsoft.com/office/officeart/2005/8/layout/balance1"/>
    <dgm:cxn modelId="{18DD2C72-90C8-4A5F-8EE0-7B88C9AA318B}" type="presParOf" srcId="{CAD13664-DFF8-4CAC-BE60-A79C3C4D426A}" destId="{CB8D2C1B-2921-4817-8930-200CA2078958}" srcOrd="0" destOrd="0" presId="urn:microsoft.com/office/officeart/2005/8/layout/balance1"/>
    <dgm:cxn modelId="{6DD1D933-F5B3-482A-BBF1-7E84FA79A809}" type="presParOf" srcId="{CAD13664-DFF8-4CAC-BE60-A79C3C4D426A}" destId="{E7C647C9-7465-45A3-898D-DB9AFC73AE81}" srcOrd="1" destOrd="0" presId="urn:microsoft.com/office/officeart/2005/8/layout/balance1"/>
    <dgm:cxn modelId="{AF706418-3312-40E7-B69E-7D35513440AC}" type="presParOf" srcId="{F93AC375-F427-451A-A296-2ABB8ABCAAAC}" destId="{8AB83D4F-298C-4398-8A41-BCAEC2F3D39D}" srcOrd="2" destOrd="0" presId="urn:microsoft.com/office/officeart/2005/8/layout/balance1"/>
    <dgm:cxn modelId="{34CA6A42-F080-4B81-9340-45AF4765AC84}" type="presParOf" srcId="{8AB83D4F-298C-4398-8A41-BCAEC2F3D39D}" destId="{7DBB7D51-7B68-45B5-9EA3-F4A78DCA6F12}" srcOrd="0" destOrd="0" presId="urn:microsoft.com/office/officeart/2005/8/layout/balance1"/>
    <dgm:cxn modelId="{8745620A-09EA-492F-B8F1-DD9701031BBC}" type="presParOf" srcId="{8AB83D4F-298C-4398-8A41-BCAEC2F3D39D}" destId="{15572B2B-841A-4C25-8309-D5D9DB3860B9}" srcOrd="1" destOrd="0" presId="urn:microsoft.com/office/officeart/2005/8/layout/balance1"/>
    <dgm:cxn modelId="{6B130F6F-75C4-498E-B33F-0311FECAAF59}" type="presParOf" srcId="{8AB83D4F-298C-4398-8A41-BCAEC2F3D39D}" destId="{47011C89-E0F7-4C95-A932-3BC9DF2ADECB}" srcOrd="2" destOrd="0" presId="urn:microsoft.com/office/officeart/2005/8/layout/balance1"/>
    <dgm:cxn modelId="{E55FB86F-2A4F-4176-9075-5706DC85CB22}" type="presParOf" srcId="{8AB83D4F-298C-4398-8A41-BCAEC2F3D39D}" destId="{6B6D26C4-3325-43FF-9FF6-AF2FA9D2B83B}" srcOrd="3" destOrd="0" presId="urn:microsoft.com/office/officeart/2005/8/layout/balance1"/>
    <dgm:cxn modelId="{721DC045-DC9D-462F-BC36-243D87037A5E}" type="presParOf" srcId="{8AB83D4F-298C-4398-8A41-BCAEC2F3D39D}" destId="{767D1679-23B9-49D5-A70D-35D200041468}" srcOrd="4" destOrd="0" presId="urn:microsoft.com/office/officeart/2005/8/layout/balance1"/>
    <dgm:cxn modelId="{41375FEE-89B4-4636-BA40-245C02BC9F92}" type="presParOf" srcId="{8AB83D4F-298C-4398-8A41-BCAEC2F3D39D}" destId="{98B245B5-C9FE-4A3C-99BE-28C56EA31328}" srcOrd="5" destOrd="0" presId="urn:microsoft.com/office/officeart/2005/8/layout/balance1"/>
    <dgm:cxn modelId="{99BCF44C-E0E6-4E97-8915-0EDC0439BDEA}" type="presParOf" srcId="{8AB83D4F-298C-4398-8A41-BCAEC2F3D39D}" destId="{5E41755E-4A32-469D-A5E1-CCF4B3596320}" srcOrd="6" destOrd="0" presId="urn:microsoft.com/office/officeart/2005/8/layout/balance1"/>
    <dgm:cxn modelId="{8EFE3010-09C7-4360-AFFB-AC22203983AA}" type="presParOf" srcId="{8AB83D4F-298C-4398-8A41-BCAEC2F3D39D}" destId="{A3823A32-C867-462F-8B7E-7181F63CCCB6}" srcOrd="7" destOrd="0" presId="urn:microsoft.com/office/officeart/2005/8/layout/balance1"/>
    <dgm:cxn modelId="{F784A946-3131-471E-B09D-DCB08DFF2A1F}" type="presParOf" srcId="{8AB83D4F-298C-4398-8A41-BCAEC2F3D39D}" destId="{FA59F960-18B1-4C8B-9024-18DF4B66E41D}" srcOrd="8" destOrd="0" presId="urn:microsoft.com/office/officeart/2005/8/layout/balance1"/>
    <dgm:cxn modelId="{944D76B1-4EDB-4678-8A99-7584EDE8F63E}" type="presParOf" srcId="{8AB83D4F-298C-4398-8A41-BCAEC2F3D39D}" destId="{EEDC8F6D-84F3-485D-90A4-C6BC4DE8D7C6}" srcOrd="9" destOrd="0" presId="urn:microsoft.com/office/officeart/2005/8/layout/balance1"/>
    <dgm:cxn modelId="{79010CE4-B7DA-4F8C-9FCB-3D6178CEC149}" type="presParOf" srcId="{8AB83D4F-298C-4398-8A41-BCAEC2F3D39D}" destId="{90069ED3-AFFB-45B8-B09C-EAB4AF4C740D}" srcOrd="10" destOrd="0" presId="urn:microsoft.com/office/officeart/2005/8/layout/balance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3786972-37FE-44A9-AF1F-BDFD616352A7}" type="doc">
      <dgm:prSet loTypeId="urn:microsoft.com/office/officeart/2005/8/layout/balance1" loCatId="relationship" qsTypeId="urn:microsoft.com/office/officeart/2005/8/quickstyle/simple1" qsCatId="simple" csTypeId="urn:microsoft.com/office/officeart/2005/8/colors/accent1_2" csCatId="accent1" phldr="1"/>
      <dgm:spPr/>
      <dgm:t>
        <a:bodyPr/>
        <a:lstStyle/>
        <a:p>
          <a:endParaRPr lang="en-US"/>
        </a:p>
      </dgm:t>
    </dgm:pt>
    <dgm:pt modelId="{39F81CA0-B320-4848-8549-062FAFD6495E}">
      <dgm:prSet phldrT="[Text]" custT="1"/>
      <dgm:spPr/>
      <dgm:t>
        <a:bodyPr/>
        <a:lstStyle/>
        <a:p>
          <a:r>
            <a:rPr lang="en-US" sz="2800" dirty="0" smtClean="0">
              <a:effectLst/>
              <a:latin typeface="Arial Narrow" panose="020B0606020202030204" pitchFamily="34" charset="0"/>
              <a:ea typeface="Calibri" panose="020F0502020204030204" pitchFamily="34" charset="0"/>
            </a:rPr>
            <a:t>Counteracting boredom, depression or inactivity</a:t>
          </a:r>
          <a:endParaRPr lang="en-US" sz="2800" dirty="0">
            <a:solidFill>
              <a:schemeClr val="bg1"/>
            </a:solidFill>
            <a:latin typeface="Arial Narrow" panose="020B0606020202030204" pitchFamily="34" charset="0"/>
          </a:endParaRPr>
        </a:p>
      </dgm:t>
    </dgm:pt>
    <dgm:pt modelId="{00FE858E-F990-4B3B-88F0-00A7D0E4290C}" type="parTrans" cxnId="{D174A151-8A6F-4B8E-BC9A-ACB1890CC306}">
      <dgm:prSet/>
      <dgm:spPr/>
      <dgm:t>
        <a:bodyPr/>
        <a:lstStyle/>
        <a:p>
          <a:endParaRPr lang="en-US" sz="2400">
            <a:solidFill>
              <a:schemeClr val="bg1"/>
            </a:solidFill>
            <a:latin typeface="Arial Narrow" panose="020B0606020202030204" pitchFamily="34" charset="0"/>
          </a:endParaRPr>
        </a:p>
      </dgm:t>
    </dgm:pt>
    <dgm:pt modelId="{C136A2B1-F67B-499F-85CB-CB6DF939343E}" type="sibTrans" cxnId="{D174A151-8A6F-4B8E-BC9A-ACB1890CC306}">
      <dgm:prSet/>
      <dgm:spPr/>
      <dgm:t>
        <a:bodyPr/>
        <a:lstStyle/>
        <a:p>
          <a:endParaRPr lang="en-US" sz="2400">
            <a:solidFill>
              <a:schemeClr val="bg1"/>
            </a:solidFill>
            <a:latin typeface="Arial Narrow" panose="020B0606020202030204" pitchFamily="34" charset="0"/>
          </a:endParaRPr>
        </a:p>
      </dgm:t>
    </dgm:pt>
    <dgm:pt modelId="{2D1CD680-6E47-4B87-98EE-934AAD66AE8F}">
      <dgm:prSet phldrT="[Text]" custT="1"/>
      <dgm:spPr>
        <a:noFill/>
        <a:ln>
          <a:noFill/>
        </a:ln>
      </dgm:spPr>
      <dgm:t>
        <a:bodyPr/>
        <a:lstStyle/>
        <a:p>
          <a:endParaRPr lang="en-US" sz="2400" dirty="0">
            <a:solidFill>
              <a:schemeClr val="bg1"/>
            </a:solidFill>
            <a:latin typeface="Arial Narrow" panose="020B0606020202030204" pitchFamily="34" charset="0"/>
          </a:endParaRPr>
        </a:p>
      </dgm:t>
    </dgm:pt>
    <dgm:pt modelId="{4D0DC3F7-8B82-44CC-9F2F-09DC078F7C10}" type="parTrans" cxnId="{CB99CDFC-57A8-41CF-877A-6B0F501B7051}">
      <dgm:prSet/>
      <dgm:spPr/>
      <dgm:t>
        <a:bodyPr/>
        <a:lstStyle/>
        <a:p>
          <a:endParaRPr lang="en-US" sz="2400">
            <a:solidFill>
              <a:schemeClr val="bg1"/>
            </a:solidFill>
            <a:latin typeface="Arial Narrow" panose="020B0606020202030204" pitchFamily="34" charset="0"/>
          </a:endParaRPr>
        </a:p>
      </dgm:t>
    </dgm:pt>
    <dgm:pt modelId="{027C9648-7153-45FE-AF7B-8CB35836FE63}" type="sibTrans" cxnId="{CB99CDFC-57A8-41CF-877A-6B0F501B7051}">
      <dgm:prSet/>
      <dgm:spPr/>
      <dgm:t>
        <a:bodyPr/>
        <a:lstStyle/>
        <a:p>
          <a:endParaRPr lang="en-US" sz="2400">
            <a:solidFill>
              <a:schemeClr val="bg1"/>
            </a:solidFill>
            <a:latin typeface="Arial Narrow" panose="020B0606020202030204" pitchFamily="34" charset="0"/>
          </a:endParaRPr>
        </a:p>
      </dgm:t>
    </dgm:pt>
    <dgm:pt modelId="{ECB7E061-36D1-496E-8AC6-E14F7D89E6DF}">
      <dgm:prSet phldrT="[Text]" custT="1"/>
      <dgm:spPr>
        <a:noFill/>
        <a:ln>
          <a:noFill/>
        </a:ln>
      </dgm:spPr>
      <dgm:t>
        <a:bodyPr/>
        <a:lstStyle/>
        <a:p>
          <a:endParaRPr lang="en-US" sz="2400">
            <a:solidFill>
              <a:schemeClr val="bg1"/>
            </a:solidFill>
            <a:latin typeface="Arial Narrow" panose="020B0606020202030204" pitchFamily="34" charset="0"/>
          </a:endParaRPr>
        </a:p>
      </dgm:t>
    </dgm:pt>
    <dgm:pt modelId="{4E8EE994-E637-4659-B71A-41675B16E35E}" type="sibTrans" cxnId="{B6A59208-E488-4101-8EDB-423D6CC2A880}">
      <dgm:prSet/>
      <dgm:spPr/>
      <dgm:t>
        <a:bodyPr/>
        <a:lstStyle/>
        <a:p>
          <a:endParaRPr lang="en-US" sz="2400">
            <a:solidFill>
              <a:schemeClr val="bg1"/>
            </a:solidFill>
            <a:latin typeface="Arial Narrow" panose="020B0606020202030204" pitchFamily="34" charset="0"/>
          </a:endParaRPr>
        </a:p>
      </dgm:t>
    </dgm:pt>
    <dgm:pt modelId="{6D788911-5398-4015-80D6-78195E7F6C3B}" type="parTrans" cxnId="{B6A59208-E488-4101-8EDB-423D6CC2A880}">
      <dgm:prSet/>
      <dgm:spPr/>
      <dgm:t>
        <a:bodyPr/>
        <a:lstStyle/>
        <a:p>
          <a:endParaRPr lang="en-US" sz="2400">
            <a:solidFill>
              <a:schemeClr val="bg1"/>
            </a:solidFill>
            <a:latin typeface="Arial Narrow" panose="020B0606020202030204" pitchFamily="34" charset="0"/>
          </a:endParaRPr>
        </a:p>
      </dgm:t>
    </dgm:pt>
    <dgm:pt modelId="{1D772D56-5D0E-489F-AAB0-331C14D2CD8E}">
      <dgm:prSet phldrT="[Text]" custT="1"/>
      <dgm:spPr/>
      <dgm:t>
        <a:bodyPr/>
        <a:lstStyle/>
        <a:p>
          <a:endParaRPr lang="en-US" sz="2400" dirty="0">
            <a:solidFill>
              <a:schemeClr val="bg1"/>
            </a:solidFill>
            <a:latin typeface="Arial Narrow" panose="020B0606020202030204" pitchFamily="34" charset="0"/>
          </a:endParaRPr>
        </a:p>
      </dgm:t>
    </dgm:pt>
    <dgm:pt modelId="{5E6151F7-A6C2-41FE-B7E6-3C5F2832D5A9}" type="parTrans" cxnId="{20B4BC7E-5E07-4E85-9012-911959C285CC}">
      <dgm:prSet/>
      <dgm:spPr/>
      <dgm:t>
        <a:bodyPr/>
        <a:lstStyle/>
        <a:p>
          <a:endParaRPr lang="en-US" sz="2400"/>
        </a:p>
      </dgm:t>
    </dgm:pt>
    <dgm:pt modelId="{F91C06A4-1396-4A46-8C8B-B5A41CA1C71B}" type="sibTrans" cxnId="{20B4BC7E-5E07-4E85-9012-911959C285CC}">
      <dgm:prSet/>
      <dgm:spPr/>
      <dgm:t>
        <a:bodyPr/>
        <a:lstStyle/>
        <a:p>
          <a:endParaRPr lang="en-US" sz="2400"/>
        </a:p>
      </dgm:t>
    </dgm:pt>
    <dgm:pt modelId="{D204039F-F028-4689-8BFD-DAAC9964A8ED}">
      <dgm:prSet custT="1"/>
      <dgm:spPr/>
      <dgm:t>
        <a:bodyPr/>
        <a:lstStyle/>
        <a:p>
          <a:pPr rtl="0"/>
          <a:r>
            <a:rPr lang="en-US" sz="2800" baseline="0" dirty="0" smtClean="0">
              <a:effectLst/>
              <a:latin typeface="Arial Narrow" panose="020B0606020202030204" pitchFamily="34" charset="0"/>
              <a:ea typeface="Calibri" panose="020F0502020204030204" pitchFamily="34" charset="0"/>
            </a:rPr>
            <a:t>More leisure time when not working</a:t>
          </a:r>
          <a:endParaRPr lang="en-US" sz="2800" dirty="0">
            <a:solidFill>
              <a:schemeClr val="bg1"/>
            </a:solidFill>
            <a:effectLst/>
            <a:latin typeface="Arial Narrow" panose="020B0606020202030204" pitchFamily="34" charset="0"/>
            <a:ea typeface="Calibri" panose="020F0502020204030204" pitchFamily="34" charset="0"/>
            <a:cs typeface="+mn-cs"/>
          </a:endParaRPr>
        </a:p>
      </dgm:t>
    </dgm:pt>
    <dgm:pt modelId="{8984ED50-8CB1-4866-A858-B44E66C18AB4}" type="parTrans" cxnId="{836E2EE0-AAA3-4E78-96CD-30262EC6E6D6}">
      <dgm:prSet/>
      <dgm:spPr/>
      <dgm:t>
        <a:bodyPr/>
        <a:lstStyle/>
        <a:p>
          <a:endParaRPr lang="en-US" sz="2400"/>
        </a:p>
      </dgm:t>
    </dgm:pt>
    <dgm:pt modelId="{30D28ED2-7359-4DAF-9BC2-A55E9ACBE8DC}" type="sibTrans" cxnId="{836E2EE0-AAA3-4E78-96CD-30262EC6E6D6}">
      <dgm:prSet/>
      <dgm:spPr/>
      <dgm:t>
        <a:bodyPr/>
        <a:lstStyle/>
        <a:p>
          <a:endParaRPr lang="en-US" sz="2400"/>
        </a:p>
      </dgm:t>
    </dgm:pt>
    <dgm:pt modelId="{1B0143ED-5D2B-48EC-8192-6989D3333DA3}">
      <dgm:prSet custT="1"/>
      <dgm:spPr/>
      <dgm:t>
        <a:bodyPr/>
        <a:lstStyle/>
        <a:p>
          <a:r>
            <a:rPr lang="en-US" sz="2800" dirty="0" smtClean="0">
              <a:effectLst/>
              <a:latin typeface="Arial Narrow" panose="020B0606020202030204" pitchFamily="34" charset="0"/>
              <a:ea typeface="Calibri" panose="020F0502020204030204" pitchFamily="34" charset="0"/>
            </a:rPr>
            <a:t>Can afford </a:t>
          </a:r>
          <a:r>
            <a:rPr lang="en-US" sz="2800" dirty="0" smtClean="0">
              <a:effectLst/>
              <a:latin typeface="Arial Narrow" panose="020B0606020202030204" pitchFamily="34" charset="0"/>
              <a:ea typeface="Calibri" panose="020F0502020204030204" pitchFamily="34" charset="0"/>
            </a:rPr>
            <a:t>leisure/fun</a:t>
          </a:r>
          <a:endParaRPr lang="en-US" sz="2800" baseline="0" dirty="0" smtClean="0">
            <a:effectLst/>
            <a:latin typeface="Arial Narrow" panose="020B0606020202030204" pitchFamily="34" charset="0"/>
            <a:ea typeface="Calibri" panose="020F0502020204030204" pitchFamily="34" charset="0"/>
          </a:endParaRPr>
        </a:p>
      </dgm:t>
    </dgm:pt>
    <dgm:pt modelId="{C91FDF4A-9198-4E14-96A5-EE4596A60F4D}" type="parTrans" cxnId="{127719B8-BBD7-4288-A056-1FA7BACE6DC6}">
      <dgm:prSet/>
      <dgm:spPr/>
      <dgm:t>
        <a:bodyPr/>
        <a:lstStyle/>
        <a:p>
          <a:endParaRPr lang="en-US" sz="2400"/>
        </a:p>
      </dgm:t>
    </dgm:pt>
    <dgm:pt modelId="{CEA54BCA-8A3F-4F79-AD5A-6D4E821940C9}" type="sibTrans" cxnId="{127719B8-BBD7-4288-A056-1FA7BACE6DC6}">
      <dgm:prSet/>
      <dgm:spPr/>
      <dgm:t>
        <a:bodyPr/>
        <a:lstStyle/>
        <a:p>
          <a:endParaRPr lang="en-US" sz="2400"/>
        </a:p>
      </dgm:t>
    </dgm:pt>
    <dgm:pt modelId="{A5105972-10AA-4E96-B160-9FF1167D01A6}">
      <dgm:prSet custT="1"/>
      <dgm:spPr/>
      <dgm:t>
        <a:bodyPr/>
        <a:lstStyle/>
        <a:p>
          <a:r>
            <a:rPr lang="en-US" sz="2800" baseline="0" dirty="0" smtClean="0">
              <a:effectLst/>
              <a:latin typeface="Arial Narrow" panose="020B0606020202030204" pitchFamily="34" charset="0"/>
              <a:ea typeface="Calibri" panose="020F0502020204030204" pitchFamily="34" charset="0"/>
            </a:rPr>
            <a:t>Social interaction at work</a:t>
          </a:r>
        </a:p>
      </dgm:t>
    </dgm:pt>
    <dgm:pt modelId="{77C545D4-1D3C-401C-9C1E-4D5C88F69C9F}" type="parTrans" cxnId="{394FC217-BD21-4C96-95ED-551CB82FDB32}">
      <dgm:prSet/>
      <dgm:spPr/>
      <dgm:t>
        <a:bodyPr/>
        <a:lstStyle/>
        <a:p>
          <a:endParaRPr lang="en-US" sz="2400"/>
        </a:p>
      </dgm:t>
    </dgm:pt>
    <dgm:pt modelId="{A31D6809-BF7E-427D-BCA7-D8761A2ED129}" type="sibTrans" cxnId="{394FC217-BD21-4C96-95ED-551CB82FDB32}">
      <dgm:prSet/>
      <dgm:spPr/>
      <dgm:t>
        <a:bodyPr/>
        <a:lstStyle/>
        <a:p>
          <a:endParaRPr lang="en-US" sz="2400"/>
        </a:p>
      </dgm:t>
    </dgm:pt>
    <dgm:pt modelId="{DD43EE14-3A6D-4350-BBB7-AAD796175F9E}">
      <dgm:prSet custT="1"/>
      <dgm:spPr/>
      <dgm:t>
        <a:bodyPr/>
        <a:lstStyle/>
        <a:p>
          <a:r>
            <a:rPr lang="en-US" sz="2800" baseline="0" dirty="0" smtClean="0">
              <a:effectLst/>
              <a:latin typeface="Arial Narrow" panose="020B0606020202030204" pitchFamily="34" charset="0"/>
              <a:ea typeface="Calibri" panose="020F0502020204030204" pitchFamily="34" charset="0"/>
            </a:rPr>
            <a:t>Fear of being overwhelmed at work</a:t>
          </a:r>
          <a:endParaRPr lang="en-US" sz="2800" dirty="0">
            <a:effectLst/>
            <a:latin typeface="Arial Narrow" panose="020B0606020202030204" pitchFamily="34" charset="0"/>
            <a:ea typeface="Calibri" panose="020F0502020204030204" pitchFamily="34" charset="0"/>
          </a:endParaRPr>
        </a:p>
      </dgm:t>
    </dgm:pt>
    <dgm:pt modelId="{A4C3F4A2-90BB-418A-9C73-A569702BF0D9}" type="parTrans" cxnId="{71335358-0F06-4542-990E-3418F0612D60}">
      <dgm:prSet/>
      <dgm:spPr/>
      <dgm:t>
        <a:bodyPr/>
        <a:lstStyle/>
        <a:p>
          <a:endParaRPr lang="en-US" sz="2400"/>
        </a:p>
      </dgm:t>
    </dgm:pt>
    <dgm:pt modelId="{A7C672D9-A86A-41D6-B9FB-3F5F60188AF3}" type="sibTrans" cxnId="{71335358-0F06-4542-990E-3418F0612D60}">
      <dgm:prSet/>
      <dgm:spPr/>
      <dgm:t>
        <a:bodyPr/>
        <a:lstStyle/>
        <a:p>
          <a:endParaRPr lang="en-US" sz="2400"/>
        </a:p>
      </dgm:t>
    </dgm:pt>
    <dgm:pt modelId="{88159C8D-0C2F-4D45-A770-F9DFE5C17E8D}">
      <dgm:prSet custT="1"/>
      <dgm:spPr/>
      <dgm:t>
        <a:bodyPr/>
        <a:lstStyle/>
        <a:p>
          <a:pPr rtl="0"/>
          <a:r>
            <a:rPr lang="en-US" sz="2800" dirty="0" smtClean="0">
              <a:solidFill>
                <a:schemeClr val="bg1"/>
              </a:solidFill>
              <a:effectLst/>
              <a:latin typeface="Arial Narrow" panose="020B0606020202030204" pitchFamily="34" charset="0"/>
              <a:ea typeface="Calibri" panose="020F0502020204030204" pitchFamily="34" charset="0"/>
              <a:cs typeface="+mn-cs"/>
            </a:rPr>
            <a:t>Less family time</a:t>
          </a:r>
          <a:endParaRPr lang="en-US" sz="2800" dirty="0">
            <a:solidFill>
              <a:schemeClr val="bg1"/>
            </a:solidFill>
            <a:effectLst/>
            <a:latin typeface="Arial Narrow" panose="020B0606020202030204" pitchFamily="34" charset="0"/>
            <a:ea typeface="Calibri" panose="020F0502020204030204" pitchFamily="34" charset="0"/>
            <a:cs typeface="+mn-cs"/>
          </a:endParaRPr>
        </a:p>
      </dgm:t>
    </dgm:pt>
    <dgm:pt modelId="{34DA0E7E-68F3-44F5-B4A5-1CDC85FCC7C2}" type="parTrans" cxnId="{1430539A-973C-4819-8D8C-BF7D3636BC24}">
      <dgm:prSet/>
      <dgm:spPr/>
      <dgm:t>
        <a:bodyPr/>
        <a:lstStyle/>
        <a:p>
          <a:endParaRPr lang="en-US"/>
        </a:p>
      </dgm:t>
    </dgm:pt>
    <dgm:pt modelId="{123333A8-9726-427C-B7BE-2EC76B6FAAC4}" type="sibTrans" cxnId="{1430539A-973C-4819-8D8C-BF7D3636BC24}">
      <dgm:prSet/>
      <dgm:spPr/>
      <dgm:t>
        <a:bodyPr/>
        <a:lstStyle/>
        <a:p>
          <a:endParaRPr lang="en-US"/>
        </a:p>
      </dgm:t>
    </dgm:pt>
    <dgm:pt modelId="{F93AC375-F427-451A-A296-2ABB8ABCAAAC}" type="pres">
      <dgm:prSet presAssocID="{83786972-37FE-44A9-AF1F-BDFD616352A7}" presName="outerComposite" presStyleCnt="0">
        <dgm:presLayoutVars>
          <dgm:chMax val="2"/>
          <dgm:animLvl val="lvl"/>
          <dgm:resizeHandles val="exact"/>
        </dgm:presLayoutVars>
      </dgm:prSet>
      <dgm:spPr/>
      <dgm:t>
        <a:bodyPr/>
        <a:lstStyle/>
        <a:p>
          <a:endParaRPr lang="en-US"/>
        </a:p>
      </dgm:t>
    </dgm:pt>
    <dgm:pt modelId="{65C9007B-AD16-4680-B9D5-4C5F4C0B1A07}" type="pres">
      <dgm:prSet presAssocID="{83786972-37FE-44A9-AF1F-BDFD616352A7}" presName="dummyMaxCanvas" presStyleCnt="0"/>
      <dgm:spPr/>
    </dgm:pt>
    <dgm:pt modelId="{CAD13664-DFF8-4CAC-BE60-A79C3C4D426A}" type="pres">
      <dgm:prSet presAssocID="{83786972-37FE-44A9-AF1F-BDFD616352A7}" presName="parentComposite" presStyleCnt="0"/>
      <dgm:spPr/>
    </dgm:pt>
    <dgm:pt modelId="{CB8D2C1B-2921-4817-8930-200CA2078958}" type="pres">
      <dgm:prSet presAssocID="{83786972-37FE-44A9-AF1F-BDFD616352A7}" presName="parent1" presStyleLbl="alignAccFollowNode1" presStyleIdx="0" presStyleCnt="4" custLinFactNeighborX="1380" custLinFactNeighborY="28571">
        <dgm:presLayoutVars>
          <dgm:chMax val="4"/>
        </dgm:presLayoutVars>
      </dgm:prSet>
      <dgm:spPr/>
      <dgm:t>
        <a:bodyPr/>
        <a:lstStyle/>
        <a:p>
          <a:endParaRPr lang="en-US"/>
        </a:p>
      </dgm:t>
    </dgm:pt>
    <dgm:pt modelId="{E7C647C9-7465-45A3-898D-DB9AFC73AE81}" type="pres">
      <dgm:prSet presAssocID="{83786972-37FE-44A9-AF1F-BDFD616352A7}" presName="parent2" presStyleLbl="alignAccFollowNode1" presStyleIdx="1" presStyleCnt="4" custLinFactNeighborX="1380" custLinFactNeighborY="28571">
        <dgm:presLayoutVars>
          <dgm:chMax val="4"/>
        </dgm:presLayoutVars>
      </dgm:prSet>
      <dgm:spPr/>
      <dgm:t>
        <a:bodyPr/>
        <a:lstStyle/>
        <a:p>
          <a:endParaRPr lang="en-US"/>
        </a:p>
      </dgm:t>
    </dgm:pt>
    <dgm:pt modelId="{8AB83D4F-298C-4398-8A41-BCAEC2F3D39D}" type="pres">
      <dgm:prSet presAssocID="{83786972-37FE-44A9-AF1F-BDFD616352A7}" presName="childrenComposite" presStyleCnt="0"/>
      <dgm:spPr/>
    </dgm:pt>
    <dgm:pt modelId="{7DBB7D51-7B68-45B5-9EA3-F4A78DCA6F12}" type="pres">
      <dgm:prSet presAssocID="{83786972-37FE-44A9-AF1F-BDFD616352A7}" presName="dummyMaxCanvas_ChildArea" presStyleCnt="0"/>
      <dgm:spPr/>
    </dgm:pt>
    <dgm:pt modelId="{15572B2B-841A-4C25-8309-D5D9DB3860B9}" type="pres">
      <dgm:prSet presAssocID="{83786972-37FE-44A9-AF1F-BDFD616352A7}" presName="fulcrum" presStyleLbl="alignAccFollowNode1" presStyleIdx="2" presStyleCnt="4"/>
      <dgm:spPr/>
    </dgm:pt>
    <dgm:pt modelId="{53BA385F-0112-4D26-B768-9B91B74130AC}" type="pres">
      <dgm:prSet presAssocID="{83786972-37FE-44A9-AF1F-BDFD616352A7}" presName="balance_33" presStyleLbl="alignAccFollowNode1" presStyleIdx="3" presStyleCnt="4" custScaleX="116312" custScaleY="87192">
        <dgm:presLayoutVars>
          <dgm:bulletEnabled val="1"/>
        </dgm:presLayoutVars>
      </dgm:prSet>
      <dgm:spPr/>
    </dgm:pt>
    <dgm:pt modelId="{B26BA082-E85E-4232-A42C-24C35EDD84C2}" type="pres">
      <dgm:prSet presAssocID="{83786972-37FE-44A9-AF1F-BDFD616352A7}" presName="right_33_1" presStyleLbl="node1" presStyleIdx="0" presStyleCnt="6" custScaleX="140291" custLinFactNeighborX="3271" custLinFactNeighborY="741">
        <dgm:presLayoutVars>
          <dgm:bulletEnabled val="1"/>
        </dgm:presLayoutVars>
      </dgm:prSet>
      <dgm:spPr/>
      <dgm:t>
        <a:bodyPr/>
        <a:lstStyle/>
        <a:p>
          <a:endParaRPr lang="en-US"/>
        </a:p>
      </dgm:t>
    </dgm:pt>
    <dgm:pt modelId="{4C569669-7D01-46DA-836E-5C0711BB3B1A}" type="pres">
      <dgm:prSet presAssocID="{83786972-37FE-44A9-AF1F-BDFD616352A7}" presName="right_33_2" presStyleLbl="node1" presStyleIdx="1" presStyleCnt="6" custScaleX="140291" custLinFactNeighborX="3271" custLinFactNeighborY="741">
        <dgm:presLayoutVars>
          <dgm:bulletEnabled val="1"/>
        </dgm:presLayoutVars>
      </dgm:prSet>
      <dgm:spPr/>
      <dgm:t>
        <a:bodyPr/>
        <a:lstStyle/>
        <a:p>
          <a:endParaRPr lang="en-US"/>
        </a:p>
      </dgm:t>
    </dgm:pt>
    <dgm:pt modelId="{2B15E5CE-680A-4557-BCF0-56E03B709B93}" type="pres">
      <dgm:prSet presAssocID="{83786972-37FE-44A9-AF1F-BDFD616352A7}" presName="right_33_3" presStyleLbl="node1" presStyleIdx="2" presStyleCnt="6" custScaleX="140291" custLinFactNeighborX="3271" custLinFactNeighborY="741">
        <dgm:presLayoutVars>
          <dgm:bulletEnabled val="1"/>
        </dgm:presLayoutVars>
      </dgm:prSet>
      <dgm:spPr/>
      <dgm:t>
        <a:bodyPr/>
        <a:lstStyle/>
        <a:p>
          <a:endParaRPr lang="en-US"/>
        </a:p>
      </dgm:t>
    </dgm:pt>
    <dgm:pt modelId="{639B3977-3B84-4324-B1AE-81805C9E7A5D}" type="pres">
      <dgm:prSet presAssocID="{83786972-37FE-44A9-AF1F-BDFD616352A7}" presName="left_33_1" presStyleLbl="node1" presStyleIdx="3" presStyleCnt="6" custScaleX="140291" custLinFactNeighborX="-6560" custLinFactNeighborY="741">
        <dgm:presLayoutVars>
          <dgm:bulletEnabled val="1"/>
        </dgm:presLayoutVars>
      </dgm:prSet>
      <dgm:spPr/>
      <dgm:t>
        <a:bodyPr/>
        <a:lstStyle/>
        <a:p>
          <a:endParaRPr lang="en-US"/>
        </a:p>
      </dgm:t>
    </dgm:pt>
    <dgm:pt modelId="{624C3C49-6EDE-465D-BF74-18709CB5FAEF}" type="pres">
      <dgm:prSet presAssocID="{83786972-37FE-44A9-AF1F-BDFD616352A7}" presName="left_33_2" presStyleLbl="node1" presStyleIdx="4" presStyleCnt="6" custScaleX="140291" custLinFactNeighborX="-6560" custLinFactNeighborY="741">
        <dgm:presLayoutVars>
          <dgm:bulletEnabled val="1"/>
        </dgm:presLayoutVars>
      </dgm:prSet>
      <dgm:spPr/>
      <dgm:t>
        <a:bodyPr/>
        <a:lstStyle/>
        <a:p>
          <a:endParaRPr lang="en-US"/>
        </a:p>
      </dgm:t>
    </dgm:pt>
    <dgm:pt modelId="{ABC152E0-4554-4A61-A459-EABC660AD0B2}" type="pres">
      <dgm:prSet presAssocID="{83786972-37FE-44A9-AF1F-BDFD616352A7}" presName="left_33_3" presStyleLbl="node1" presStyleIdx="5" presStyleCnt="6" custScaleX="140291" custLinFactNeighborX="-6560" custLinFactNeighborY="741">
        <dgm:presLayoutVars>
          <dgm:bulletEnabled val="1"/>
        </dgm:presLayoutVars>
      </dgm:prSet>
      <dgm:spPr/>
      <dgm:t>
        <a:bodyPr/>
        <a:lstStyle/>
        <a:p>
          <a:endParaRPr lang="en-US"/>
        </a:p>
      </dgm:t>
    </dgm:pt>
  </dgm:ptLst>
  <dgm:cxnLst>
    <dgm:cxn modelId="{FAC9DB32-76FF-472F-B6E1-FE7EDF5685ED}" type="presOf" srcId="{39F81CA0-B320-4848-8549-062FAFD6495E}" destId="{639B3977-3B84-4324-B1AE-81805C9E7A5D}" srcOrd="0" destOrd="0" presId="urn:microsoft.com/office/officeart/2005/8/layout/balance1"/>
    <dgm:cxn modelId="{CB99CDFC-57A8-41CF-877A-6B0F501B7051}" srcId="{83786972-37FE-44A9-AF1F-BDFD616352A7}" destId="{2D1CD680-6E47-4B87-98EE-934AAD66AE8F}" srcOrd="1" destOrd="0" parTransId="{4D0DC3F7-8B82-44CC-9F2F-09DC078F7C10}" sibTransId="{027C9648-7153-45FE-AF7B-8CB35836FE63}"/>
    <dgm:cxn modelId="{2AB1CB59-7D5A-4AEE-AC27-B04E30F86D7E}" type="presOf" srcId="{83786972-37FE-44A9-AF1F-BDFD616352A7}" destId="{F93AC375-F427-451A-A296-2ABB8ABCAAAC}" srcOrd="0" destOrd="0" presId="urn:microsoft.com/office/officeart/2005/8/layout/balance1"/>
    <dgm:cxn modelId="{4DAAA3A3-B408-4CF3-9E69-182E1B328DB3}" type="presOf" srcId="{A5105972-10AA-4E96-B160-9FF1167D01A6}" destId="{ABC152E0-4554-4A61-A459-EABC660AD0B2}" srcOrd="0" destOrd="0" presId="urn:microsoft.com/office/officeart/2005/8/layout/balance1"/>
    <dgm:cxn modelId="{836E2EE0-AAA3-4E78-96CD-30262EC6E6D6}" srcId="{2D1CD680-6E47-4B87-98EE-934AAD66AE8F}" destId="{D204039F-F028-4689-8BFD-DAAC9964A8ED}" srcOrd="1" destOrd="0" parTransId="{8984ED50-8CB1-4866-A858-B44E66C18AB4}" sibTransId="{30D28ED2-7359-4DAF-9BC2-A55E9ACBE8DC}"/>
    <dgm:cxn modelId="{1430539A-973C-4819-8D8C-BF7D3636BC24}" srcId="{2D1CD680-6E47-4B87-98EE-934AAD66AE8F}" destId="{88159C8D-0C2F-4D45-A770-F9DFE5C17E8D}" srcOrd="0" destOrd="0" parTransId="{34DA0E7E-68F3-44F5-B4A5-1CDC85FCC7C2}" sibTransId="{123333A8-9726-427C-B7BE-2EC76B6FAAC4}"/>
    <dgm:cxn modelId="{394FC217-BD21-4C96-95ED-551CB82FDB32}" srcId="{ECB7E061-36D1-496E-8AC6-E14F7D89E6DF}" destId="{A5105972-10AA-4E96-B160-9FF1167D01A6}" srcOrd="2" destOrd="0" parTransId="{77C545D4-1D3C-401C-9C1E-4D5C88F69C9F}" sibTransId="{A31D6809-BF7E-427D-BCA7-D8761A2ED129}"/>
    <dgm:cxn modelId="{71335358-0F06-4542-990E-3418F0612D60}" srcId="{2D1CD680-6E47-4B87-98EE-934AAD66AE8F}" destId="{DD43EE14-3A6D-4350-BBB7-AAD796175F9E}" srcOrd="2" destOrd="0" parTransId="{A4C3F4A2-90BB-418A-9C73-A569702BF0D9}" sibTransId="{A7C672D9-A86A-41D6-B9FB-3F5F60188AF3}"/>
    <dgm:cxn modelId="{20B4BC7E-5E07-4E85-9012-911959C285CC}" srcId="{83786972-37FE-44A9-AF1F-BDFD616352A7}" destId="{1D772D56-5D0E-489F-AAB0-331C14D2CD8E}" srcOrd="2" destOrd="0" parTransId="{5E6151F7-A6C2-41FE-B7E6-3C5F2832D5A9}" sibTransId="{F91C06A4-1396-4A46-8C8B-B5A41CA1C71B}"/>
    <dgm:cxn modelId="{BC1A4DB0-A7B8-48B5-83F7-C2D33D368769}" type="presOf" srcId="{1B0143ED-5D2B-48EC-8192-6989D3333DA3}" destId="{624C3C49-6EDE-465D-BF74-18709CB5FAEF}" srcOrd="0" destOrd="0" presId="urn:microsoft.com/office/officeart/2005/8/layout/balance1"/>
    <dgm:cxn modelId="{C77F9167-67A4-4EDB-8FA8-09D6D7B80837}" type="presOf" srcId="{2D1CD680-6E47-4B87-98EE-934AAD66AE8F}" destId="{E7C647C9-7465-45A3-898D-DB9AFC73AE81}" srcOrd="0" destOrd="0" presId="urn:microsoft.com/office/officeart/2005/8/layout/balance1"/>
    <dgm:cxn modelId="{B6A59208-E488-4101-8EDB-423D6CC2A880}" srcId="{83786972-37FE-44A9-AF1F-BDFD616352A7}" destId="{ECB7E061-36D1-496E-8AC6-E14F7D89E6DF}" srcOrd="0" destOrd="0" parTransId="{6D788911-5398-4015-80D6-78195E7F6C3B}" sibTransId="{4E8EE994-E637-4659-B71A-41675B16E35E}"/>
    <dgm:cxn modelId="{127719B8-BBD7-4288-A056-1FA7BACE6DC6}" srcId="{ECB7E061-36D1-496E-8AC6-E14F7D89E6DF}" destId="{1B0143ED-5D2B-48EC-8192-6989D3333DA3}" srcOrd="1" destOrd="0" parTransId="{C91FDF4A-9198-4E14-96A5-EE4596A60F4D}" sibTransId="{CEA54BCA-8A3F-4F79-AD5A-6D4E821940C9}"/>
    <dgm:cxn modelId="{6D55C96D-28F4-4568-9CD2-13D220723142}" type="presOf" srcId="{88159C8D-0C2F-4D45-A770-F9DFE5C17E8D}" destId="{B26BA082-E85E-4232-A42C-24C35EDD84C2}" srcOrd="0" destOrd="0" presId="urn:microsoft.com/office/officeart/2005/8/layout/balance1"/>
    <dgm:cxn modelId="{D174A151-8A6F-4B8E-BC9A-ACB1890CC306}" srcId="{ECB7E061-36D1-496E-8AC6-E14F7D89E6DF}" destId="{39F81CA0-B320-4848-8549-062FAFD6495E}" srcOrd="0" destOrd="0" parTransId="{00FE858E-F990-4B3B-88F0-00A7D0E4290C}" sibTransId="{C136A2B1-F67B-499F-85CB-CB6DF939343E}"/>
    <dgm:cxn modelId="{242DBA2E-0CA6-47B9-B4AA-2B8281A91017}" type="presOf" srcId="{ECB7E061-36D1-496E-8AC6-E14F7D89E6DF}" destId="{CB8D2C1B-2921-4817-8930-200CA2078958}" srcOrd="0" destOrd="0" presId="urn:microsoft.com/office/officeart/2005/8/layout/balance1"/>
    <dgm:cxn modelId="{6E2B8DE3-3B61-4220-A4AC-4CF9837E273C}" type="presOf" srcId="{DD43EE14-3A6D-4350-BBB7-AAD796175F9E}" destId="{2B15E5CE-680A-4557-BCF0-56E03B709B93}" srcOrd="0" destOrd="0" presId="urn:microsoft.com/office/officeart/2005/8/layout/balance1"/>
    <dgm:cxn modelId="{4DE50286-D456-4487-AE04-192EFE9711F9}" type="presOf" srcId="{D204039F-F028-4689-8BFD-DAAC9964A8ED}" destId="{4C569669-7D01-46DA-836E-5C0711BB3B1A}" srcOrd="0" destOrd="0" presId="urn:microsoft.com/office/officeart/2005/8/layout/balance1"/>
    <dgm:cxn modelId="{84C4B2CC-8C54-45E7-8133-375CB38611CE}" type="presParOf" srcId="{F93AC375-F427-451A-A296-2ABB8ABCAAAC}" destId="{65C9007B-AD16-4680-B9D5-4C5F4C0B1A07}" srcOrd="0" destOrd="0" presId="urn:microsoft.com/office/officeart/2005/8/layout/balance1"/>
    <dgm:cxn modelId="{8CF74805-E345-46A2-915B-CBCE45057051}" type="presParOf" srcId="{F93AC375-F427-451A-A296-2ABB8ABCAAAC}" destId="{CAD13664-DFF8-4CAC-BE60-A79C3C4D426A}" srcOrd="1" destOrd="0" presId="urn:microsoft.com/office/officeart/2005/8/layout/balance1"/>
    <dgm:cxn modelId="{94F0E35C-FE3A-4399-8833-E7410339F88A}" type="presParOf" srcId="{CAD13664-DFF8-4CAC-BE60-A79C3C4D426A}" destId="{CB8D2C1B-2921-4817-8930-200CA2078958}" srcOrd="0" destOrd="0" presId="urn:microsoft.com/office/officeart/2005/8/layout/balance1"/>
    <dgm:cxn modelId="{B9FB4E54-09B5-4DF5-98AF-F785D3D71094}" type="presParOf" srcId="{CAD13664-DFF8-4CAC-BE60-A79C3C4D426A}" destId="{E7C647C9-7465-45A3-898D-DB9AFC73AE81}" srcOrd="1" destOrd="0" presId="urn:microsoft.com/office/officeart/2005/8/layout/balance1"/>
    <dgm:cxn modelId="{3D6A8159-1E74-4064-9154-52B084DFB425}" type="presParOf" srcId="{F93AC375-F427-451A-A296-2ABB8ABCAAAC}" destId="{8AB83D4F-298C-4398-8A41-BCAEC2F3D39D}" srcOrd="2" destOrd="0" presId="urn:microsoft.com/office/officeart/2005/8/layout/balance1"/>
    <dgm:cxn modelId="{8433D779-D69F-41DA-ABAD-F1F94CFB738E}" type="presParOf" srcId="{8AB83D4F-298C-4398-8A41-BCAEC2F3D39D}" destId="{7DBB7D51-7B68-45B5-9EA3-F4A78DCA6F12}" srcOrd="0" destOrd="0" presId="urn:microsoft.com/office/officeart/2005/8/layout/balance1"/>
    <dgm:cxn modelId="{FD1768D6-2568-4E05-A8EC-63F23A2D17E9}" type="presParOf" srcId="{8AB83D4F-298C-4398-8A41-BCAEC2F3D39D}" destId="{15572B2B-841A-4C25-8309-D5D9DB3860B9}" srcOrd="1" destOrd="0" presId="urn:microsoft.com/office/officeart/2005/8/layout/balance1"/>
    <dgm:cxn modelId="{10A7C13A-C33D-4564-9B8A-DD5DBB9C85B6}" type="presParOf" srcId="{8AB83D4F-298C-4398-8A41-BCAEC2F3D39D}" destId="{53BA385F-0112-4D26-B768-9B91B74130AC}" srcOrd="2" destOrd="0" presId="urn:microsoft.com/office/officeart/2005/8/layout/balance1"/>
    <dgm:cxn modelId="{94953CDA-70FB-45B8-B07B-2519B2FAF9AC}" type="presParOf" srcId="{8AB83D4F-298C-4398-8A41-BCAEC2F3D39D}" destId="{B26BA082-E85E-4232-A42C-24C35EDD84C2}" srcOrd="3" destOrd="0" presId="urn:microsoft.com/office/officeart/2005/8/layout/balance1"/>
    <dgm:cxn modelId="{E8321529-5200-4DDC-9D4C-4E1045CDC0DA}" type="presParOf" srcId="{8AB83D4F-298C-4398-8A41-BCAEC2F3D39D}" destId="{4C569669-7D01-46DA-836E-5C0711BB3B1A}" srcOrd="4" destOrd="0" presId="urn:microsoft.com/office/officeart/2005/8/layout/balance1"/>
    <dgm:cxn modelId="{C384703C-2C8D-42B5-B124-954685B274D4}" type="presParOf" srcId="{8AB83D4F-298C-4398-8A41-BCAEC2F3D39D}" destId="{2B15E5CE-680A-4557-BCF0-56E03B709B93}" srcOrd="5" destOrd="0" presId="urn:microsoft.com/office/officeart/2005/8/layout/balance1"/>
    <dgm:cxn modelId="{227EA80E-3832-42D7-87C3-15795D88DAE4}" type="presParOf" srcId="{8AB83D4F-298C-4398-8A41-BCAEC2F3D39D}" destId="{639B3977-3B84-4324-B1AE-81805C9E7A5D}" srcOrd="6" destOrd="0" presId="urn:microsoft.com/office/officeart/2005/8/layout/balance1"/>
    <dgm:cxn modelId="{F17EEDE2-44EE-4F30-9DA6-17FD7DCED4C8}" type="presParOf" srcId="{8AB83D4F-298C-4398-8A41-BCAEC2F3D39D}" destId="{624C3C49-6EDE-465D-BF74-18709CB5FAEF}" srcOrd="7" destOrd="0" presId="urn:microsoft.com/office/officeart/2005/8/layout/balance1"/>
    <dgm:cxn modelId="{FE9C6BED-363E-4354-AC83-099DD47B906D}" type="presParOf" srcId="{8AB83D4F-298C-4398-8A41-BCAEC2F3D39D}" destId="{ABC152E0-4554-4A61-A459-EABC660AD0B2}" srcOrd="8" destOrd="0" presId="urn:microsoft.com/office/officeart/2005/8/layout/balance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3786972-37FE-44A9-AF1F-BDFD616352A7}" type="doc">
      <dgm:prSet loTypeId="urn:microsoft.com/office/officeart/2005/8/layout/balance1" loCatId="relationship" qsTypeId="urn:microsoft.com/office/officeart/2005/8/quickstyle/simple1" qsCatId="simple" csTypeId="urn:microsoft.com/office/officeart/2005/8/colors/accent1_2" csCatId="accent1" phldr="1"/>
      <dgm:spPr/>
      <dgm:t>
        <a:bodyPr/>
        <a:lstStyle/>
        <a:p>
          <a:endParaRPr lang="en-US"/>
        </a:p>
      </dgm:t>
    </dgm:pt>
    <dgm:pt modelId="{39F81CA0-B320-4848-8549-062FAFD6495E}">
      <dgm:prSet phldrT="[Text]" custT="1"/>
      <dgm:spPr/>
      <dgm:t>
        <a:bodyPr/>
        <a:lstStyle/>
        <a:p>
          <a:r>
            <a:rPr lang="en-US" sz="2800" dirty="0">
              <a:effectLst/>
              <a:latin typeface="Arial Narrow" panose="020B0606020202030204" pitchFamily="34" charset="0"/>
              <a:ea typeface="Calibri" panose="020F0502020204030204" pitchFamily="34" charset="0"/>
            </a:rPr>
            <a:t>Self-identity as </a:t>
          </a:r>
          <a:r>
            <a:rPr lang="en-US" sz="2800" dirty="0" smtClean="0">
              <a:effectLst/>
              <a:latin typeface="Arial Narrow" panose="020B0606020202030204" pitchFamily="34" charset="0"/>
              <a:ea typeface="Calibri" panose="020F0502020204030204" pitchFamily="34" charset="0"/>
            </a:rPr>
            <a:t>worker</a:t>
          </a:r>
          <a:endParaRPr lang="en-US" sz="2800" dirty="0"/>
        </a:p>
      </dgm:t>
    </dgm:pt>
    <dgm:pt modelId="{00FE858E-F990-4B3B-88F0-00A7D0E4290C}" type="parTrans" cxnId="{D174A151-8A6F-4B8E-BC9A-ACB1890CC306}">
      <dgm:prSet/>
      <dgm:spPr/>
      <dgm:t>
        <a:bodyPr/>
        <a:lstStyle/>
        <a:p>
          <a:endParaRPr lang="en-US"/>
        </a:p>
      </dgm:t>
    </dgm:pt>
    <dgm:pt modelId="{C136A2B1-F67B-499F-85CB-CB6DF939343E}" type="sibTrans" cxnId="{D174A151-8A6F-4B8E-BC9A-ACB1890CC306}">
      <dgm:prSet/>
      <dgm:spPr/>
      <dgm:t>
        <a:bodyPr/>
        <a:lstStyle/>
        <a:p>
          <a:endParaRPr lang="en-US"/>
        </a:p>
      </dgm:t>
    </dgm:pt>
    <dgm:pt modelId="{2D1CD680-6E47-4B87-98EE-934AAD66AE8F}">
      <dgm:prSet custT="1"/>
      <dgm:spPr/>
      <dgm:t>
        <a:bodyPr/>
        <a:lstStyle/>
        <a:p>
          <a:r>
            <a:rPr lang="en-US" sz="2800" dirty="0" smtClean="0">
              <a:effectLst/>
              <a:latin typeface="Arial Narrow" panose="020B0606020202030204" pitchFamily="34" charset="0"/>
              <a:ea typeface="Calibri" panose="020F0502020204030204" pitchFamily="34" charset="0"/>
            </a:rPr>
            <a:t>Achieving personal goals</a:t>
          </a:r>
          <a:endParaRPr lang="en-US" sz="2800" dirty="0"/>
        </a:p>
      </dgm:t>
    </dgm:pt>
    <dgm:pt modelId="{4D0DC3F7-8B82-44CC-9F2F-09DC078F7C10}" type="parTrans" cxnId="{CB99CDFC-57A8-41CF-877A-6B0F501B7051}">
      <dgm:prSet/>
      <dgm:spPr/>
      <dgm:t>
        <a:bodyPr/>
        <a:lstStyle/>
        <a:p>
          <a:endParaRPr lang="en-US"/>
        </a:p>
      </dgm:t>
    </dgm:pt>
    <dgm:pt modelId="{027C9648-7153-45FE-AF7B-8CB35836FE63}" type="sibTrans" cxnId="{CB99CDFC-57A8-41CF-877A-6B0F501B7051}">
      <dgm:prSet/>
      <dgm:spPr/>
      <dgm:t>
        <a:bodyPr/>
        <a:lstStyle/>
        <a:p>
          <a:endParaRPr lang="en-US"/>
        </a:p>
      </dgm:t>
    </dgm:pt>
    <dgm:pt modelId="{ECB7E061-36D1-496E-8AC6-E14F7D89E6DF}">
      <dgm:prSet phldrT="[Text]"/>
      <dgm:spPr>
        <a:noFill/>
        <a:ln>
          <a:noFill/>
        </a:ln>
      </dgm:spPr>
      <dgm:t>
        <a:bodyPr/>
        <a:lstStyle/>
        <a:p>
          <a:endParaRPr lang="en-US" dirty="0"/>
        </a:p>
      </dgm:t>
    </dgm:pt>
    <dgm:pt modelId="{4E8EE994-E637-4659-B71A-41675B16E35E}" type="sibTrans" cxnId="{B6A59208-E488-4101-8EDB-423D6CC2A880}">
      <dgm:prSet/>
      <dgm:spPr/>
      <dgm:t>
        <a:bodyPr/>
        <a:lstStyle/>
        <a:p>
          <a:endParaRPr lang="en-US"/>
        </a:p>
      </dgm:t>
    </dgm:pt>
    <dgm:pt modelId="{6D788911-5398-4015-80D6-78195E7F6C3B}" type="parTrans" cxnId="{B6A59208-E488-4101-8EDB-423D6CC2A880}">
      <dgm:prSet/>
      <dgm:spPr/>
      <dgm:t>
        <a:bodyPr/>
        <a:lstStyle/>
        <a:p>
          <a:endParaRPr lang="en-US"/>
        </a:p>
      </dgm:t>
    </dgm:pt>
    <dgm:pt modelId="{6D814C5C-E0B0-4750-9AF3-44E0BAD2F195}">
      <dgm:prSet custT="1"/>
      <dgm:spPr/>
      <dgm:t>
        <a:bodyPr/>
        <a:lstStyle/>
        <a:p>
          <a:r>
            <a:rPr lang="en-US" sz="2800" dirty="0" smtClean="0">
              <a:effectLst/>
              <a:latin typeface="Arial Narrow" panose="020B0606020202030204" pitchFamily="34" charset="0"/>
              <a:ea typeface="Calibri" panose="020F0502020204030204" pitchFamily="34" charset="0"/>
            </a:rPr>
            <a:t>Feeling productive</a:t>
          </a:r>
        </a:p>
      </dgm:t>
    </dgm:pt>
    <dgm:pt modelId="{74CD3BC1-F09B-4C84-8824-DECF41A8F858}" type="parTrans" cxnId="{89CBE0D6-1D9D-468E-8E7C-8893636777A1}">
      <dgm:prSet/>
      <dgm:spPr/>
      <dgm:t>
        <a:bodyPr/>
        <a:lstStyle/>
        <a:p>
          <a:endParaRPr lang="en-US"/>
        </a:p>
      </dgm:t>
    </dgm:pt>
    <dgm:pt modelId="{E15E2891-4795-41AE-BD1B-D9849A22B59D}" type="sibTrans" cxnId="{89CBE0D6-1D9D-468E-8E7C-8893636777A1}">
      <dgm:prSet/>
      <dgm:spPr/>
      <dgm:t>
        <a:bodyPr/>
        <a:lstStyle/>
        <a:p>
          <a:endParaRPr lang="en-US"/>
        </a:p>
      </dgm:t>
    </dgm:pt>
    <dgm:pt modelId="{28857E85-DEF8-4EB8-9B2B-80909A7F8361}">
      <dgm:prSet custT="1"/>
      <dgm:spPr/>
      <dgm:t>
        <a:bodyPr/>
        <a:lstStyle/>
        <a:p>
          <a:r>
            <a:rPr lang="en-US" sz="2800" dirty="0" smtClean="0">
              <a:effectLst/>
              <a:latin typeface="Arial Narrow" panose="020B0606020202030204" pitchFamily="34" charset="0"/>
              <a:ea typeface="Calibri" panose="020F0502020204030204" pitchFamily="34" charset="0"/>
            </a:rPr>
            <a:t>Social</a:t>
          </a:r>
          <a:r>
            <a:rPr lang="en-US" sz="2800" baseline="0" dirty="0" smtClean="0">
              <a:effectLst/>
              <a:latin typeface="Arial Narrow" panose="020B0606020202030204" pitchFamily="34" charset="0"/>
              <a:ea typeface="Calibri" panose="020F0502020204030204" pitchFamily="34" charset="0"/>
            </a:rPr>
            <a:t> belonging</a:t>
          </a:r>
          <a:endParaRPr lang="en-US" sz="2800" dirty="0" smtClean="0">
            <a:effectLst/>
            <a:latin typeface="Arial Narrow" panose="020B0606020202030204" pitchFamily="34" charset="0"/>
            <a:ea typeface="Calibri" panose="020F0502020204030204" pitchFamily="34" charset="0"/>
          </a:endParaRPr>
        </a:p>
      </dgm:t>
    </dgm:pt>
    <dgm:pt modelId="{52DC9D08-CCD6-4A32-A546-33B88C33C965}" type="parTrans" cxnId="{754BE7E1-7573-494F-AC23-A7EC036E3773}">
      <dgm:prSet/>
      <dgm:spPr/>
      <dgm:t>
        <a:bodyPr/>
        <a:lstStyle/>
        <a:p>
          <a:endParaRPr lang="en-US"/>
        </a:p>
      </dgm:t>
    </dgm:pt>
    <dgm:pt modelId="{2D28202A-F185-4DFE-994A-B32C5E13A938}" type="sibTrans" cxnId="{754BE7E1-7573-494F-AC23-A7EC036E3773}">
      <dgm:prSet/>
      <dgm:spPr/>
      <dgm:t>
        <a:bodyPr/>
        <a:lstStyle/>
        <a:p>
          <a:endParaRPr lang="en-US"/>
        </a:p>
      </dgm:t>
    </dgm:pt>
    <dgm:pt modelId="{9B9D31D4-B2A4-431E-B6AC-7BAA4A3CAB2A}">
      <dgm:prSet custT="1"/>
      <dgm:spPr/>
      <dgm:t>
        <a:bodyPr/>
        <a:lstStyle/>
        <a:p>
          <a:r>
            <a:rPr lang="en-US" sz="2800" dirty="0" smtClean="0">
              <a:effectLst/>
              <a:latin typeface="Arial Narrow" panose="020B0606020202030204" pitchFamily="34" charset="0"/>
              <a:ea typeface="Calibri" panose="020F0502020204030204" pitchFamily="34" charset="0"/>
            </a:rPr>
            <a:t>Contributing to society</a:t>
          </a:r>
        </a:p>
      </dgm:t>
    </dgm:pt>
    <dgm:pt modelId="{76F075B6-8215-48BA-B42B-EBA2762F2522}" type="parTrans" cxnId="{6A8433BB-9135-4103-80E5-86C5A9E88340}">
      <dgm:prSet/>
      <dgm:spPr/>
      <dgm:t>
        <a:bodyPr/>
        <a:lstStyle/>
        <a:p>
          <a:endParaRPr lang="en-US"/>
        </a:p>
      </dgm:t>
    </dgm:pt>
    <dgm:pt modelId="{4B6908E6-0E96-4DDE-B12C-B4330D8E4ED8}" type="sibTrans" cxnId="{6A8433BB-9135-4103-80E5-86C5A9E88340}">
      <dgm:prSet/>
      <dgm:spPr/>
      <dgm:t>
        <a:bodyPr/>
        <a:lstStyle/>
        <a:p>
          <a:endParaRPr lang="en-US"/>
        </a:p>
      </dgm:t>
    </dgm:pt>
    <dgm:pt modelId="{D285488C-F551-4F91-8431-93DC842B0B8B}">
      <dgm:prSet/>
      <dgm:spPr/>
      <dgm:t>
        <a:bodyPr/>
        <a:lstStyle/>
        <a:p>
          <a:endParaRPr lang="en-US" dirty="0"/>
        </a:p>
      </dgm:t>
    </dgm:pt>
    <dgm:pt modelId="{A44BC820-2D4D-4A8B-9BDF-DB0531119D33}" type="parTrans" cxnId="{BEB5F270-F468-4BCF-ABC9-DDB69E29B6D8}">
      <dgm:prSet/>
      <dgm:spPr/>
      <dgm:t>
        <a:bodyPr/>
        <a:lstStyle/>
        <a:p>
          <a:endParaRPr lang="en-US"/>
        </a:p>
      </dgm:t>
    </dgm:pt>
    <dgm:pt modelId="{D3FA29EF-D663-41DC-824E-725FE1E9DC81}" type="sibTrans" cxnId="{BEB5F270-F468-4BCF-ABC9-DDB69E29B6D8}">
      <dgm:prSet/>
      <dgm:spPr/>
      <dgm:t>
        <a:bodyPr/>
        <a:lstStyle/>
        <a:p>
          <a:endParaRPr lang="en-US"/>
        </a:p>
      </dgm:t>
    </dgm:pt>
    <dgm:pt modelId="{6C646176-2859-4C31-A1E1-6A39D101457D}">
      <dgm:prSet/>
      <dgm:spPr/>
      <dgm:t>
        <a:bodyPr/>
        <a:lstStyle/>
        <a:p>
          <a:endParaRPr lang="en-US" dirty="0"/>
        </a:p>
      </dgm:t>
    </dgm:pt>
    <dgm:pt modelId="{E2BCA043-506E-4565-B572-C73D0519EBBF}" type="parTrans" cxnId="{BBE7673C-96FC-4646-9E8C-64F59A3C7713}">
      <dgm:prSet/>
      <dgm:spPr/>
      <dgm:t>
        <a:bodyPr/>
        <a:lstStyle/>
        <a:p>
          <a:endParaRPr lang="en-US"/>
        </a:p>
      </dgm:t>
    </dgm:pt>
    <dgm:pt modelId="{925ADB38-214B-47B3-9BEA-ED429E0355E2}" type="sibTrans" cxnId="{BBE7673C-96FC-4646-9E8C-64F59A3C7713}">
      <dgm:prSet/>
      <dgm:spPr/>
      <dgm:t>
        <a:bodyPr/>
        <a:lstStyle/>
        <a:p>
          <a:endParaRPr lang="en-US"/>
        </a:p>
      </dgm:t>
    </dgm:pt>
    <dgm:pt modelId="{EC4D6AB2-7432-4440-A189-301FCC7C606A}">
      <dgm:prSet/>
      <dgm:spPr/>
      <dgm:t>
        <a:bodyPr/>
        <a:lstStyle/>
        <a:p>
          <a:endParaRPr lang="en-US" dirty="0"/>
        </a:p>
      </dgm:t>
    </dgm:pt>
    <dgm:pt modelId="{147DB0C4-5EFC-40D3-9A0E-FFA3CCC84F3B}" type="parTrans" cxnId="{E0D48336-01E9-466A-B6FC-AD9D6175FFB7}">
      <dgm:prSet/>
      <dgm:spPr/>
      <dgm:t>
        <a:bodyPr/>
        <a:lstStyle/>
        <a:p>
          <a:endParaRPr lang="en-US"/>
        </a:p>
      </dgm:t>
    </dgm:pt>
    <dgm:pt modelId="{E7E157F2-C1E5-4E0F-9F7A-45384943E929}" type="sibTrans" cxnId="{E0D48336-01E9-466A-B6FC-AD9D6175FFB7}">
      <dgm:prSet/>
      <dgm:spPr/>
      <dgm:t>
        <a:bodyPr/>
        <a:lstStyle/>
        <a:p>
          <a:endParaRPr lang="en-US"/>
        </a:p>
      </dgm:t>
    </dgm:pt>
    <dgm:pt modelId="{614ACB7F-C453-4284-AFB7-F055DF566631}">
      <dgm:prSet phldrT="[Text]"/>
      <dgm:spPr>
        <a:noFill/>
        <a:ln>
          <a:noFill/>
        </a:ln>
      </dgm:spPr>
      <dgm:t>
        <a:bodyPr/>
        <a:lstStyle/>
        <a:p>
          <a:endParaRPr lang="en-US" dirty="0"/>
        </a:p>
      </dgm:t>
    </dgm:pt>
    <dgm:pt modelId="{B250CA5F-C5AE-4F33-ADCD-74D40B06386F}" type="parTrans" cxnId="{87132F58-8626-482F-B890-E0BAF68772FB}">
      <dgm:prSet/>
      <dgm:spPr/>
      <dgm:t>
        <a:bodyPr/>
        <a:lstStyle/>
        <a:p>
          <a:endParaRPr lang="en-US"/>
        </a:p>
      </dgm:t>
    </dgm:pt>
    <dgm:pt modelId="{C3D443E2-77D9-44D1-9ADE-BC3DB1E789DE}" type="sibTrans" cxnId="{87132F58-8626-482F-B890-E0BAF68772FB}">
      <dgm:prSet/>
      <dgm:spPr/>
      <dgm:t>
        <a:bodyPr/>
        <a:lstStyle/>
        <a:p>
          <a:endParaRPr lang="en-US"/>
        </a:p>
      </dgm:t>
    </dgm:pt>
    <dgm:pt modelId="{6A825E58-7A78-4D41-A67D-EF4BEB33B0DA}">
      <dgm:prSet custT="1"/>
      <dgm:spPr/>
      <dgm:t>
        <a:bodyPr/>
        <a:lstStyle/>
        <a:p>
          <a:r>
            <a:rPr lang="en-US" sz="2800" dirty="0" smtClean="0">
              <a:effectLst/>
              <a:latin typeface="Arial Narrow" panose="020B0606020202030204" pitchFamily="34" charset="0"/>
              <a:ea typeface="Calibri" panose="020F0502020204030204" pitchFamily="34" charset="0"/>
            </a:rPr>
            <a:t>Self-esteem</a:t>
          </a:r>
        </a:p>
      </dgm:t>
    </dgm:pt>
    <dgm:pt modelId="{DAA0B11B-9731-4B6B-91C2-ED45E9600A30}" type="parTrans" cxnId="{29033831-48D3-403F-B62D-96C9E933045C}">
      <dgm:prSet/>
      <dgm:spPr/>
      <dgm:t>
        <a:bodyPr/>
        <a:lstStyle/>
        <a:p>
          <a:endParaRPr lang="en-US"/>
        </a:p>
      </dgm:t>
    </dgm:pt>
    <dgm:pt modelId="{D6E30E68-2E8B-4FF5-9E11-758EDBDCB7C7}" type="sibTrans" cxnId="{29033831-48D3-403F-B62D-96C9E933045C}">
      <dgm:prSet/>
      <dgm:spPr/>
      <dgm:t>
        <a:bodyPr/>
        <a:lstStyle/>
        <a:p>
          <a:endParaRPr lang="en-US"/>
        </a:p>
      </dgm:t>
    </dgm:pt>
    <dgm:pt modelId="{D76E8D73-5300-4327-A7F0-5BB82C29D112}">
      <dgm:prSet custT="1"/>
      <dgm:spPr/>
      <dgm:t>
        <a:bodyPr/>
        <a:lstStyle/>
        <a:p>
          <a:r>
            <a:rPr lang="en-US" sz="2800" dirty="0" smtClean="0">
              <a:effectLst/>
              <a:latin typeface="Arial Narrow" panose="020B0606020202030204" pitchFamily="34" charset="0"/>
              <a:ea typeface="Calibri" panose="020F0502020204030204" pitchFamily="34" charset="0"/>
            </a:rPr>
            <a:t>Being</a:t>
          </a:r>
          <a:r>
            <a:rPr lang="en-US" sz="2800" baseline="0" dirty="0" smtClean="0">
              <a:effectLst/>
              <a:latin typeface="Arial Narrow" panose="020B0606020202030204" pitchFamily="34" charset="0"/>
              <a:ea typeface="Calibri" panose="020F0502020204030204" pitchFamily="34" charset="0"/>
            </a:rPr>
            <a:t> a role model</a:t>
          </a:r>
          <a:endParaRPr lang="en-US" sz="2800" dirty="0">
            <a:effectLst/>
            <a:latin typeface="Arial Narrow" panose="020B0606020202030204" pitchFamily="34" charset="0"/>
            <a:ea typeface="Calibri" panose="020F0502020204030204" pitchFamily="34" charset="0"/>
          </a:endParaRPr>
        </a:p>
      </dgm:t>
    </dgm:pt>
    <dgm:pt modelId="{1164682C-BE97-468A-9526-4926422AD158}" type="parTrans" cxnId="{C8EC61BA-7816-4931-8C19-03E0ECD76CE1}">
      <dgm:prSet/>
      <dgm:spPr/>
      <dgm:t>
        <a:bodyPr/>
        <a:lstStyle/>
        <a:p>
          <a:endParaRPr lang="en-US"/>
        </a:p>
      </dgm:t>
    </dgm:pt>
    <dgm:pt modelId="{3AEA3803-51B9-4053-B7CB-CF3EF16B877D}" type="sibTrans" cxnId="{C8EC61BA-7816-4931-8C19-03E0ECD76CE1}">
      <dgm:prSet/>
      <dgm:spPr/>
      <dgm:t>
        <a:bodyPr/>
        <a:lstStyle/>
        <a:p>
          <a:endParaRPr lang="en-US"/>
        </a:p>
      </dgm:t>
    </dgm:pt>
    <dgm:pt modelId="{F93AC375-F427-451A-A296-2ABB8ABCAAAC}" type="pres">
      <dgm:prSet presAssocID="{83786972-37FE-44A9-AF1F-BDFD616352A7}" presName="outerComposite" presStyleCnt="0">
        <dgm:presLayoutVars>
          <dgm:chMax val="2"/>
          <dgm:animLvl val="lvl"/>
          <dgm:resizeHandles val="exact"/>
        </dgm:presLayoutVars>
      </dgm:prSet>
      <dgm:spPr/>
      <dgm:t>
        <a:bodyPr/>
        <a:lstStyle/>
        <a:p>
          <a:endParaRPr lang="en-US"/>
        </a:p>
      </dgm:t>
    </dgm:pt>
    <dgm:pt modelId="{65C9007B-AD16-4680-B9D5-4C5F4C0B1A07}" type="pres">
      <dgm:prSet presAssocID="{83786972-37FE-44A9-AF1F-BDFD616352A7}" presName="dummyMaxCanvas" presStyleCnt="0"/>
      <dgm:spPr/>
    </dgm:pt>
    <dgm:pt modelId="{CAD13664-DFF8-4CAC-BE60-A79C3C4D426A}" type="pres">
      <dgm:prSet presAssocID="{83786972-37FE-44A9-AF1F-BDFD616352A7}" presName="parentComposite" presStyleCnt="0"/>
      <dgm:spPr/>
    </dgm:pt>
    <dgm:pt modelId="{CB8D2C1B-2921-4817-8930-200CA2078958}" type="pres">
      <dgm:prSet presAssocID="{83786972-37FE-44A9-AF1F-BDFD616352A7}" presName="parent1" presStyleLbl="alignAccFollowNode1" presStyleIdx="0" presStyleCnt="4" custLinFactNeighborX="2258" custLinFactNeighborY="66480">
        <dgm:presLayoutVars>
          <dgm:chMax val="4"/>
        </dgm:presLayoutVars>
      </dgm:prSet>
      <dgm:spPr/>
      <dgm:t>
        <a:bodyPr/>
        <a:lstStyle/>
        <a:p>
          <a:endParaRPr lang="en-US"/>
        </a:p>
      </dgm:t>
    </dgm:pt>
    <dgm:pt modelId="{E7C647C9-7465-45A3-898D-DB9AFC73AE81}" type="pres">
      <dgm:prSet presAssocID="{83786972-37FE-44A9-AF1F-BDFD616352A7}" presName="parent2" presStyleLbl="alignAccFollowNode1" presStyleIdx="1" presStyleCnt="4" custLinFactNeighborX="2258" custLinFactNeighborY="66480">
        <dgm:presLayoutVars>
          <dgm:chMax val="4"/>
        </dgm:presLayoutVars>
      </dgm:prSet>
      <dgm:spPr/>
      <dgm:t>
        <a:bodyPr/>
        <a:lstStyle/>
        <a:p>
          <a:endParaRPr lang="en-US"/>
        </a:p>
      </dgm:t>
    </dgm:pt>
    <dgm:pt modelId="{8AB83D4F-298C-4398-8A41-BCAEC2F3D39D}" type="pres">
      <dgm:prSet presAssocID="{83786972-37FE-44A9-AF1F-BDFD616352A7}" presName="childrenComposite" presStyleCnt="0"/>
      <dgm:spPr/>
    </dgm:pt>
    <dgm:pt modelId="{7DBB7D51-7B68-45B5-9EA3-F4A78DCA6F12}" type="pres">
      <dgm:prSet presAssocID="{83786972-37FE-44A9-AF1F-BDFD616352A7}" presName="dummyMaxCanvas_ChildArea" presStyleCnt="0"/>
      <dgm:spPr/>
    </dgm:pt>
    <dgm:pt modelId="{15572B2B-841A-4C25-8309-D5D9DB3860B9}" type="pres">
      <dgm:prSet presAssocID="{83786972-37FE-44A9-AF1F-BDFD616352A7}" presName="fulcrum" presStyleLbl="alignAccFollowNode1" presStyleIdx="2" presStyleCnt="4"/>
      <dgm:spPr/>
    </dgm:pt>
    <dgm:pt modelId="{85E18820-61AE-4507-B252-50F76EB9FEA3}" type="pres">
      <dgm:prSet presAssocID="{83786972-37FE-44A9-AF1F-BDFD616352A7}" presName="balance_43" presStyleLbl="alignAccFollowNode1" presStyleIdx="3" presStyleCnt="4" custAng="64672" custScaleX="131125" custScaleY="129439">
        <dgm:presLayoutVars>
          <dgm:bulletEnabled val="1"/>
        </dgm:presLayoutVars>
      </dgm:prSet>
      <dgm:spPr/>
    </dgm:pt>
    <dgm:pt modelId="{C1462F0B-9A4A-410E-AAF0-6AAF737DF77A}" type="pres">
      <dgm:prSet presAssocID="{83786972-37FE-44A9-AF1F-BDFD616352A7}" presName="left_43_1" presStyleLbl="node1" presStyleIdx="0" presStyleCnt="7" custAng="240000" custScaleX="303201" custScaleY="116615" custLinFactNeighborX="29994" custLinFactNeighborY="-7552">
        <dgm:presLayoutVars>
          <dgm:bulletEnabled val="1"/>
        </dgm:presLayoutVars>
      </dgm:prSet>
      <dgm:spPr/>
      <dgm:t>
        <a:bodyPr/>
        <a:lstStyle/>
        <a:p>
          <a:endParaRPr lang="en-US"/>
        </a:p>
      </dgm:t>
    </dgm:pt>
    <dgm:pt modelId="{BFFF9982-A743-48D7-93DA-C3B5C5FE1E4A}" type="pres">
      <dgm:prSet presAssocID="{83786972-37FE-44A9-AF1F-BDFD616352A7}" presName="left_43_2" presStyleLbl="node1" presStyleIdx="1" presStyleCnt="7" custAng="240000" custScaleX="303201" custScaleY="116615" custLinFactNeighborX="31928" custLinFactNeighborY="10188">
        <dgm:presLayoutVars>
          <dgm:bulletEnabled val="1"/>
        </dgm:presLayoutVars>
      </dgm:prSet>
      <dgm:spPr/>
      <dgm:t>
        <a:bodyPr/>
        <a:lstStyle/>
        <a:p>
          <a:endParaRPr lang="en-US"/>
        </a:p>
      </dgm:t>
    </dgm:pt>
    <dgm:pt modelId="{4E0E2B81-0A69-4B8F-891E-68B9422AC72D}" type="pres">
      <dgm:prSet presAssocID="{83786972-37FE-44A9-AF1F-BDFD616352A7}" presName="left_43_3" presStyleLbl="node1" presStyleIdx="2" presStyleCnt="7" custAng="240000" custScaleX="303201" custScaleY="116615" custLinFactY="-5342" custLinFactNeighborX="33894" custLinFactNeighborY="-100000">
        <dgm:presLayoutVars>
          <dgm:bulletEnabled val="1"/>
        </dgm:presLayoutVars>
      </dgm:prSet>
      <dgm:spPr/>
      <dgm:t>
        <a:bodyPr/>
        <a:lstStyle/>
        <a:p>
          <a:endParaRPr lang="en-US"/>
        </a:p>
      </dgm:t>
    </dgm:pt>
    <dgm:pt modelId="{11310DF3-3A6E-4EF0-9E49-48DF26AC9475}" type="pres">
      <dgm:prSet presAssocID="{83786972-37FE-44A9-AF1F-BDFD616352A7}" presName="left_43_4" presStyleLbl="node1" presStyleIdx="3" presStyleCnt="7" custAng="240000" custScaleX="303201" custScaleY="116615" custLinFactNeighborX="36634" custLinFactNeighborY="-83917">
        <dgm:presLayoutVars>
          <dgm:bulletEnabled val="1"/>
        </dgm:presLayoutVars>
      </dgm:prSet>
      <dgm:spPr/>
      <dgm:t>
        <a:bodyPr/>
        <a:lstStyle/>
        <a:p>
          <a:endParaRPr lang="en-US"/>
        </a:p>
      </dgm:t>
    </dgm:pt>
    <dgm:pt modelId="{44283B60-7AD6-4EB7-8638-AEDA8892D473}" type="pres">
      <dgm:prSet presAssocID="{83786972-37FE-44A9-AF1F-BDFD616352A7}" presName="right_43_1" presStyleLbl="node1" presStyleIdx="4" presStyleCnt="7" custAng="240000" custScaleX="303201" custScaleY="116615" custLinFactX="-13052" custLinFactY="-21595" custLinFactNeighborX="-100000" custLinFactNeighborY="-100000">
        <dgm:presLayoutVars>
          <dgm:bulletEnabled val="1"/>
        </dgm:presLayoutVars>
      </dgm:prSet>
      <dgm:spPr/>
      <dgm:t>
        <a:bodyPr/>
        <a:lstStyle/>
        <a:p>
          <a:endParaRPr lang="en-US"/>
        </a:p>
      </dgm:t>
    </dgm:pt>
    <dgm:pt modelId="{C35F1C4D-38BF-472F-A277-7C3518666E55}" type="pres">
      <dgm:prSet presAssocID="{83786972-37FE-44A9-AF1F-BDFD616352A7}" presName="right_43_2" presStyleLbl="node1" presStyleIdx="5" presStyleCnt="7" custAng="240000" custScaleX="303201" custScaleY="116615" custLinFactX="-11119" custLinFactY="-1757" custLinFactNeighborX="-100000" custLinFactNeighborY="-100000">
        <dgm:presLayoutVars>
          <dgm:bulletEnabled val="1"/>
        </dgm:presLayoutVars>
      </dgm:prSet>
      <dgm:spPr/>
      <dgm:t>
        <a:bodyPr/>
        <a:lstStyle/>
        <a:p>
          <a:endParaRPr lang="en-US"/>
        </a:p>
      </dgm:t>
    </dgm:pt>
    <dgm:pt modelId="{7391FBCD-3A43-4232-9306-B7E35149D236}" type="pres">
      <dgm:prSet presAssocID="{83786972-37FE-44A9-AF1F-BDFD616352A7}" presName="right_43_3" presStyleLbl="node1" presStyleIdx="6" presStyleCnt="7" custAng="240000" custScaleX="303201" custScaleY="116615" custLinFactX="-8594" custLinFactY="-100000" custLinFactNeighborX="-100000" custLinFactNeighborY="-117443">
        <dgm:presLayoutVars>
          <dgm:bulletEnabled val="1"/>
        </dgm:presLayoutVars>
      </dgm:prSet>
      <dgm:spPr/>
      <dgm:t>
        <a:bodyPr/>
        <a:lstStyle/>
        <a:p>
          <a:endParaRPr lang="en-US"/>
        </a:p>
      </dgm:t>
    </dgm:pt>
  </dgm:ptLst>
  <dgm:cxnLst>
    <dgm:cxn modelId="{ADFCEBA4-0F77-4F78-9564-6A9DA12E2305}" type="presOf" srcId="{D76E8D73-5300-4327-A7F0-5BB82C29D112}" destId="{7391FBCD-3A43-4232-9306-B7E35149D236}" srcOrd="0" destOrd="0" presId="urn:microsoft.com/office/officeart/2005/8/layout/balance1"/>
    <dgm:cxn modelId="{BC6F1043-98C0-48C6-8691-B2A6FD55CA24}" type="presOf" srcId="{39F81CA0-B320-4848-8549-062FAFD6495E}" destId="{C1462F0B-9A4A-410E-AAF0-6AAF737DF77A}" srcOrd="0" destOrd="0" presId="urn:microsoft.com/office/officeart/2005/8/layout/balance1"/>
    <dgm:cxn modelId="{2EAC40A0-7872-4D93-AEE1-8F2A8A7F3620}" type="presOf" srcId="{83786972-37FE-44A9-AF1F-BDFD616352A7}" destId="{F93AC375-F427-451A-A296-2ABB8ABCAAAC}" srcOrd="0" destOrd="0" presId="urn:microsoft.com/office/officeart/2005/8/layout/balance1"/>
    <dgm:cxn modelId="{29033831-48D3-403F-B62D-96C9E933045C}" srcId="{614ACB7F-C453-4284-AFB7-F055DF566631}" destId="{6A825E58-7A78-4D41-A67D-EF4BEB33B0DA}" srcOrd="1" destOrd="0" parTransId="{DAA0B11B-9731-4B6B-91C2-ED45E9600A30}" sibTransId="{D6E30E68-2E8B-4FF5-9E11-758EDBDCB7C7}"/>
    <dgm:cxn modelId="{E0D48336-01E9-466A-B6FC-AD9D6175FFB7}" srcId="{ECB7E061-36D1-496E-8AC6-E14F7D89E6DF}" destId="{EC4D6AB2-7432-4440-A189-301FCC7C606A}" srcOrd="6" destOrd="0" parTransId="{147DB0C4-5EFC-40D3-9A0E-FFA3CCC84F3B}" sibTransId="{E7E157F2-C1E5-4E0F-9F7A-45384943E929}"/>
    <dgm:cxn modelId="{B1746938-D5C1-437C-B600-678B29540095}" type="presOf" srcId="{6D814C5C-E0B0-4750-9AF3-44E0BAD2F195}" destId="{BFFF9982-A743-48D7-93DA-C3B5C5FE1E4A}" srcOrd="0" destOrd="0" presId="urn:microsoft.com/office/officeart/2005/8/layout/balance1"/>
    <dgm:cxn modelId="{D174A151-8A6F-4B8E-BC9A-ACB1890CC306}" srcId="{ECB7E061-36D1-496E-8AC6-E14F7D89E6DF}" destId="{39F81CA0-B320-4848-8549-062FAFD6495E}" srcOrd="0" destOrd="0" parTransId="{00FE858E-F990-4B3B-88F0-00A7D0E4290C}" sibTransId="{C136A2B1-F67B-499F-85CB-CB6DF939343E}"/>
    <dgm:cxn modelId="{BBE7673C-96FC-4646-9E8C-64F59A3C7713}" srcId="{ECB7E061-36D1-496E-8AC6-E14F7D89E6DF}" destId="{6C646176-2859-4C31-A1E1-6A39D101457D}" srcOrd="5" destOrd="0" parTransId="{E2BCA043-506E-4565-B572-C73D0519EBBF}" sibTransId="{925ADB38-214B-47B3-9BEA-ED429E0355E2}"/>
    <dgm:cxn modelId="{182C584F-DBD0-49CC-8700-A844DCDD44EF}" type="presOf" srcId="{9B9D31D4-B2A4-431E-B6AC-7BAA4A3CAB2A}" destId="{11310DF3-3A6E-4EF0-9E49-48DF26AC9475}" srcOrd="0" destOrd="0" presId="urn:microsoft.com/office/officeart/2005/8/layout/balance1"/>
    <dgm:cxn modelId="{87132F58-8626-482F-B890-E0BAF68772FB}" srcId="{83786972-37FE-44A9-AF1F-BDFD616352A7}" destId="{614ACB7F-C453-4284-AFB7-F055DF566631}" srcOrd="1" destOrd="0" parTransId="{B250CA5F-C5AE-4F33-ADCD-74D40B06386F}" sibTransId="{C3D443E2-77D9-44D1-9ADE-BC3DB1E789DE}"/>
    <dgm:cxn modelId="{6A8433BB-9135-4103-80E5-86C5A9E88340}" srcId="{ECB7E061-36D1-496E-8AC6-E14F7D89E6DF}" destId="{9B9D31D4-B2A4-431E-B6AC-7BAA4A3CAB2A}" srcOrd="3" destOrd="0" parTransId="{76F075B6-8215-48BA-B42B-EBA2762F2522}" sibTransId="{4B6908E6-0E96-4DDE-B12C-B4330D8E4ED8}"/>
    <dgm:cxn modelId="{C8EC61BA-7816-4931-8C19-03E0ECD76CE1}" srcId="{614ACB7F-C453-4284-AFB7-F055DF566631}" destId="{D76E8D73-5300-4327-A7F0-5BB82C29D112}" srcOrd="2" destOrd="0" parTransId="{1164682C-BE97-468A-9526-4926422AD158}" sibTransId="{3AEA3803-51B9-4053-B7CB-CF3EF16B877D}"/>
    <dgm:cxn modelId="{F6D07A74-BE1D-4458-A794-BDC239E234E6}" type="presOf" srcId="{6A825E58-7A78-4D41-A67D-EF4BEB33B0DA}" destId="{C35F1C4D-38BF-472F-A277-7C3518666E55}" srcOrd="0" destOrd="0" presId="urn:microsoft.com/office/officeart/2005/8/layout/balance1"/>
    <dgm:cxn modelId="{0871EE1D-5AB2-4002-9285-2A2FDA447128}" type="presOf" srcId="{2D1CD680-6E47-4B87-98EE-934AAD66AE8F}" destId="{44283B60-7AD6-4EB7-8638-AEDA8892D473}" srcOrd="0" destOrd="0" presId="urn:microsoft.com/office/officeart/2005/8/layout/balance1"/>
    <dgm:cxn modelId="{754BE7E1-7573-494F-AC23-A7EC036E3773}" srcId="{ECB7E061-36D1-496E-8AC6-E14F7D89E6DF}" destId="{28857E85-DEF8-4EB8-9B2B-80909A7F8361}" srcOrd="2" destOrd="0" parTransId="{52DC9D08-CCD6-4A32-A546-33B88C33C965}" sibTransId="{2D28202A-F185-4DFE-994A-B32C5E13A938}"/>
    <dgm:cxn modelId="{993FE429-F27E-48D6-A440-3E8F94B3E00F}" type="presOf" srcId="{614ACB7F-C453-4284-AFB7-F055DF566631}" destId="{E7C647C9-7465-45A3-898D-DB9AFC73AE81}" srcOrd="0" destOrd="0" presId="urn:microsoft.com/office/officeart/2005/8/layout/balance1"/>
    <dgm:cxn modelId="{CB99CDFC-57A8-41CF-877A-6B0F501B7051}" srcId="{614ACB7F-C453-4284-AFB7-F055DF566631}" destId="{2D1CD680-6E47-4B87-98EE-934AAD66AE8F}" srcOrd="0" destOrd="0" parTransId="{4D0DC3F7-8B82-44CC-9F2F-09DC078F7C10}" sibTransId="{027C9648-7153-45FE-AF7B-8CB35836FE63}"/>
    <dgm:cxn modelId="{85F7DC4D-5DCD-44B4-8CB3-DCF9794B8F54}" type="presOf" srcId="{ECB7E061-36D1-496E-8AC6-E14F7D89E6DF}" destId="{CB8D2C1B-2921-4817-8930-200CA2078958}" srcOrd="0" destOrd="0" presId="urn:microsoft.com/office/officeart/2005/8/layout/balance1"/>
    <dgm:cxn modelId="{BEB5F270-F468-4BCF-ABC9-DDB69E29B6D8}" srcId="{ECB7E061-36D1-496E-8AC6-E14F7D89E6DF}" destId="{D285488C-F551-4F91-8431-93DC842B0B8B}" srcOrd="4" destOrd="0" parTransId="{A44BC820-2D4D-4A8B-9BDF-DB0531119D33}" sibTransId="{D3FA29EF-D663-41DC-824E-725FE1E9DC81}"/>
    <dgm:cxn modelId="{B6A59208-E488-4101-8EDB-423D6CC2A880}" srcId="{83786972-37FE-44A9-AF1F-BDFD616352A7}" destId="{ECB7E061-36D1-496E-8AC6-E14F7D89E6DF}" srcOrd="0" destOrd="0" parTransId="{6D788911-5398-4015-80D6-78195E7F6C3B}" sibTransId="{4E8EE994-E637-4659-B71A-41675B16E35E}"/>
    <dgm:cxn modelId="{980698CA-8F4E-4CF0-815F-63186B055406}" type="presOf" srcId="{28857E85-DEF8-4EB8-9B2B-80909A7F8361}" destId="{4E0E2B81-0A69-4B8F-891E-68B9422AC72D}" srcOrd="0" destOrd="0" presId="urn:microsoft.com/office/officeart/2005/8/layout/balance1"/>
    <dgm:cxn modelId="{89CBE0D6-1D9D-468E-8E7C-8893636777A1}" srcId="{ECB7E061-36D1-496E-8AC6-E14F7D89E6DF}" destId="{6D814C5C-E0B0-4750-9AF3-44E0BAD2F195}" srcOrd="1" destOrd="0" parTransId="{74CD3BC1-F09B-4C84-8824-DECF41A8F858}" sibTransId="{E15E2891-4795-41AE-BD1B-D9849A22B59D}"/>
    <dgm:cxn modelId="{53478D3D-4376-40B7-8E0D-316344571D9D}" type="presParOf" srcId="{F93AC375-F427-451A-A296-2ABB8ABCAAAC}" destId="{65C9007B-AD16-4680-B9D5-4C5F4C0B1A07}" srcOrd="0" destOrd="0" presId="urn:microsoft.com/office/officeart/2005/8/layout/balance1"/>
    <dgm:cxn modelId="{70B5A330-6E0F-441D-8B2B-C0EAF0B3432B}" type="presParOf" srcId="{F93AC375-F427-451A-A296-2ABB8ABCAAAC}" destId="{CAD13664-DFF8-4CAC-BE60-A79C3C4D426A}" srcOrd="1" destOrd="0" presId="urn:microsoft.com/office/officeart/2005/8/layout/balance1"/>
    <dgm:cxn modelId="{EDFD56A2-6D25-48BA-A85C-54FC2B3E261C}" type="presParOf" srcId="{CAD13664-DFF8-4CAC-BE60-A79C3C4D426A}" destId="{CB8D2C1B-2921-4817-8930-200CA2078958}" srcOrd="0" destOrd="0" presId="urn:microsoft.com/office/officeart/2005/8/layout/balance1"/>
    <dgm:cxn modelId="{ADB8C6B2-458C-4FC5-BD90-0CF7E238B199}" type="presParOf" srcId="{CAD13664-DFF8-4CAC-BE60-A79C3C4D426A}" destId="{E7C647C9-7465-45A3-898D-DB9AFC73AE81}" srcOrd="1" destOrd="0" presId="urn:microsoft.com/office/officeart/2005/8/layout/balance1"/>
    <dgm:cxn modelId="{989C90A2-2A2D-4968-91B9-CF1D0F8A5153}" type="presParOf" srcId="{F93AC375-F427-451A-A296-2ABB8ABCAAAC}" destId="{8AB83D4F-298C-4398-8A41-BCAEC2F3D39D}" srcOrd="2" destOrd="0" presId="urn:microsoft.com/office/officeart/2005/8/layout/balance1"/>
    <dgm:cxn modelId="{964DEF46-C1A2-45A6-B95F-2B4AE87C9336}" type="presParOf" srcId="{8AB83D4F-298C-4398-8A41-BCAEC2F3D39D}" destId="{7DBB7D51-7B68-45B5-9EA3-F4A78DCA6F12}" srcOrd="0" destOrd="0" presId="urn:microsoft.com/office/officeart/2005/8/layout/balance1"/>
    <dgm:cxn modelId="{1AAF1FC4-9D7F-41BB-8000-BE358952C89E}" type="presParOf" srcId="{8AB83D4F-298C-4398-8A41-BCAEC2F3D39D}" destId="{15572B2B-841A-4C25-8309-D5D9DB3860B9}" srcOrd="1" destOrd="0" presId="urn:microsoft.com/office/officeart/2005/8/layout/balance1"/>
    <dgm:cxn modelId="{38C8ABCC-B60D-488E-95EA-7C27665AEA48}" type="presParOf" srcId="{8AB83D4F-298C-4398-8A41-BCAEC2F3D39D}" destId="{85E18820-61AE-4507-B252-50F76EB9FEA3}" srcOrd="2" destOrd="0" presId="urn:microsoft.com/office/officeart/2005/8/layout/balance1"/>
    <dgm:cxn modelId="{AA3520AC-4EC5-4E3A-AC21-CCB468BA62A8}" type="presParOf" srcId="{8AB83D4F-298C-4398-8A41-BCAEC2F3D39D}" destId="{C1462F0B-9A4A-410E-AAF0-6AAF737DF77A}" srcOrd="3" destOrd="0" presId="urn:microsoft.com/office/officeart/2005/8/layout/balance1"/>
    <dgm:cxn modelId="{83BF6020-4403-48E9-BE19-84231DF25CF4}" type="presParOf" srcId="{8AB83D4F-298C-4398-8A41-BCAEC2F3D39D}" destId="{BFFF9982-A743-48D7-93DA-C3B5C5FE1E4A}" srcOrd="4" destOrd="0" presId="urn:microsoft.com/office/officeart/2005/8/layout/balance1"/>
    <dgm:cxn modelId="{B4B38E52-DA6C-4B06-AB39-2400B2D317B7}" type="presParOf" srcId="{8AB83D4F-298C-4398-8A41-BCAEC2F3D39D}" destId="{4E0E2B81-0A69-4B8F-891E-68B9422AC72D}" srcOrd="5" destOrd="0" presId="urn:microsoft.com/office/officeart/2005/8/layout/balance1"/>
    <dgm:cxn modelId="{A9168649-65DF-4456-8A89-175DE6D4615D}" type="presParOf" srcId="{8AB83D4F-298C-4398-8A41-BCAEC2F3D39D}" destId="{11310DF3-3A6E-4EF0-9E49-48DF26AC9475}" srcOrd="6" destOrd="0" presId="urn:microsoft.com/office/officeart/2005/8/layout/balance1"/>
    <dgm:cxn modelId="{A86F4F94-04F1-404B-BBAB-9D8BBF7964A2}" type="presParOf" srcId="{8AB83D4F-298C-4398-8A41-BCAEC2F3D39D}" destId="{44283B60-7AD6-4EB7-8638-AEDA8892D473}" srcOrd="7" destOrd="0" presId="urn:microsoft.com/office/officeart/2005/8/layout/balance1"/>
    <dgm:cxn modelId="{1777EC6A-7E17-45CE-B483-4B5AB4679624}" type="presParOf" srcId="{8AB83D4F-298C-4398-8A41-BCAEC2F3D39D}" destId="{C35F1C4D-38BF-472F-A277-7C3518666E55}" srcOrd="8" destOrd="0" presId="urn:microsoft.com/office/officeart/2005/8/layout/balance1"/>
    <dgm:cxn modelId="{2230217F-1104-4D9D-A9C3-D61B4195BBA3}" type="presParOf" srcId="{8AB83D4F-298C-4398-8A41-BCAEC2F3D39D}" destId="{7391FBCD-3A43-4232-9306-B7E35149D236}" srcOrd="9" destOrd="0" presId="urn:microsoft.com/office/officeart/2005/8/layout/balance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8D2C1B-2921-4817-8930-200CA2078958}">
      <dsp:nvSpPr>
        <dsp:cNvPr id="0" name=""/>
        <dsp:cNvSpPr/>
      </dsp:nvSpPr>
      <dsp:spPr>
        <a:xfrm>
          <a:off x="2527057" y="369748"/>
          <a:ext cx="2329453" cy="1294140"/>
        </a:xfrm>
        <a:prstGeom prst="roundRect">
          <a:avLst>
            <a:gd name="adj" fmla="val 10000"/>
          </a:avLst>
        </a:prstGeom>
        <a:noFill/>
        <a:ln w="15875" cap="flat" cmpd="sng" algn="ctr">
          <a:noFill/>
          <a:prstDash val="solid"/>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endParaRPr lang="en-US" sz="2400" kern="1200">
            <a:solidFill>
              <a:schemeClr val="bg1"/>
            </a:solidFill>
            <a:latin typeface="Arial Narrow" panose="020B0606020202030204" pitchFamily="34" charset="0"/>
          </a:endParaRPr>
        </a:p>
      </dsp:txBody>
      <dsp:txXfrm>
        <a:off x="2564961" y="407652"/>
        <a:ext cx="2253645" cy="1218332"/>
      </dsp:txXfrm>
    </dsp:sp>
    <dsp:sp modelId="{E7C647C9-7465-45A3-898D-DB9AFC73AE81}">
      <dsp:nvSpPr>
        <dsp:cNvPr id="0" name=""/>
        <dsp:cNvSpPr/>
      </dsp:nvSpPr>
      <dsp:spPr>
        <a:xfrm>
          <a:off x="5891823" y="369748"/>
          <a:ext cx="2329453" cy="1294140"/>
        </a:xfrm>
        <a:prstGeom prst="roundRect">
          <a:avLst>
            <a:gd name="adj" fmla="val 10000"/>
          </a:avLst>
        </a:prstGeom>
        <a:noFill/>
        <a:ln w="15875" cap="flat" cmpd="sng" algn="ctr">
          <a:noFill/>
          <a:prstDash val="solid"/>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endParaRPr lang="en-US" sz="2400" kern="1200" dirty="0">
            <a:solidFill>
              <a:schemeClr val="bg1"/>
            </a:solidFill>
            <a:latin typeface="Arial Narrow" panose="020B0606020202030204" pitchFamily="34" charset="0"/>
          </a:endParaRPr>
        </a:p>
      </dsp:txBody>
      <dsp:txXfrm>
        <a:off x="5929727" y="407652"/>
        <a:ext cx="2253645" cy="1218332"/>
      </dsp:txXfrm>
    </dsp:sp>
    <dsp:sp modelId="{15572B2B-841A-4C25-8309-D5D9DB3860B9}">
      <dsp:nvSpPr>
        <dsp:cNvPr id="0" name=""/>
        <dsp:cNvSpPr/>
      </dsp:nvSpPr>
      <dsp:spPr>
        <a:xfrm>
          <a:off x="4856718" y="5500098"/>
          <a:ext cx="970605" cy="970605"/>
        </a:xfrm>
        <a:prstGeom prst="triangle">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3BA385F-0112-4D26-B768-9B91B74130AC}">
      <dsp:nvSpPr>
        <dsp:cNvPr id="0" name=""/>
        <dsp:cNvSpPr/>
      </dsp:nvSpPr>
      <dsp:spPr>
        <a:xfrm>
          <a:off x="1955228" y="5118932"/>
          <a:ext cx="6773584" cy="343029"/>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26BA082-E85E-4232-A42C-24C35EDD84C2}">
      <dsp:nvSpPr>
        <dsp:cNvPr id="0" name=""/>
        <dsp:cNvSpPr/>
      </dsp:nvSpPr>
      <dsp:spPr>
        <a:xfrm>
          <a:off x="5466593" y="3968126"/>
          <a:ext cx="3268013" cy="1087078"/>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rtl="0">
            <a:lnSpc>
              <a:spcPct val="90000"/>
            </a:lnSpc>
            <a:spcBef>
              <a:spcPct val="0"/>
            </a:spcBef>
            <a:spcAft>
              <a:spcPct val="35000"/>
            </a:spcAft>
          </a:pPr>
          <a:r>
            <a:rPr lang="en-US" sz="2800" kern="1200" dirty="0" smtClean="0">
              <a:solidFill>
                <a:schemeClr val="bg1"/>
              </a:solidFill>
              <a:effectLst/>
              <a:latin typeface="Arial Narrow" panose="020B0606020202030204" pitchFamily="34" charset="0"/>
              <a:ea typeface="Calibri" panose="020F0502020204030204" pitchFamily="34" charset="0"/>
              <a:cs typeface="+mn-cs"/>
            </a:rPr>
            <a:t>Less family time</a:t>
          </a:r>
          <a:endParaRPr lang="en-US" sz="2800" kern="1200" dirty="0">
            <a:solidFill>
              <a:schemeClr val="bg1"/>
            </a:solidFill>
            <a:effectLst/>
            <a:latin typeface="Arial Narrow" panose="020B0606020202030204" pitchFamily="34" charset="0"/>
            <a:ea typeface="Calibri" panose="020F0502020204030204" pitchFamily="34" charset="0"/>
            <a:cs typeface="+mn-cs"/>
          </a:endParaRPr>
        </a:p>
      </dsp:txBody>
      <dsp:txXfrm>
        <a:off x="5519660" y="4021193"/>
        <a:ext cx="3161879" cy="980944"/>
      </dsp:txXfrm>
    </dsp:sp>
    <dsp:sp modelId="{4C569669-7D01-46DA-836E-5C0711BB3B1A}">
      <dsp:nvSpPr>
        <dsp:cNvPr id="0" name=""/>
        <dsp:cNvSpPr/>
      </dsp:nvSpPr>
      <dsp:spPr>
        <a:xfrm>
          <a:off x="5466593" y="2803399"/>
          <a:ext cx="3268013" cy="1087078"/>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rtl="0">
            <a:lnSpc>
              <a:spcPct val="90000"/>
            </a:lnSpc>
            <a:spcBef>
              <a:spcPct val="0"/>
            </a:spcBef>
            <a:spcAft>
              <a:spcPct val="35000"/>
            </a:spcAft>
          </a:pPr>
          <a:r>
            <a:rPr lang="en-US" sz="2800" kern="1200" baseline="0" dirty="0" smtClean="0">
              <a:effectLst/>
              <a:latin typeface="Arial Narrow" panose="020B0606020202030204" pitchFamily="34" charset="0"/>
              <a:ea typeface="Calibri" panose="020F0502020204030204" pitchFamily="34" charset="0"/>
            </a:rPr>
            <a:t>More leisure time when not working</a:t>
          </a:r>
          <a:endParaRPr lang="en-US" sz="2800" kern="1200" dirty="0">
            <a:solidFill>
              <a:schemeClr val="bg1"/>
            </a:solidFill>
            <a:effectLst/>
            <a:latin typeface="Arial Narrow" panose="020B0606020202030204" pitchFamily="34" charset="0"/>
            <a:ea typeface="Calibri" panose="020F0502020204030204" pitchFamily="34" charset="0"/>
            <a:cs typeface="+mn-cs"/>
          </a:endParaRPr>
        </a:p>
      </dsp:txBody>
      <dsp:txXfrm>
        <a:off x="5519660" y="2856466"/>
        <a:ext cx="3161879" cy="980944"/>
      </dsp:txXfrm>
    </dsp:sp>
    <dsp:sp modelId="{2B15E5CE-680A-4557-BCF0-56E03B709B93}">
      <dsp:nvSpPr>
        <dsp:cNvPr id="0" name=""/>
        <dsp:cNvSpPr/>
      </dsp:nvSpPr>
      <dsp:spPr>
        <a:xfrm>
          <a:off x="5466593" y="1638672"/>
          <a:ext cx="3268013" cy="1087078"/>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kern="1200" baseline="0" dirty="0" smtClean="0">
              <a:effectLst/>
              <a:latin typeface="Arial Narrow" panose="020B0606020202030204" pitchFamily="34" charset="0"/>
              <a:ea typeface="Calibri" panose="020F0502020204030204" pitchFamily="34" charset="0"/>
            </a:rPr>
            <a:t>Fear of being overwhelmed at work</a:t>
          </a:r>
          <a:endParaRPr lang="en-US" sz="2800" kern="1200" dirty="0">
            <a:effectLst/>
            <a:latin typeface="Arial Narrow" panose="020B0606020202030204" pitchFamily="34" charset="0"/>
            <a:ea typeface="Calibri" panose="020F0502020204030204" pitchFamily="34" charset="0"/>
          </a:endParaRPr>
        </a:p>
      </dsp:txBody>
      <dsp:txXfrm>
        <a:off x="5519660" y="1691739"/>
        <a:ext cx="3161879" cy="980944"/>
      </dsp:txXfrm>
    </dsp:sp>
    <dsp:sp modelId="{639B3977-3B84-4324-B1AE-81805C9E7A5D}">
      <dsp:nvSpPr>
        <dsp:cNvPr id="0" name=""/>
        <dsp:cNvSpPr/>
      </dsp:nvSpPr>
      <dsp:spPr>
        <a:xfrm>
          <a:off x="1872819" y="3968126"/>
          <a:ext cx="3268013" cy="1087078"/>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kern="1200" dirty="0" smtClean="0">
              <a:effectLst/>
              <a:latin typeface="Arial Narrow" panose="020B0606020202030204" pitchFamily="34" charset="0"/>
              <a:ea typeface="Calibri" panose="020F0502020204030204" pitchFamily="34" charset="0"/>
            </a:rPr>
            <a:t>Counteracting boredom, depression or inactivity</a:t>
          </a:r>
          <a:endParaRPr lang="en-US" sz="2800" kern="1200" dirty="0">
            <a:solidFill>
              <a:schemeClr val="bg1"/>
            </a:solidFill>
            <a:latin typeface="Arial Narrow" panose="020B0606020202030204" pitchFamily="34" charset="0"/>
          </a:endParaRPr>
        </a:p>
      </dsp:txBody>
      <dsp:txXfrm>
        <a:off x="1925886" y="4021193"/>
        <a:ext cx="3161879" cy="980944"/>
      </dsp:txXfrm>
    </dsp:sp>
    <dsp:sp modelId="{624C3C49-6EDE-465D-BF74-18709CB5FAEF}">
      <dsp:nvSpPr>
        <dsp:cNvPr id="0" name=""/>
        <dsp:cNvSpPr/>
      </dsp:nvSpPr>
      <dsp:spPr>
        <a:xfrm>
          <a:off x="1872819" y="2803399"/>
          <a:ext cx="3268013" cy="1087078"/>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kern="1200" dirty="0" smtClean="0">
              <a:effectLst/>
              <a:latin typeface="Arial Narrow" panose="020B0606020202030204" pitchFamily="34" charset="0"/>
              <a:ea typeface="Calibri" panose="020F0502020204030204" pitchFamily="34" charset="0"/>
            </a:rPr>
            <a:t>Can afford </a:t>
          </a:r>
          <a:r>
            <a:rPr lang="en-US" sz="2800" kern="1200" dirty="0" smtClean="0">
              <a:effectLst/>
              <a:latin typeface="Arial Narrow" panose="020B0606020202030204" pitchFamily="34" charset="0"/>
              <a:ea typeface="Calibri" panose="020F0502020204030204" pitchFamily="34" charset="0"/>
            </a:rPr>
            <a:t>leisure/fun</a:t>
          </a:r>
          <a:endParaRPr lang="en-US" sz="2800" kern="1200" baseline="0" dirty="0" smtClean="0">
            <a:effectLst/>
            <a:latin typeface="Arial Narrow" panose="020B0606020202030204" pitchFamily="34" charset="0"/>
            <a:ea typeface="Calibri" panose="020F0502020204030204" pitchFamily="34" charset="0"/>
          </a:endParaRPr>
        </a:p>
      </dsp:txBody>
      <dsp:txXfrm>
        <a:off x="1925886" y="2856466"/>
        <a:ext cx="3161879" cy="980944"/>
      </dsp:txXfrm>
    </dsp:sp>
    <dsp:sp modelId="{ABC152E0-4554-4A61-A459-EABC660AD0B2}">
      <dsp:nvSpPr>
        <dsp:cNvPr id="0" name=""/>
        <dsp:cNvSpPr/>
      </dsp:nvSpPr>
      <dsp:spPr>
        <a:xfrm>
          <a:off x="1872819" y="1638672"/>
          <a:ext cx="3268013" cy="1087078"/>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kern="1200" baseline="0" dirty="0" smtClean="0">
              <a:effectLst/>
              <a:latin typeface="Arial Narrow" panose="020B0606020202030204" pitchFamily="34" charset="0"/>
              <a:ea typeface="Calibri" panose="020F0502020204030204" pitchFamily="34" charset="0"/>
            </a:rPr>
            <a:t>Social interaction at work</a:t>
          </a:r>
        </a:p>
      </dsp:txBody>
      <dsp:txXfrm>
        <a:off x="1925886" y="1691739"/>
        <a:ext cx="3161879" cy="98094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11/layout/HexagonRadial">
  <dgm:title val="Hexagon Radial"/>
  <dgm:desc val="Use to show a sequential process that relates to a central idea or theme. Limited to six Level 2 shapes. Works best with small amounts of text. Unused text does not appear, but remains available if you switch layouts."/>
  <dgm:catLst>
    <dgm:cat type="cycle" pri="8500"/>
    <dgm:cat type="officeonline" pri="9000"/>
  </dgm:catLst>
  <dgm:samp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40" srcId="0" destId="10" srcOrd="0" destOrd="0"/>
        <dgm:cxn modelId="50" srcId="10" destId="11" srcOrd="0" destOrd="0"/>
        <dgm:cxn modelId="60" srcId="10" destId="12" srcOrd="0" destOrd="0"/>
        <dgm:cxn modelId="70" srcId="10" destId="13" srcOrd="0"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clrData>
  <dgm:layoutNode name="Name0">
    <dgm:varLst>
      <dgm:chMax val="1"/>
      <dgm:chPref val="1"/>
      <dgm:dir/>
      <dgm:animOne val="branch"/>
      <dgm:animLvl val="lvl"/>
    </dgm:varLst>
    <dgm:shape xmlns:r="http://schemas.openxmlformats.org/officeDocument/2006/relationships" r:blip="">
      <dgm:adjLst/>
    </dgm:shape>
    <dgm:choose name="Name1">
      <dgm:if name="Name2" func="var" arg="dir" op="equ" val="norm">
        <dgm:choose name="Name3">
          <dgm:if name="Name4"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5"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l" for="ch" forName="Accent1" refType="w" fact="0.1685"/>
              <dgm:constr type="t" for="ch" forName="Accent1" refType="h" fact="0.2946"/>
              <dgm:constr type="w" for="ch" forName="Accent1" refType="w" fact="0.462"/>
              <dgm:constr type="h" for="ch" forName="Accent1" refType="h" fact="0.5472"/>
              <dgm:constr type="l" for="ch" forName="Parent" refType="w" fact="0"/>
              <dgm:constr type="t" for="ch" forName="Parent" refType="h" fact="0.2885"/>
              <dgm:constr type="w" for="ch" forName="Parent" refType="w" fact="0.6013"/>
              <dgm:constr type="h" for="ch" forName="Parent" refType="h" fact="0.7115"/>
              <dgm:constr type="l" for="ch" forName="Child1" refType="w" fact="0.5073"/>
              <dgm:constr type="t" for="ch" forName="Child1" refType="h" fact="0"/>
              <dgm:constr type="w" for="ch" forName="Child1" refType="w" fact="0.4927"/>
              <dgm:constr type="h" for="ch" forName="Child1" refType="h" fact="0.5831"/>
            </dgm:constrLst>
          </dgm:if>
          <dgm:if name="Name6"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l" for="ch" forName="Accent2" refType="w" fact="0.6413"/>
              <dgm:constr type="t" for="ch" forName="Accent2" refType="h" fact="0.3477"/>
              <dgm:constr type="w" for="ch" forName="Accent2" refType="w" fact="0.2269"/>
              <dgm:constr type="h" for="ch" forName="Accent2" refType="h" fact="0.2076"/>
              <dgm:constr type="l" for="ch" forName="Accent1" refType="w" fact="0"/>
              <dgm:constr type="t" for="ch" forName="Accent1" refType="h" fact="0"/>
              <dgm:constr type="w" for="ch" forName="Accent1" refType="w" fact="0"/>
              <dgm:constr type="h" for="ch" forName="Accent1" refType="h" fact="0"/>
              <dgm:constr type="l" for="ch" forName="Parent" refType="w" fact="0"/>
              <dgm:constr type="t" for="ch" forName="Parent" refType="h" fact="0.2239"/>
              <dgm:constr type="w" for="ch" forName="Parent" refType="w" fact="0.6013"/>
              <dgm:constr type="h" for="ch" forName="Parent" refType="h" fact="0.5523"/>
              <dgm:constr type="l" for="ch" forName="Child1" refType="w" fact="0.5073"/>
              <dgm:constr type="t" for="ch" forName="Child1" refType="h" fact="0"/>
              <dgm:constr type="w" for="ch" forName="Child1" refType="w" fact="0.4927"/>
              <dgm:constr type="h" for="ch" forName="Child1" refType="h" fact="0.4527"/>
              <dgm:constr type="l" for="ch" forName="Child2" refType="w" fact="0.5073"/>
              <dgm:constr type="t" for="ch" forName="Child2" refType="h" fact="0.5473"/>
              <dgm:constr type="w" for="ch" forName="Child2" refType="w" fact="0.4927"/>
              <dgm:constr type="h" for="ch" forName="Child2" refType="h" fact="0.4527"/>
            </dgm:constrLst>
          </dgm:if>
          <dgm:if name="Name7"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l" for="ch" forName="Accent3" refType="w" fact="0.4573"/>
              <dgm:constr type="t" for="ch" forName="Accent3" refType="h" fact="0.6145"/>
              <dgm:constr type="w" for="ch" forName="Accent3" refType="w" fact="0.2269"/>
              <dgm:constr type="h" for="ch" forName="Accent3" refType="h" fact="0.1623"/>
              <dgm:constr type="l" for="ch" forName="Accent2" refType="w" fact="0.6413"/>
              <dgm:constr type="t" for="ch" forName="Accent2" refType="h" fact="0.2719"/>
              <dgm:constr type="w" for="ch" forName="Accent2" refType="w" fact="0.2269"/>
              <dgm:constr type="h" for="ch" forName="Accent2" refType="h" fact="0.1623"/>
              <dgm:constr type="l" for="ch" forName="Accent1" refType="w" fact="0"/>
              <dgm:constr type="t" for="ch" forName="Accent1" refType="h" fact="0"/>
              <dgm:constr type="w" for="ch" forName="Accent1" refType="w" fact="0"/>
              <dgm:constr type="h" for="ch" forName="Accent1" refType="h" fact="0"/>
              <dgm:constr type="l" for="ch" forName="Child3" refType="w" fact="0.0554"/>
              <dgm:constr type="t" for="ch" forName="Child3" refType="h" fact="0.646"/>
              <dgm:constr type="w" for="ch" forName="Child3" refType="w" fact="0.4927"/>
              <dgm:constr type="h" for="ch" forName="Child3" refType="h" fact="0.354"/>
              <dgm:constr type="l" for="ch" forName="Parent" refType="w" fact="0"/>
              <dgm:constr type="t" for="ch" forName="Parent" refType="h" fact="0.1751"/>
              <dgm:constr type="w" for="ch" forName="Parent" refType="w" fact="0.6013"/>
              <dgm:constr type="h" for="ch" forName="Parent" refType="h" fact="0.4319"/>
              <dgm:constr type="l" for="ch" forName="Child1" refType="w" fact="0.5073"/>
              <dgm:constr type="t" for="ch" forName="Child1" refType="h" fact="0"/>
              <dgm:constr type="w" for="ch" forName="Child1" refType="w" fact="0.4927"/>
              <dgm:constr type="h" for="ch" forName="Child1" refType="h" fact="0.354"/>
              <dgm:constr type="l" for="ch" forName="Child2" refType="w" fact="0.5073"/>
              <dgm:constr type="t" for="ch" forName="Child2" refType="h" fact="0.428"/>
              <dgm:constr type="w" for="ch" forName="Child2" refType="w" fact="0.4927"/>
              <dgm:constr type="h" for="ch" forName="Child2" refType="h" fact="0.354"/>
            </dgm:constrLst>
          </dgm:if>
          <dgm:if name="Name8"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4" refType="w" fact="0.4573"/>
              <dgm:constr type="t" for="ch" forName="Accent4" refType="h" fact="0.6834"/>
              <dgm:constr type="w" for="ch" forName="Accent4" refType="w" fact="0.2269"/>
              <dgm:constr type="h" for="ch" forName="Accent4" refType="h" fact="0.1333"/>
              <dgm:constr type="l" for="ch" forName="Accent3" refType="w" fact="0.6413"/>
              <dgm:constr type="t" for="ch" forName="Accent3" refType="h" fact="0.4021"/>
              <dgm:constr type="w" for="ch" forName="Accent3" refType="w" fact="0.2269"/>
              <dgm:constr type="h" for="ch" forName="Accent3" refType="h" fact="0.1333"/>
              <dgm:constr type="l" for="ch" forName="Accent2" refType="w" fact="0.3765"/>
              <dgm:constr type="t" for="ch" forName="Accent2" refType="h" fact="0.1529"/>
              <dgm:constr type="w" for="ch" forName="Accent2" refType="w" fact="0.2269"/>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0554"/>
              <dgm:constr type="t" for="ch" forName="Child4" refType="h" fact="0.7093"/>
              <dgm:constr type="w" for="ch" forName="Child4" refType="w" fact="0.4927"/>
              <dgm:constr type="h" for="ch" forName="Child4" refType="h" fact="0.2907"/>
              <dgm:constr type="l" for="ch" forName="Parent" refType="w" fact="0"/>
              <dgm:constr type="t" for="ch" forName="Parent" refType="h" fact="0.3226"/>
              <dgm:constr type="w" for="ch" forName="Parent" refType="w" fact="0.6013"/>
              <dgm:constr type="h" for="ch" forName="Parent" refType="h" fact="0.3547"/>
              <dgm:constr type="l" for="ch" forName="Child2" refType="w" fact="0.5073"/>
              <dgm:constr type="t" for="ch" forName="Child2" refType="h" fact="0.1788"/>
              <dgm:constr type="w" for="ch" forName="Child2" refType="w" fact="0.4927"/>
              <dgm:constr type="h" for="ch" forName="Child2" refType="h" fact="0.2907"/>
              <dgm:constr type="l" for="ch" forName="Child3" refType="w" fact="0.5073"/>
              <dgm:constr type="t" for="ch" forName="Child3" refType="h" fact="0.5303"/>
              <dgm:constr type="w" for="ch" forName="Child3" refType="w" fact="0.4927"/>
              <dgm:constr type="h" for="ch" forName="Child3" refType="h" fact="0.2907"/>
              <dgm:constr type="l" for="ch" forName="Child1" refType="w" fact="0.0554"/>
              <dgm:constr type="t" for="ch" forName="Child1" refType="h" fact="0"/>
              <dgm:constr type="w" for="ch" forName="Child1" refType="w" fact="0.4927"/>
              <dgm:constr type="h" for="ch" forName="Child1" refType="h" fact="0.2907"/>
            </dgm:constrLst>
          </dgm:if>
          <dgm:if name="Name9"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1" refType="w" fact="0.3246"/>
              <dgm:constr type="t" for="ch" forName="Child1" refType="h" fact="0"/>
              <dgm:constr type="w" for="ch" forName="Child1" refType="w" fact="0.3523"/>
              <dgm:constr type="h" for="ch" forName="Child1" refType="h" fact="0.2907"/>
            </dgm:constrLst>
          </dgm:if>
          <dgm:else name="Name10">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l" for="ch" forName="Accent6" refType="w" fact="0.0934"/>
              <dgm:constr type="t" for="ch" forName="Accent6" refType="h" fact="0.4635"/>
              <dgm:constr type="w" for="ch" forName="Accent6" refType="w" fact="0.1622"/>
              <dgm:constr type="h" for="ch" forName="Accent6" refType="h" fact="0.1333"/>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6" refType="w" fact="0"/>
              <dgm:constr type="t" for="ch" forName="Child6" refType="h" fact="0.1784"/>
              <dgm:constr type="w" for="ch" forName="Child6" refType="w" fact="0.3523"/>
              <dgm:constr type="h" for="ch" forName="Child6" refType="h" fact="0.2907"/>
              <dgm:constr type="l" for="ch" forName="Child1" refType="w" fact="0.3246"/>
              <dgm:constr type="t" for="ch" forName="Child1" refType="h" fact="0"/>
              <dgm:constr type="w" for="ch" forName="Child1" refType="w" fact="0.3523"/>
              <dgm:constr type="h" for="ch" forName="Child1" refType="h" fact="0.2907"/>
            </dgm:constrLst>
          </dgm:else>
        </dgm:choose>
      </dgm:if>
      <dgm:else name="Name11">
        <dgm:choose name="Name12">
          <dgm:if name="Name13"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14"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r" for="ch" forName="Accent1" refType="w" fact="0.8315"/>
              <dgm:constr type="t" for="ch" forName="Accent1" refType="h" fact="0.2946"/>
              <dgm:constr type="w" for="ch" forName="Accent1" refType="w" fact="0.462"/>
              <dgm:constr type="h" for="ch" forName="Accent1" refType="h" fact="0.5472"/>
              <dgm:constr type="r" for="ch" forName="Parent" refType="w"/>
              <dgm:constr type="t" for="ch" forName="Parent" refType="h" fact="0.2885"/>
              <dgm:constr type="w" for="ch" forName="Parent" refType="w" fact="0.6013"/>
              <dgm:constr type="h" for="ch" forName="Parent" refType="h" fact="0.7115"/>
              <dgm:constr type="r" for="ch" forName="Child1" refType="w" fact="0.4927"/>
              <dgm:constr type="t" for="ch" forName="Child1" refType="h" fact="0"/>
              <dgm:constr type="w" for="ch" forName="Child1" refType="w" fact="0.4927"/>
              <dgm:constr type="h" for="ch" forName="Child1" refType="h" fact="0.5831"/>
            </dgm:constrLst>
          </dgm:if>
          <dgm:if name="Name15"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Accent2" refType="w" fact="0.3587"/>
              <dgm:constr type="t" for="ch" forName="Accent2" refType="h" fact="0.3477"/>
              <dgm:constr type="w" for="ch" forName="Accent2" refType="w" fact="0.2269"/>
              <dgm:constr type="h" for="ch" forName="Accent2" refType="h" fact="0.2076"/>
              <dgm:constr type="r" for="ch" forName="Accent1" refType="w" fact="0"/>
              <dgm:constr type="t" for="ch" forName="Accent1" refType="h" fact="0"/>
              <dgm:constr type="w" for="ch" forName="Accent1" refType="w" fact="0"/>
              <dgm:constr type="h" for="ch" forName="Accent1" refType="h" fact="0"/>
              <dgm:constr type="r" for="ch" forName="Parent" refType="w"/>
              <dgm:constr type="t" for="ch" forName="Parent" refType="h" fact="0.2239"/>
              <dgm:constr type="w" for="ch" forName="Parent" refType="w" fact="0.6013"/>
              <dgm:constr type="h" for="ch" forName="Parent" refType="h" fact="0.5523"/>
              <dgm:constr type="r" for="ch" forName="Child1" refType="w" fact="0.4927"/>
              <dgm:constr type="t" for="ch" forName="Child1" refType="h" fact="0"/>
              <dgm:constr type="w" for="ch" forName="Child1" refType="w" fact="0.4927"/>
              <dgm:constr type="h" for="ch" forName="Child1" refType="h" fact="0.4527"/>
              <dgm:constr type="r" for="ch" forName="Child2" refType="w" fact="0.5073"/>
              <dgm:constr type="t" for="ch" forName="Child2" refType="h" fact="0.5473"/>
              <dgm:constr type="w" for="ch" forName="Child2" refType="w" fact="0.4927"/>
              <dgm:constr type="h" for="ch" forName="Child2" refType="h" fact="0.4527"/>
            </dgm:constrLst>
          </dgm:if>
          <dgm:if name="Name16"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Accent3" refType="w" fact="0.5427"/>
              <dgm:constr type="t" for="ch" forName="Accent3" refType="h" fact="0.6145"/>
              <dgm:constr type="w" for="ch" forName="Accent3" refType="w" fact="0.2269"/>
              <dgm:constr type="h" for="ch" forName="Accent3" refType="h" fact="0.1623"/>
              <dgm:constr type="r" for="ch" forName="Accent2" refType="w" fact="0.3587"/>
              <dgm:constr type="t" for="ch" forName="Accent2" refType="h" fact="0.2719"/>
              <dgm:constr type="w" for="ch" forName="Accent2" refType="w" fact="0.2269"/>
              <dgm:constr type="h" for="ch" forName="Accent2" refType="h" fact="0.1623"/>
              <dgm:constr type="r" for="ch" forName="Accent1" refType="w" fact="0"/>
              <dgm:constr type="t" for="ch" forName="Accent1" refType="h" fact="0"/>
              <dgm:constr type="w" for="ch" forName="Accent1" refType="w" fact="0"/>
              <dgm:constr type="h" for="ch" forName="Accent1" refType="h" fact="0"/>
              <dgm:constr type="r" for="ch" forName="Child3" refType="w" fact="0.9446"/>
              <dgm:constr type="t" for="ch" forName="Child3" refType="h" fact="0.646"/>
              <dgm:constr type="w" for="ch" forName="Child3" refType="w" fact="0.4927"/>
              <dgm:constr type="h" for="ch" forName="Child3" refType="h" fact="0.354"/>
              <dgm:constr type="r" for="ch" forName="Parent" refType="w"/>
              <dgm:constr type="t" for="ch" forName="Parent" refType="h" fact="0.1751"/>
              <dgm:constr type="w" for="ch" forName="Parent" refType="w" fact="0.6013"/>
              <dgm:constr type="h" for="ch" forName="Parent" refType="h" fact="0.4319"/>
              <dgm:constr type="r" for="ch" forName="Child1" refType="w" fact="0.4927"/>
              <dgm:constr type="t" for="ch" forName="Child1" refType="h" fact="0"/>
              <dgm:constr type="w" for="ch" forName="Child1" refType="w" fact="0.4927"/>
              <dgm:constr type="h" for="ch" forName="Child1" refType="h" fact="0.354"/>
              <dgm:constr type="r" for="ch" forName="Child2" refType="w" fact="0.4927"/>
              <dgm:constr type="t" for="ch" forName="Child2" refType="h" fact="0.428"/>
              <dgm:constr type="w" for="ch" forName="Child2" refType="w" fact="0.4927"/>
              <dgm:constr type="h" for="ch" forName="Child2" refType="h" fact="0.354"/>
            </dgm:constrLst>
          </dgm:if>
          <dgm:if name="Name17"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Accent4" refType="w" fact="0.5427"/>
              <dgm:constr type="t" for="ch" forName="Accent4" refType="h" fact="0.6834"/>
              <dgm:constr type="w" for="ch" forName="Accent4" refType="w" fact="0.2269"/>
              <dgm:constr type="h" for="ch" forName="Accent4" refType="h" fact="0.1333"/>
              <dgm:constr type="r" for="ch" forName="Accent3" refType="w" fact="0.3587"/>
              <dgm:constr type="t" for="ch" forName="Accent3" refType="h" fact="0.4021"/>
              <dgm:constr type="w" for="ch" forName="Accent3" refType="w" fact="0.2269"/>
              <dgm:constr type="h" for="ch" forName="Accent3" refType="h" fact="0.1333"/>
              <dgm:constr type="r" for="ch" forName="Accent2" refType="w" fact="0.6235"/>
              <dgm:constr type="t" for="ch" forName="Accent2" refType="h" fact="0.1529"/>
              <dgm:constr type="w" for="ch" forName="Accent2" refType="w" fact="0.2269"/>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9446"/>
              <dgm:constr type="t" for="ch" forName="Child4" refType="h" fact="0.7093"/>
              <dgm:constr type="w" for="ch" forName="Child4" refType="w" fact="0.4927"/>
              <dgm:constr type="h" for="ch" forName="Child4" refType="h" fact="0.2907"/>
              <dgm:constr type="r" for="ch" forName="Parent" refType="w"/>
              <dgm:constr type="t" for="ch" forName="Parent" refType="h" fact="0.3226"/>
              <dgm:constr type="w" for="ch" forName="Parent" refType="w" fact="0.6013"/>
              <dgm:constr type="h" for="ch" forName="Parent" refType="h" fact="0.3547"/>
              <dgm:constr type="r" for="ch" forName="Child2" refType="w" fact="0.4927"/>
              <dgm:constr type="t" for="ch" forName="Child2" refType="h" fact="0.1788"/>
              <dgm:constr type="w" for="ch" forName="Child2" refType="w" fact="0.4927"/>
              <dgm:constr type="h" for="ch" forName="Child2" refType="h" fact="0.2907"/>
              <dgm:constr type="r" for="ch" forName="Child3" refType="w" fact="0.4927"/>
              <dgm:constr type="t" for="ch" forName="Child3" refType="h" fact="0.5303"/>
              <dgm:constr type="w" for="ch" forName="Child3" refType="w" fact="0.4927"/>
              <dgm:constr type="h" for="ch" forName="Child3" refType="h" fact="0.2907"/>
              <dgm:constr type="r" for="ch" forName="Child1" refType="w" fact="0.9446"/>
              <dgm:constr type="t" for="ch" forName="Child1" refType="h" fact="0"/>
              <dgm:constr type="w" for="ch" forName="Child1" refType="w" fact="0.4927"/>
              <dgm:constr type="h" for="ch" forName="Child1" refType="h" fact="0.2907"/>
            </dgm:constrLst>
          </dgm:if>
          <dgm:if name="Name18"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1" refType="w" fact="0.6754"/>
              <dgm:constr type="t" for="ch" forName="Child1" refType="h" fact="0"/>
              <dgm:constr type="w" for="ch" forName="Child1" refType="w" fact="0.3523"/>
              <dgm:constr type="h" for="ch" forName="Child1" refType="h" fact="0.2907"/>
            </dgm:constrLst>
          </dgm:if>
          <dgm:else name="Name19">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r" for="ch" forName="Accent6" refType="w" fact="0.9066"/>
              <dgm:constr type="t" for="ch" forName="Accent6" refType="h" fact="0.4635"/>
              <dgm:constr type="w" for="ch" forName="Accent6" refType="w" fact="0.1622"/>
              <dgm:constr type="h" for="ch" forName="Accent6" refType="h" fact="0.1333"/>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6" refType="w"/>
              <dgm:constr type="t" for="ch" forName="Child6" refType="h" fact="0.1784"/>
              <dgm:constr type="w" for="ch" forName="Child6" refType="w" fact="0.3523"/>
              <dgm:constr type="h" for="ch" forName="Child6" refType="h" fact="0.2907"/>
              <dgm:constr type="r" for="ch" forName="Child1" refType="w" fact="0.6754"/>
              <dgm:constr type="t" for="ch" forName="Child1" refType="h" fact="0"/>
              <dgm:constr type="w" for="ch" forName="Child1" refType="w" fact="0.3523"/>
              <dgm:constr type="h" for="ch" forName="Child1" refType="h" fact="0.2907"/>
            </dgm:constrLst>
          </dgm:else>
        </dgm:choose>
      </dgm:else>
    </dgm:choose>
    <dgm:forEach name="wrapper" axis="self" ptType="parTrans">
      <dgm:forEach name="accentRepeat" axis="self">
        <dgm:layoutNode name="Accent" styleLbl="bgShp">
          <dgm:alg type="sp"/>
          <dgm:shape xmlns:r="http://schemas.openxmlformats.org/officeDocument/2006/relationships" type="hexagon" r:blip="" zOrderOff="-2">
            <dgm:adjLst>
              <dgm:adj idx="1" val="0.289"/>
              <dgm:adj idx="2" val="1.1547"/>
            </dgm:adjLst>
          </dgm:shape>
          <dgm:presOf/>
        </dgm:layoutNode>
      </dgm:forEach>
    </dgm:forEach>
    <dgm:forEach name="Name20" axis="ch" ptType="node" cnt="1">
      <dgm:layoutNode name="Parent" styleLbl="node0">
        <dgm:varLst>
          <dgm:chMax val="6"/>
          <dgm:chPref val="6"/>
        </dgm:varLst>
        <dgm:alg type="tx"/>
        <dgm:shape xmlns:r="http://schemas.openxmlformats.org/officeDocument/2006/relationships" type="hexagon" r:blip="">
          <dgm:adjLst>
            <dgm:adj idx="1" val="0.2857"/>
            <dgm:adj idx="2" val="1.1547"/>
          </dgm:adjLst>
        </dgm:shape>
        <dgm:presOf axis="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1" axis="ch ch" ptType="node node" st="1 1" cnt="1 1">
      <dgm:layoutNode name="Accent1">
        <dgm:alg type="sp"/>
        <dgm:shape xmlns:r="http://schemas.openxmlformats.org/officeDocument/2006/relationships" r:blip="" zOrderOff="-2">
          <dgm:adjLst/>
        </dgm:shape>
        <dgm:presOf/>
        <dgm:constrLst/>
        <dgm:forEach name="Name22" ref="accentRepeat"/>
      </dgm:layoutNode>
      <dgm:layoutNode name="Child1"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3" axis="ch ch" ptType="node node" st="1 2" cnt="1 1">
      <dgm:layoutNode name="Accent2">
        <dgm:alg type="sp"/>
        <dgm:shape xmlns:r="http://schemas.openxmlformats.org/officeDocument/2006/relationships" r:blip="" zOrderOff="-2">
          <dgm:adjLst/>
        </dgm:shape>
        <dgm:presOf/>
        <dgm:constrLst/>
        <dgm:forEach name="Name24" ref="accentRepeat"/>
      </dgm:layoutNode>
      <dgm:layoutNode name="Child2"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5" axis="ch ch" ptType="node node" st="1 3" cnt="1 1">
      <dgm:layoutNode name="Accent3">
        <dgm:alg type="sp"/>
        <dgm:shape xmlns:r="http://schemas.openxmlformats.org/officeDocument/2006/relationships" r:blip="" zOrderOff="-2">
          <dgm:adjLst/>
        </dgm:shape>
        <dgm:presOf/>
        <dgm:constrLst/>
        <dgm:forEach name="Name26" ref="accentRepeat"/>
      </dgm:layoutNode>
      <dgm:layoutNode name="Child3"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7" axis="ch ch" ptType="node node" st="1 4" cnt="1 1">
      <dgm:layoutNode name="Accent4">
        <dgm:alg type="sp"/>
        <dgm:shape xmlns:r="http://schemas.openxmlformats.org/officeDocument/2006/relationships" r:blip="">
          <dgm:adjLst/>
        </dgm:shape>
        <dgm:presOf/>
        <dgm:constrLst/>
        <dgm:forEach name="Name28" ref="accentRepeat"/>
      </dgm:layoutNode>
      <dgm:layoutNode name="Child4"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9" axis="ch ch" ptType="node node" st="1 5" cnt="1 1">
      <dgm:layoutNode name="Accent5">
        <dgm:alg type="sp"/>
        <dgm:shape xmlns:r="http://schemas.openxmlformats.org/officeDocument/2006/relationships" r:blip="">
          <dgm:adjLst/>
        </dgm:shape>
        <dgm:presOf/>
        <dgm:constrLst/>
        <dgm:forEach name="Name30" ref="accentRepeat"/>
      </dgm:layoutNode>
      <dgm:layoutNode name="Child5"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1" axis="ch ch" ptType="node node" st="1 6" cnt="1 1">
      <dgm:layoutNode name="Accent6">
        <dgm:alg type="sp"/>
        <dgm:shape xmlns:r="http://schemas.openxmlformats.org/officeDocument/2006/relationships" r:blip="">
          <dgm:adjLst/>
        </dgm:shape>
        <dgm:presOf/>
        <dgm:constrLst/>
        <dgm:forEach name="Name32" ref="accentRepeat"/>
      </dgm:layoutNode>
      <dgm:layoutNode name="Child6"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balance1">
  <dgm:title val=""/>
  <dgm:desc val=""/>
  <dgm:catLst>
    <dgm:cat type="relationship" pri="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23">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25" srcId="2" destId="23" srcOrd="0" destOrd="0"/>
      </dgm:cxnLst>
      <dgm:bg/>
      <dgm:whole/>
    </dgm:dataModel>
  </dgm:sampData>
  <dgm:styleData>
    <dgm:dataModel>
      <dgm:ptLst>
        <dgm:pt modelId="0" type="doc"/>
        <dgm:pt modelId="1"/>
        <dgm:pt modelId="11"/>
        <dgm:pt modelId="12"/>
        <dgm:pt modelId="2"/>
        <dgm:pt modelId="21"/>
        <dgm:pt modelId="22"/>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tyleData>
  <dgm:clrData>
    <dgm:dataModel>
      <dgm:ptLst>
        <dgm:pt modelId="0" type="doc"/>
        <dgm:pt modelId="1"/>
        <dgm:pt modelId="11"/>
        <dgm:pt modelId="12"/>
        <dgm:pt modelId="13"/>
        <dgm:pt modelId="2"/>
        <dgm:pt modelId="21"/>
        <dgm:pt modelId="22"/>
        <dgm:pt modelId="23"/>
      </dgm:ptLst>
      <dgm:cxnLst>
        <dgm:cxn modelId="4" srcId="0" destId="1" srcOrd="0" destOrd="0"/>
        <dgm:cxn modelId="5" srcId="0" destId="2" srcOrd="1" destOrd="0"/>
        <dgm:cxn modelId="15" srcId="1" destId="11" srcOrd="0" destOrd="0"/>
        <dgm:cxn modelId="16" srcId="1" destId="12" srcOrd="0" destOrd="0"/>
        <dgm:cxn modelId="17" srcId="1" destId="13" srcOrd="0" destOrd="0"/>
        <dgm:cxn modelId="25" srcId="2" destId="21" srcOrd="0" destOrd="0"/>
        <dgm:cxn modelId="26" srcId="2" destId="22" srcOrd="0" destOrd="0"/>
        <dgm:cxn modelId="27" srcId="2" destId="23" srcOrd="0" destOrd="0"/>
      </dgm:cxnLst>
      <dgm:bg/>
      <dgm:whole/>
    </dgm:dataModel>
  </dgm:clrData>
  <dgm:layoutNode name="outerComposite">
    <dgm:varLst>
      <dgm:chMax val="2"/>
      <dgm:animLvl val="lvl"/>
      <dgm:resizeHandles val="exact"/>
    </dgm:varLst>
    <dgm:alg type="composite">
      <dgm:param type="ar" val="1"/>
    </dgm:alg>
    <dgm:shape xmlns:r="http://schemas.openxmlformats.org/officeDocument/2006/relationships" r:blip="">
      <dgm:adjLst/>
    </dgm:shape>
    <dgm:presOf/>
    <dgm:constrLst>
      <dgm:constr type="h" for="ch" forName="parentComposite" refType="h" refFor="ch" refForName="dummyMaxCanvas" op="equ" fact="0.2"/>
      <dgm:constr type="t" for="ch" forName="parentComposite"/>
      <dgm:constr type="h" for="ch" forName="childrenComposite" refType="h" refFor="ch" refForName="dummyMaxCanvas" op="equ" fact="0.8"/>
      <dgm:constr type="t" for="ch" forName="childrenComposite" refType="h" refFor="ch" refForName="dummyMaxCanvas" fact="0.2"/>
    </dgm:constrLst>
    <dgm:ruleLst/>
    <dgm:layoutNode name="dummyMaxCanvas">
      <dgm:alg type="sp"/>
      <dgm:shape xmlns:r="http://schemas.openxmlformats.org/officeDocument/2006/relationships" r:blip="">
        <dgm:adjLst/>
      </dgm:shape>
      <dgm:presOf/>
      <dgm:constrLst/>
      <dgm:ruleLst/>
    </dgm:layoutNode>
    <dgm:layoutNode name="parentComposite">
      <dgm:alg type="composite"/>
      <dgm:shape xmlns:r="http://schemas.openxmlformats.org/officeDocument/2006/relationships" r:blip="">
        <dgm:adjLst/>
      </dgm:shape>
      <dgm:presOf/>
      <dgm:constrLst>
        <dgm:constr type="w" for="ch" forName="parent1" refType="w" fact="0.36"/>
        <dgm:constr type="ctrX" for="ch" forName="parent1" refType="w" fact="0.24"/>
        <dgm:constr type="w" for="ch" forName="parent2" refType="w" fact="0.36"/>
        <dgm:constr type="ctrX" for="ch" forName="parent2" refType="w" fact="0.76"/>
        <dgm:constr type="primFontSz" for="ch" ptType="node" op="equ"/>
      </dgm:constrLst>
      <dgm:ruleLst/>
      <dgm:layoutNode name="parent1" styleLbl="alignAccFollowNode1">
        <dgm:varLst>
          <dgm:chMax val="4"/>
        </dgm:varLst>
        <dgm:alg type="tx"/>
        <dgm:shape xmlns:r="http://schemas.openxmlformats.org/officeDocument/2006/relationships" type="roundRect" r:blip="">
          <dgm:adjLst>
            <dgm:adj idx="1" val="0.1"/>
          </dgm:adjLst>
        </dgm:shape>
        <dgm:presOf axis="ch" ptType="node"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2" styleLbl="alignAccFollowNode1">
        <dgm:varLst>
          <dgm:chMax val="4"/>
        </dgm:varLst>
        <dgm:alg type="tx"/>
        <dgm:shape xmlns:r="http://schemas.openxmlformats.org/officeDocument/2006/relationships" type="roundRect" r:blip="">
          <dgm:adjLst>
            <dgm:adj idx="1" val="0.1"/>
          </dgm:adjLst>
        </dgm:shape>
        <dgm:presOf axis="ch" ptType="node" st="2"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Node name="childrenComposite">
      <dgm:alg type="composite"/>
      <dgm:shape xmlns:r="http://schemas.openxmlformats.org/officeDocument/2006/relationships" r:blip="">
        <dgm:adjLst/>
      </dgm:shape>
      <dgm:presOf/>
      <dgm:constrLst>
        <dgm:constr type="primFontSz" for="ch" ptType="node" op="equ" val="65"/>
        <dgm:constr type="w" for="ch" forName="fulcrum" refType="w" fact="0.15"/>
        <dgm:constr type="h" for="ch" forName="fulcrum" refType="w" refFor="ch" refForName="fulcrum"/>
        <dgm:constr type="b" for="ch" forName="fulcrum" refType="h"/>
        <dgm:constr type="ctrX" for="ch" forName="fulcrum" refType="w" fact="0.5"/>
        <dgm:constr type="w" for="ch" forName="balance_00" refType="w" fact="0.9"/>
        <dgm:constr type="h" for="ch" forName="balance_00" refType="h" fact="0.076"/>
        <dgm:constr type="b" for="ch" forName="balance_00" refType="h" fact="0.81"/>
        <dgm:constr type="ctrX" for="ch" forName="balance_00" refType="w" fact="0.5"/>
        <dgm:constr type="w" for="ch" forName="balance_01" refType="w"/>
        <dgm:constr type="h" for="ch" forName="balance_01" refType="h" fact="0.157"/>
        <dgm:constr type="b" for="ch" forName="balance_01" refType="h" fact="0.85"/>
        <dgm:constr type="ctrX" for="ch" forName="balance_01" refType="w" fact="0.5"/>
        <dgm:constr type="w" for="ch" forName="balance_02" refType="w"/>
        <dgm:constr type="h" for="ch" forName="balance_02" refType="h" fact="0.157"/>
        <dgm:constr type="b" for="ch" forName="balance_02" refType="h" fact="0.85"/>
        <dgm:constr type="ctrX" for="ch" forName="balance_02" refType="w" fact="0.5"/>
        <dgm:constr type="w" for="ch" forName="balance_03" refType="w"/>
        <dgm:constr type="h" for="ch" forName="balance_03" refType="h" fact="0.157"/>
        <dgm:constr type="b" for="ch" forName="balance_03" refType="h" fact="0.85"/>
        <dgm:constr type="ctrX" for="ch" forName="balance_03" refType="w" fact="0.5"/>
        <dgm:constr type="w" for="ch" forName="balance_04" refType="w"/>
        <dgm:constr type="h" for="ch" forName="balance_04" refType="h" fact="0.157"/>
        <dgm:constr type="b" for="ch" forName="balance_04" refType="h" fact="0.85"/>
        <dgm:constr type="ctrX" for="ch" forName="balance_04" refType="w" fact="0.5"/>
        <dgm:constr type="w" for="ch" forName="balance_10" refType="w"/>
        <dgm:constr type="h" for="ch" forName="balance_10" refType="h" fact="0.157"/>
        <dgm:constr type="b" for="ch" forName="balance_10" refType="h" fact="0.85"/>
        <dgm:constr type="ctrX" for="ch" forName="balance_10" refType="w" fact="0.5"/>
        <dgm:constr type="w" for="ch" forName="balance_11" refType="w" fact="0.9"/>
        <dgm:constr type="h" for="ch" forName="balance_11" refType="h" fact="0.076"/>
        <dgm:constr type="b" for="ch" forName="balance_11" refType="h" fact="0.81"/>
        <dgm:constr type="ctrX" for="ch" forName="balance_11" refType="w" fact="0.5"/>
        <dgm:constr type="w" for="ch" forName="balance_12" refType="w"/>
        <dgm:constr type="h" for="ch" forName="balance_12" refType="h" fact="0.157"/>
        <dgm:constr type="b" for="ch" forName="balance_12" refType="h" fact="0.85"/>
        <dgm:constr type="ctrX" for="ch" forName="balance_12" refType="w" fact="0.5"/>
        <dgm:constr type="w" for="ch" forName="balance_13" refType="w"/>
        <dgm:constr type="h" for="ch" forName="balance_13" refType="h" fact="0.157"/>
        <dgm:constr type="b" for="ch" forName="balance_13" refType="h" fact="0.85"/>
        <dgm:constr type="ctrX" for="ch" forName="balance_13" refType="w" fact="0.5"/>
        <dgm:constr type="w" for="ch" forName="balance_14" refType="w"/>
        <dgm:constr type="h" for="ch" forName="balance_14" refType="h" fact="0.157"/>
        <dgm:constr type="b" for="ch" forName="balance_14" refType="h" fact="0.85"/>
        <dgm:constr type="ctrX" for="ch" forName="balance_14" refType="w" fact="0.5"/>
        <dgm:constr type="w" for="ch" forName="balance_20" refType="w"/>
        <dgm:constr type="h" for="ch" forName="balance_20" refType="h" fact="0.157"/>
        <dgm:constr type="b" for="ch" forName="balance_20" refType="h" fact="0.85"/>
        <dgm:constr type="ctrX" for="ch" forName="balance_20" refType="w" fact="0.5"/>
        <dgm:constr type="w" for="ch" forName="balance_21" refType="w"/>
        <dgm:constr type="h" for="ch" forName="balance_21" refType="h" fact="0.157"/>
        <dgm:constr type="b" for="ch" forName="balance_21" refType="h" fact="0.85"/>
        <dgm:constr type="ctrX" for="ch" forName="balance_21" refType="w" fact="0.5"/>
        <dgm:constr type="w" for="ch" forName="balance_22" refType="w" fact="0.9"/>
        <dgm:constr type="h" for="ch" forName="balance_22" refType="h" fact="0.076"/>
        <dgm:constr type="b" for="ch" forName="balance_22" refType="h" fact="0.81"/>
        <dgm:constr type="ctrX" for="ch" forName="balance_22" refType="w" fact="0.5"/>
        <dgm:constr type="w" for="ch" forName="balance_23" refType="w"/>
        <dgm:constr type="h" for="ch" forName="balance_23" refType="h" fact="0.157"/>
        <dgm:constr type="b" for="ch" forName="balance_23" refType="h" fact="0.85"/>
        <dgm:constr type="ctrX" for="ch" forName="balance_23" refType="w" fact="0.5"/>
        <dgm:constr type="w" for="ch" forName="balance_24" refType="w"/>
        <dgm:constr type="h" for="ch" forName="balance_24" refType="h" fact="0.157"/>
        <dgm:constr type="b" for="ch" forName="balance_24" refType="h" fact="0.85"/>
        <dgm:constr type="ctrX" for="ch" forName="balance_24" refType="w" fact="0.5"/>
        <dgm:constr type="w" for="ch" forName="balance_30" refType="w"/>
        <dgm:constr type="h" for="ch" forName="balance_30" refType="h" fact="0.157"/>
        <dgm:constr type="b" for="ch" forName="balance_30" refType="h" fact="0.85"/>
        <dgm:constr type="ctrX" for="ch" forName="balance_30" refType="w" fact="0.5"/>
        <dgm:constr type="w" for="ch" forName="balance_31" refType="w"/>
        <dgm:constr type="h" for="ch" forName="balance_31" refType="h" fact="0.157"/>
        <dgm:constr type="b" for="ch" forName="balance_31" refType="h" fact="0.85"/>
        <dgm:constr type="ctrX" for="ch" forName="balance_31" refType="w" fact="0.5"/>
        <dgm:constr type="w" for="ch" forName="balance_32" refType="w"/>
        <dgm:constr type="h" for="ch" forName="balance_32" refType="h" fact="0.157"/>
        <dgm:constr type="b" for="ch" forName="balance_32" refType="h" fact="0.85"/>
        <dgm:constr type="ctrX" for="ch" forName="balance_32" refType="w" fact="0.5"/>
        <dgm:constr type="w" for="ch" forName="balance_33" refType="w" fact="0.9"/>
        <dgm:constr type="h" for="ch" forName="balance_33" refType="h" fact="0.076"/>
        <dgm:constr type="b" for="ch" forName="balance_33" refType="h" fact="0.81"/>
        <dgm:constr type="ctrX" for="ch" forName="balance_33" refType="w" fact="0.5"/>
        <dgm:constr type="w" for="ch" forName="balance_34" refType="w"/>
        <dgm:constr type="h" for="ch" forName="balance_34" refType="h" fact="0.157"/>
        <dgm:constr type="b" for="ch" forName="balance_34" refType="h" fact="0.85"/>
        <dgm:constr type="ctrX" for="ch" forName="balance_34" refType="w" fact="0.5"/>
        <dgm:constr type="w" for="ch" forName="balance_40" refType="w"/>
        <dgm:constr type="h" for="ch" forName="balance_40" refType="h" fact="0.157"/>
        <dgm:constr type="b" for="ch" forName="balance_40" refType="h" fact="0.85"/>
        <dgm:constr type="ctrX" for="ch" forName="balance_40" refType="w" fact="0.5"/>
        <dgm:constr type="w" for="ch" forName="balance_41" refType="w"/>
        <dgm:constr type="h" for="ch" forName="balance_41" refType="h" fact="0.157"/>
        <dgm:constr type="b" for="ch" forName="balance_41" refType="h" fact="0.85"/>
        <dgm:constr type="ctrX" for="ch" forName="balance_41" refType="w" fact="0.5"/>
        <dgm:constr type="w" for="ch" forName="balance_42" refType="w"/>
        <dgm:constr type="h" for="ch" forName="balance_42" refType="h" fact="0.157"/>
        <dgm:constr type="b" for="ch" forName="balance_42" refType="h" fact="0.85"/>
        <dgm:constr type="ctrX" for="ch" forName="balance_42" refType="w" fact="0.5"/>
        <dgm:constr type="w" for="ch" forName="balance_43" refType="w"/>
        <dgm:constr type="h" for="ch" forName="balance_43" refType="h" fact="0.157"/>
        <dgm:constr type="b" for="ch" forName="balance_43" refType="h" fact="0.85"/>
        <dgm:constr type="ctrX" for="ch" forName="balance_43" refType="w" fact="0.5"/>
        <dgm:constr type="w" for="ch" forName="balance_44" refType="w" fact="0.9"/>
        <dgm:constr type="h" for="ch" forName="balance_44" refType="h" fact="0.076"/>
        <dgm:constr type="b" for="ch" forName="balance_44" refType="h" fact="0.81"/>
        <dgm:constr type="ctrX" for="ch" forName="balance_44" refType="w" fact="0.5"/>
        <dgm:constr type="w" for="ch" forName="right_01_1" refType="w" fact="0.4"/>
        <dgm:constr type="h" for="ch" forName="right_01_1" refType="h" fact="0.7"/>
        <dgm:constr type="b" for="ch" forName="right_01_1" refType="h" fact="0.76"/>
        <dgm:constr type="ctrX" for="ch" forName="right_01_1" refType="w" fact="0.78"/>
        <dgm:constr type="w" for="ch" forName="left_10_1" refType="w" fact="0.4"/>
        <dgm:constr type="h" for="ch" forName="left_10_1" refType="h" fact="0.7"/>
        <dgm:constr type="b" for="ch" forName="left_10_1" refType="h" fact="0.76"/>
        <dgm:constr type="ctrX" for="ch" forName="left_10_1" refType="w" fact="0.22"/>
        <dgm:constr type="w" for="ch" forName="right_11_1" refType="w" fact="0.36"/>
        <dgm:constr type="h" for="ch" forName="right_11_1" refType="h" fact="0.67"/>
        <dgm:constr type="b" for="ch" forName="right_11_1" refType="h" fact="0.725"/>
        <dgm:constr type="ctrX" for="ch" forName="right_11_1" refType="w" fact="0.76"/>
        <dgm:constr type="w" for="ch" forName="left_11_1" refType="w" fact="0.36"/>
        <dgm:constr type="h" for="ch" forName="left_11_1" refType="h" fact="0.67"/>
        <dgm:constr type="b" for="ch" forName="left_11_1" refType="h" fact="0.725"/>
        <dgm:constr type="ctrX" for="ch" forName="left_11_1" refType="w" fact="0.24"/>
        <dgm:constr type="w" for="ch" forName="right_02_1" refType="w" fact="0.388"/>
        <dgm:constr type="h" for="ch" forName="right_02_1" refType="h" fact="0.36"/>
        <dgm:constr type="b" for="ch" forName="right_02_1" refType="h" fact="0.76"/>
        <dgm:constr type="ctrX" for="ch" forName="right_02_1" refType="w" fact="0.77"/>
        <dgm:constr type="w" for="ch" forName="right_02_2" refType="w" fact="0.388"/>
        <dgm:constr type="h" for="ch" forName="right_02_2" refType="h" fact="0.36"/>
        <dgm:constr type="b" for="ch" forName="right_02_2" refType="h" fact="0.42"/>
        <dgm:constr type="ctrX" for="ch" forName="right_02_2" refType="w" fact="0.79"/>
        <dgm:constr type="w" for="ch" forName="left_20_1" refType="w" fact="0.388"/>
        <dgm:constr type="h" for="ch" forName="left_20_1" refType="h" fact="0.36"/>
        <dgm:constr type="b" for="ch" forName="left_20_1" refType="h" fact="0.76"/>
        <dgm:constr type="ctrX" for="ch" forName="left_20_1" refType="w" fact="0.23"/>
        <dgm:constr type="w" for="ch" forName="left_20_2" refType="w" fact="0.388"/>
        <dgm:constr type="h" for="ch" forName="left_20_2" refType="h" fact="0.36"/>
        <dgm:constr type="b" for="ch" forName="left_20_2" refType="h" fact="0.42"/>
        <dgm:constr type="ctrX" for="ch" forName="left_20_2" refType="w" fact="0.21"/>
        <dgm:constr type="w" for="ch" forName="right_12_1" refType="w" fact="0.388"/>
        <dgm:constr type="h" for="ch" forName="right_12_1" refType="h" fact="0.36"/>
        <dgm:constr type="b" for="ch" forName="right_12_1" refType="h" fact="0.76"/>
        <dgm:constr type="ctrX" for="ch" forName="right_12_1" refType="w" fact="0.77"/>
        <dgm:constr type="w" for="ch" forName="right_12_2" refType="w" fact="0.388"/>
        <dgm:constr type="h" for="ch" forName="right_12_2" refType="h" fact="0.36"/>
        <dgm:constr type="b" for="ch" forName="right_12_2" refType="h" fact="0.42"/>
        <dgm:constr type="ctrX" for="ch" forName="right_12_2" refType="w" fact="0.79"/>
        <dgm:constr type="w" for="ch" forName="left_12_1" refType="w" fact="0.388"/>
        <dgm:constr type="h" for="ch" forName="left_12_1" refType="h" fact="0.36"/>
        <dgm:constr type="b" for="ch" forName="left_12_1" refType="h" fact="0.715"/>
        <dgm:constr type="ctrX" for="ch" forName="left_12_1" refType="w" fact="0.255"/>
        <dgm:constr type="w" for="ch" forName="right_22_1" refType="w" fact="0.36"/>
        <dgm:constr type="h" for="ch" forName="right_22_1" refType="h" fact="0.32"/>
        <dgm:constr type="b" for="ch" forName="right_22_1" refType="h" fact="0.725"/>
        <dgm:constr type="ctrX" for="ch" forName="right_22_1" refType="w" fact="0.76"/>
        <dgm:constr type="w" for="ch" forName="right_22_2" refType="w" fact="0.36"/>
        <dgm:constr type="h" for="ch" forName="right_22_2" refType="h" fact="0.32"/>
        <dgm:constr type="b" for="ch" forName="right_22_2" refType="h" fact="0.39"/>
        <dgm:constr type="ctrX" for="ch" forName="right_22_2" refType="w" fact="0.76"/>
        <dgm:constr type="w" for="ch" forName="left_22_1" refType="w" fact="0.36"/>
        <dgm:constr type="h" for="ch" forName="left_22_1" refType="h" fact="0.32"/>
        <dgm:constr type="b" for="ch" forName="left_22_1" refType="h" fact="0.725"/>
        <dgm:constr type="ctrX" for="ch" forName="left_22_1" refType="w" fact="0.24"/>
        <dgm:constr type="w" for="ch" forName="left_22_2" refType="w" fact="0.36"/>
        <dgm:constr type="h" for="ch" forName="left_22_2" refType="h" fact="0.32"/>
        <dgm:constr type="b" for="ch" forName="left_22_2" refType="h" fact="0.39"/>
        <dgm:constr type="ctrX" for="ch" forName="left_22_2" refType="w" fact="0.24"/>
        <dgm:constr type="w" for="ch" forName="left_21_1" refType="w" fact="0.388"/>
        <dgm:constr type="h" for="ch" forName="left_21_1" refType="h" fact="0.36"/>
        <dgm:constr type="b" for="ch" forName="left_21_1" refType="h" fact="0.76"/>
        <dgm:constr type="ctrX" for="ch" forName="left_21_1" refType="w" fact="0.23"/>
        <dgm:constr type="w" for="ch" forName="left_21_2" refType="w" fact="0.388"/>
        <dgm:constr type="h" for="ch" forName="left_21_2" refType="h" fact="0.36"/>
        <dgm:constr type="b" for="ch" forName="left_21_2" refType="h" fact="0.42"/>
        <dgm:constr type="ctrX" for="ch" forName="left_21_2" refType="w" fact="0.21"/>
        <dgm:constr type="w" for="ch" forName="right_21_1" refType="w" fact="0.388"/>
        <dgm:constr type="h" for="ch" forName="right_21_1" refType="h" fact="0.36"/>
        <dgm:constr type="b" for="ch" forName="right_21_1" refType="h" fact="0.715"/>
        <dgm:constr type="ctrX" for="ch" forName="right_21_1" refType="w" fact="0.745"/>
        <dgm:constr type="w" for="ch" forName="right_03_1" refType="w" fact="0.37"/>
        <dgm:constr type="h" for="ch" forName="right_03_1" refType="h" fact="0.24"/>
        <dgm:constr type="b" for="ch" forName="right_03_1" refType="h" fact="0.76"/>
        <dgm:constr type="ctrX" for="ch" forName="right_03_1" refType="w" fact="0.77"/>
        <dgm:constr type="w" for="ch" forName="right_03_2" refType="w" fact="0.37"/>
        <dgm:constr type="h" for="ch" forName="right_03_2" refType="h" fact="0.24"/>
        <dgm:constr type="b" for="ch" forName="right_03_2" refType="h" fact="0.535"/>
        <dgm:constr type="ctrX" for="ch" forName="right_03_2" refType="w" fact="0.783"/>
        <dgm:constr type="w" for="ch" forName="right_03_3" refType="w" fact="0.37"/>
        <dgm:constr type="h" for="ch" forName="right_03_3" refType="h" fact="0.24"/>
        <dgm:constr type="b" for="ch" forName="right_03_3" refType="h" fact="0.315"/>
        <dgm:constr type="ctrX" for="ch" forName="right_03_3" refType="w" fact="0.796"/>
        <dgm:constr type="w" for="ch" forName="left_30_1" refType="w" fact="0.37"/>
        <dgm:constr type="h" for="ch" forName="left_30_1" refType="h" fact="0.24"/>
        <dgm:constr type="b" for="ch" forName="left_30_1" refType="h" fact="0.76"/>
        <dgm:constr type="ctrX" for="ch" forName="left_30_1" refType="w" fact="0.23"/>
        <dgm:constr type="w" for="ch" forName="left_30_2" refType="w" fact="0.37"/>
        <dgm:constr type="h" for="ch" forName="left_30_2" refType="h" fact="0.24"/>
        <dgm:constr type="b" for="ch" forName="left_30_2" refType="h" fact="0.535"/>
        <dgm:constr type="ctrX" for="ch" forName="left_30_2" refType="w" fact="0.217"/>
        <dgm:constr type="w" for="ch" forName="left_30_3" refType="w" fact="0.37"/>
        <dgm:constr type="h" for="ch" forName="left_30_3" refType="h" fact="0.24"/>
        <dgm:constr type="b" for="ch" forName="left_30_3" refType="h" fact="0.315"/>
        <dgm:constr type="ctrX" for="ch" forName="left_30_3" refType="w" fact="0.204"/>
        <dgm:constr type="w" for="ch" forName="right_13_1" refType="w" fact="0.37"/>
        <dgm:constr type="h" for="ch" forName="right_13_1" refType="h" fact="0.24"/>
        <dgm:constr type="b" for="ch" forName="right_13_1" refType="h" fact="0.76"/>
        <dgm:constr type="ctrX" for="ch" forName="right_13_1" refType="w" fact="0.77"/>
        <dgm:constr type="w" for="ch" forName="right_13_2" refType="w" fact="0.37"/>
        <dgm:constr type="h" for="ch" forName="right_13_2" refType="h" fact="0.24"/>
        <dgm:constr type="b" for="ch" forName="right_13_2" refType="h" fact="0.535"/>
        <dgm:constr type="ctrX" for="ch" forName="right_13_2" refType="w" fact="0.783"/>
        <dgm:constr type="w" for="ch" forName="right_13_3" refType="w" fact="0.37"/>
        <dgm:constr type="h" for="ch" forName="right_13_3" refType="h" fact="0.24"/>
        <dgm:constr type="b" for="ch" forName="right_13_3" refType="h" fact="0.315"/>
        <dgm:constr type="ctrX" for="ch" forName="right_13_3" refType="w" fact="0.796"/>
        <dgm:constr type="w" for="ch" forName="left_13_1" refType="w" fact="0.37"/>
        <dgm:constr type="h" for="ch" forName="left_13_1" refType="h" fact="0.24"/>
        <dgm:constr type="b" for="ch" forName="left_13_1" refType="h" fact="0.715"/>
        <dgm:constr type="ctrX" for="ch" forName="left_13_1" refType="w" fact="0.255"/>
        <dgm:constr type="w" for="ch" forName="left_31_1" refType="w" fact="0.37"/>
        <dgm:constr type="h" for="ch" forName="left_31_1" refType="h" fact="0.24"/>
        <dgm:constr type="b" for="ch" forName="left_31_1" refType="h" fact="0.76"/>
        <dgm:constr type="ctrX" for="ch" forName="left_31_1" refType="w" fact="0.23"/>
        <dgm:constr type="w" for="ch" forName="left_31_2" refType="w" fact="0.37"/>
        <dgm:constr type="h" for="ch" forName="left_31_2" refType="h" fact="0.24"/>
        <dgm:constr type="b" for="ch" forName="left_31_2" refType="h" fact="0.535"/>
        <dgm:constr type="ctrX" for="ch" forName="left_31_2" refType="w" fact="0.217"/>
        <dgm:constr type="w" for="ch" forName="left_31_3" refType="w" fact="0.37"/>
        <dgm:constr type="h" for="ch" forName="left_31_3" refType="h" fact="0.24"/>
        <dgm:constr type="b" for="ch" forName="left_31_3" refType="h" fact="0.315"/>
        <dgm:constr type="ctrX" for="ch" forName="left_31_3" refType="w" fact="0.204"/>
        <dgm:constr type="w" for="ch" forName="right_31_1" refType="w" fact="0.37"/>
        <dgm:constr type="h" for="ch" forName="right_31_1" refType="h" fact="0.24"/>
        <dgm:constr type="b" for="ch" forName="right_31_1" refType="h" fact="0.715"/>
        <dgm:constr type="ctrX" for="ch" forName="right_31_1" refType="w" fact="0.745"/>
        <dgm:constr type="w" for="ch" forName="right_23_1" refType="w" fact="0.37"/>
        <dgm:constr type="h" for="ch" forName="right_23_1" refType="h" fact="0.24"/>
        <dgm:constr type="b" for="ch" forName="right_23_1" refType="h" fact="0.76"/>
        <dgm:constr type="ctrX" for="ch" forName="right_23_1" refType="w" fact="0.77"/>
        <dgm:constr type="w" for="ch" forName="right_23_2" refType="w" fact="0.37"/>
        <dgm:constr type="h" for="ch" forName="right_23_2" refType="h" fact="0.24"/>
        <dgm:constr type="b" for="ch" forName="right_23_2" refType="h" fact="0.535"/>
        <dgm:constr type="ctrX" for="ch" forName="right_23_2" refType="w" fact="0.783"/>
        <dgm:constr type="w" for="ch" forName="right_23_3" refType="w" fact="0.37"/>
        <dgm:constr type="h" for="ch" forName="right_23_3" refType="h" fact="0.24"/>
        <dgm:constr type="b" for="ch" forName="right_23_3" refType="h" fact="0.315"/>
        <dgm:constr type="ctrX" for="ch" forName="right_23_3" refType="w" fact="0.796"/>
        <dgm:constr type="w" for="ch" forName="left_23_1" refType="w" fact="0.37"/>
        <dgm:constr type="h" for="ch" forName="left_23_1" refType="h" fact="0.24"/>
        <dgm:constr type="b" for="ch" forName="left_23_1" refType="h" fact="0.715"/>
        <dgm:constr type="ctrX" for="ch" forName="left_23_1" refType="w" fact="0.255"/>
        <dgm:constr type="w" for="ch" forName="left_23_2" refType="w" fact="0.37"/>
        <dgm:constr type="h" for="ch" forName="left_23_2" refType="h" fact="0.24"/>
        <dgm:constr type="b" for="ch" forName="left_23_2" refType="h" fact="0.49"/>
        <dgm:constr type="ctrX" for="ch" forName="left_23_2" refType="w" fact="0.268"/>
        <dgm:constr type="w" for="ch" forName="left_32_1" refType="w" fact="0.37"/>
        <dgm:constr type="h" for="ch" forName="left_32_1" refType="h" fact="0.24"/>
        <dgm:constr type="b" for="ch" forName="left_32_1" refType="h" fact="0.76"/>
        <dgm:constr type="ctrX" for="ch" forName="left_32_1" refType="w" fact="0.23"/>
        <dgm:constr type="w" for="ch" forName="left_32_2" refType="w" fact="0.37"/>
        <dgm:constr type="h" for="ch" forName="left_32_2" refType="h" fact="0.24"/>
        <dgm:constr type="b" for="ch" forName="left_32_2" refType="h" fact="0.535"/>
        <dgm:constr type="ctrX" for="ch" forName="left_32_2" refType="w" fact="0.217"/>
        <dgm:constr type="w" for="ch" forName="left_32_3" refType="w" fact="0.37"/>
        <dgm:constr type="h" for="ch" forName="left_32_3" refType="h" fact="0.24"/>
        <dgm:constr type="b" for="ch" forName="left_32_3" refType="h" fact="0.315"/>
        <dgm:constr type="ctrX" for="ch" forName="left_32_3" refType="w" fact="0.204"/>
        <dgm:constr type="w" for="ch" forName="right_32_1" refType="w" fact="0.37"/>
        <dgm:constr type="h" for="ch" forName="right_32_1" refType="h" fact="0.24"/>
        <dgm:constr type="b" for="ch" forName="right_32_1" refType="h" fact="0.715"/>
        <dgm:constr type="ctrX" for="ch" forName="right_32_1" refType="w" fact="0.745"/>
        <dgm:constr type="w" for="ch" forName="right_32_2" refType="w" fact="0.37"/>
        <dgm:constr type="h" for="ch" forName="right_32_2" refType="h" fact="0.24"/>
        <dgm:constr type="b" for="ch" forName="right_32_2" refType="h" fact="0.49"/>
        <dgm:constr type="ctrX" for="ch" forName="right_32_2" refType="w" fact="0.732"/>
        <dgm:constr type="w" for="ch" forName="right_33_1" refType="w" fact="0.36"/>
        <dgm:constr type="h" for="ch" forName="right_33_1" refType="h" fact="0.21"/>
        <dgm:constr type="b" for="ch" forName="right_33_1" refType="h" fact="0.725"/>
        <dgm:constr type="ctrX" for="ch" forName="right_33_1" refType="w" fact="0.76"/>
        <dgm:constr type="w" for="ch" forName="right_33_2" refType="w" fact="0.36"/>
        <dgm:constr type="h" for="ch" forName="right_33_2" refType="h" fact="0.21"/>
        <dgm:constr type="b" for="ch" forName="right_33_2" refType="h" fact="0.5"/>
        <dgm:constr type="ctrX" for="ch" forName="right_33_2" refType="w" fact="0.76"/>
        <dgm:constr type="w" for="ch" forName="right_33_3" refType="w" fact="0.36"/>
        <dgm:constr type="h" for="ch" forName="right_33_3" refType="h" fact="0.21"/>
        <dgm:constr type="b" for="ch" forName="right_33_3" refType="h" fact="0.275"/>
        <dgm:constr type="ctrX" for="ch" forName="right_33_3" refType="w" fact="0.76"/>
        <dgm:constr type="w" for="ch" forName="left_33_1" refType="w" fact="0.36"/>
        <dgm:constr type="h" for="ch" forName="left_33_1" refType="h" fact="0.21"/>
        <dgm:constr type="b" for="ch" forName="left_33_1" refType="h" fact="0.725"/>
        <dgm:constr type="ctrX" for="ch" forName="left_33_1" refType="w" fact="0.24"/>
        <dgm:constr type="w" for="ch" forName="left_33_2" refType="w" fact="0.36"/>
        <dgm:constr type="h" for="ch" forName="left_33_2" refType="h" fact="0.21"/>
        <dgm:constr type="b" for="ch" forName="left_33_2" refType="h" fact="0.5"/>
        <dgm:constr type="ctrX" for="ch" forName="left_33_2" refType="w" fact="0.24"/>
        <dgm:constr type="w" for="ch" forName="left_33_3" refType="w" fact="0.36"/>
        <dgm:constr type="h" for="ch" forName="left_33_3" refType="h" fact="0.21"/>
        <dgm:constr type="b" for="ch" forName="left_33_3" refType="h" fact="0.275"/>
        <dgm:constr type="ctrX" for="ch" forName="left_33_3" refType="w" fact="0.24"/>
        <dgm:constr type="w" for="ch" forName="right_04_1" refType="w" fact="0.365"/>
        <dgm:constr type="h" for="ch" forName="right_04_1" refType="h" fact="0.185"/>
        <dgm:constr type="b" for="ch" forName="right_04_1" refType="h" fact="0.76"/>
        <dgm:constr type="ctrX" for="ch" forName="right_04_1" refType="w" fact="0.77"/>
        <dgm:constr type="w" for="ch" forName="right_04_2" refType="w" fact="0.365"/>
        <dgm:constr type="h" for="ch" forName="right_04_2" refType="h" fact="0.185"/>
        <dgm:constr type="b" for="ch" forName="right_04_2" refType="h" fact="0.595"/>
        <dgm:constr type="ctrX" for="ch" forName="right_04_2" refType="w" fact="0.78"/>
        <dgm:constr type="w" for="ch" forName="right_04_3" refType="w" fact="0.365"/>
        <dgm:constr type="h" for="ch" forName="right_04_3" refType="h" fact="0.185"/>
        <dgm:constr type="b" for="ch" forName="right_04_3" refType="h" fact="0.43"/>
        <dgm:constr type="ctrX" for="ch" forName="right_04_3" refType="w" fact="0.79"/>
        <dgm:constr type="w" for="ch" forName="right_04_4" refType="w" fact="0.365"/>
        <dgm:constr type="h" for="ch" forName="right_04_4" refType="h" fact="0.185"/>
        <dgm:constr type="b" for="ch" forName="right_04_4" refType="h" fact="0.265"/>
        <dgm:constr type="ctrX" for="ch" forName="right_04_4" refType="w" fact="0.8"/>
        <dgm:constr type="w" for="ch" forName="left_40_1" refType="w" fact="0.365"/>
        <dgm:constr type="h" for="ch" forName="left_40_1" refType="h" fact="0.185"/>
        <dgm:constr type="b" for="ch" forName="left_40_1" refType="h" fact="0.76"/>
        <dgm:constr type="ctrX" for="ch" forName="left_40_1" refType="w" fact="0.23"/>
        <dgm:constr type="w" for="ch" forName="left_40_2" refType="w" fact="0.365"/>
        <dgm:constr type="h" for="ch" forName="left_40_2" refType="h" fact="0.185"/>
        <dgm:constr type="b" for="ch" forName="left_40_2" refType="h" fact="0.595"/>
        <dgm:constr type="ctrX" for="ch" forName="left_40_2" refType="w" fact="0.22"/>
        <dgm:constr type="w" for="ch" forName="left_40_3" refType="w" fact="0.365"/>
        <dgm:constr type="h" for="ch" forName="left_40_3" refType="h" fact="0.185"/>
        <dgm:constr type="b" for="ch" forName="left_40_3" refType="h" fact="0.43"/>
        <dgm:constr type="ctrX" for="ch" forName="left_40_3" refType="w" fact="0.21"/>
        <dgm:constr type="w" for="ch" forName="left_40_4" refType="w" fact="0.365"/>
        <dgm:constr type="h" for="ch" forName="left_40_4" refType="h" fact="0.185"/>
        <dgm:constr type="b" for="ch" forName="left_40_4" refType="h" fact="0.265"/>
        <dgm:constr type="ctrX" for="ch" forName="left_40_4" refType="w" fact="0.2"/>
        <dgm:constr type="w" for="ch" forName="right_14_1" refType="w" fact="0.365"/>
        <dgm:constr type="h" for="ch" forName="right_14_1" refType="h" fact="0.185"/>
        <dgm:constr type="b" for="ch" forName="right_14_1" refType="h" fact="0.76"/>
        <dgm:constr type="ctrX" for="ch" forName="right_14_1" refType="w" fact="0.77"/>
        <dgm:constr type="w" for="ch" forName="right_14_2" refType="w" fact="0.365"/>
        <dgm:constr type="h" for="ch" forName="right_14_2" refType="h" fact="0.185"/>
        <dgm:constr type="b" for="ch" forName="right_14_2" refType="h" fact="0.595"/>
        <dgm:constr type="ctrX" for="ch" forName="right_14_2" refType="w" fact="0.78"/>
        <dgm:constr type="w" for="ch" forName="right_14_3" refType="w" fact="0.365"/>
        <dgm:constr type="h" for="ch" forName="right_14_3" refType="h" fact="0.185"/>
        <dgm:constr type="b" for="ch" forName="right_14_3" refType="h" fact="0.43"/>
        <dgm:constr type="ctrX" for="ch" forName="right_14_3" refType="w" fact="0.79"/>
        <dgm:constr type="w" for="ch" forName="right_14_4" refType="w" fact="0.365"/>
        <dgm:constr type="h" for="ch" forName="right_14_4" refType="h" fact="0.185"/>
        <dgm:constr type="b" for="ch" forName="right_14_4" refType="h" fact="0.265"/>
        <dgm:constr type="ctrX" for="ch" forName="right_14_4" refType="w" fact="0.8"/>
        <dgm:constr type="w" for="ch" forName="left_14_1" refType="w" fact="0.365"/>
        <dgm:constr type="h" for="ch" forName="left_14_1" refType="h" fact="0.185"/>
        <dgm:constr type="b" for="ch" forName="left_14_1" refType="h" fact="0.715"/>
        <dgm:constr type="ctrX" for="ch" forName="left_14_1" refType="w" fact="0.25"/>
        <dgm:constr type="w" for="ch" forName="left_41_1" refType="w" fact="0.365"/>
        <dgm:constr type="h" for="ch" forName="left_41_1" refType="h" fact="0.185"/>
        <dgm:constr type="b" for="ch" forName="left_41_1" refType="h" fact="0.76"/>
        <dgm:constr type="ctrX" for="ch" forName="left_41_1" refType="w" fact="0.23"/>
        <dgm:constr type="w" for="ch" forName="left_41_2" refType="w" fact="0.365"/>
        <dgm:constr type="h" for="ch" forName="left_41_2" refType="h" fact="0.185"/>
        <dgm:constr type="b" for="ch" forName="left_41_2" refType="h" fact="0.595"/>
        <dgm:constr type="ctrX" for="ch" forName="left_41_2" refType="w" fact="0.22"/>
        <dgm:constr type="w" for="ch" forName="left_41_3" refType="w" fact="0.365"/>
        <dgm:constr type="h" for="ch" forName="left_41_3" refType="h" fact="0.185"/>
        <dgm:constr type="b" for="ch" forName="left_41_3" refType="h" fact="0.43"/>
        <dgm:constr type="ctrX" for="ch" forName="left_41_3" refType="w" fact="0.21"/>
        <dgm:constr type="w" for="ch" forName="left_41_4" refType="w" fact="0.365"/>
        <dgm:constr type="h" for="ch" forName="left_41_4" refType="h" fact="0.185"/>
        <dgm:constr type="b" for="ch" forName="left_41_4" refType="h" fact="0.265"/>
        <dgm:constr type="ctrX" for="ch" forName="left_41_4" refType="w" fact="0.2"/>
        <dgm:constr type="w" for="ch" forName="right_41_1" refType="w" fact="0.365"/>
        <dgm:constr type="h" for="ch" forName="right_41_1" refType="h" fact="0.185"/>
        <dgm:constr type="b" for="ch" forName="right_41_1" refType="h" fact="0.715"/>
        <dgm:constr type="ctrX" for="ch" forName="right_41_1" refType="w" fact="0.75"/>
        <dgm:constr type="w" for="ch" forName="right_24_1" refType="w" fact="0.365"/>
        <dgm:constr type="h" for="ch" forName="right_24_1" refType="h" fact="0.185"/>
        <dgm:constr type="b" for="ch" forName="right_24_1" refType="h" fact="0.76"/>
        <dgm:constr type="ctrX" for="ch" forName="right_24_1" refType="w" fact="0.77"/>
        <dgm:constr type="w" for="ch" forName="right_24_2" refType="w" fact="0.365"/>
        <dgm:constr type="h" for="ch" forName="right_24_2" refType="h" fact="0.185"/>
        <dgm:constr type="b" for="ch" forName="right_24_2" refType="h" fact="0.595"/>
        <dgm:constr type="ctrX" for="ch" forName="right_24_2" refType="w" fact="0.78"/>
        <dgm:constr type="w" for="ch" forName="right_24_3" refType="w" fact="0.365"/>
        <dgm:constr type="h" for="ch" forName="right_24_3" refType="h" fact="0.185"/>
        <dgm:constr type="b" for="ch" forName="right_24_3" refType="h" fact="0.43"/>
        <dgm:constr type="ctrX" for="ch" forName="right_24_3" refType="w" fact="0.79"/>
        <dgm:constr type="w" for="ch" forName="right_24_4" refType="w" fact="0.365"/>
        <dgm:constr type="h" for="ch" forName="right_24_4" refType="h" fact="0.185"/>
        <dgm:constr type="b" for="ch" forName="right_24_4" refType="h" fact="0.265"/>
        <dgm:constr type="ctrX" for="ch" forName="right_24_4" refType="w" fact="0.8"/>
        <dgm:constr type="w" for="ch" forName="left_24_1" refType="w" fact="0.365"/>
        <dgm:constr type="h" for="ch" forName="left_24_1" refType="h" fact="0.185"/>
        <dgm:constr type="b" for="ch" forName="left_24_1" refType="h" fact="0.715"/>
        <dgm:constr type="ctrX" for="ch" forName="left_24_1" refType="w" fact="0.25"/>
        <dgm:constr type="w" for="ch" forName="left_24_2" refType="w" fact="0.365"/>
        <dgm:constr type="h" for="ch" forName="left_24_2" refType="h" fact="0.185"/>
        <dgm:constr type="b" for="ch" forName="left_24_2" refType="h" fact="0.55"/>
        <dgm:constr type="ctrX" for="ch" forName="left_24_2" refType="w" fact="0.26"/>
        <dgm:constr type="w" for="ch" forName="left_42_1" refType="w" fact="0.365"/>
        <dgm:constr type="h" for="ch" forName="left_42_1" refType="h" fact="0.185"/>
        <dgm:constr type="b" for="ch" forName="left_42_1" refType="h" fact="0.76"/>
        <dgm:constr type="ctrX" for="ch" forName="left_42_1" refType="w" fact="0.23"/>
        <dgm:constr type="w" for="ch" forName="left_42_2" refType="w" fact="0.365"/>
        <dgm:constr type="h" for="ch" forName="left_42_2" refType="h" fact="0.185"/>
        <dgm:constr type="b" for="ch" forName="left_42_2" refType="h" fact="0.595"/>
        <dgm:constr type="ctrX" for="ch" forName="left_42_2" refType="w" fact="0.22"/>
        <dgm:constr type="w" for="ch" forName="left_42_3" refType="w" fact="0.365"/>
        <dgm:constr type="h" for="ch" forName="left_42_3" refType="h" fact="0.185"/>
        <dgm:constr type="b" for="ch" forName="left_42_3" refType="h" fact="0.43"/>
        <dgm:constr type="ctrX" for="ch" forName="left_42_3" refType="w" fact="0.21"/>
        <dgm:constr type="w" for="ch" forName="left_42_4" refType="w" fact="0.365"/>
        <dgm:constr type="h" for="ch" forName="left_42_4" refType="h" fact="0.185"/>
        <dgm:constr type="b" for="ch" forName="left_42_4" refType="h" fact="0.265"/>
        <dgm:constr type="ctrX" for="ch" forName="left_42_4" refType="w" fact="0.2"/>
        <dgm:constr type="w" for="ch" forName="right_42_1" refType="w" fact="0.365"/>
        <dgm:constr type="h" for="ch" forName="right_42_1" refType="h" fact="0.185"/>
        <dgm:constr type="b" for="ch" forName="right_42_1" refType="h" fact="0.715"/>
        <dgm:constr type="ctrX" for="ch" forName="right_42_1" refType="w" fact="0.75"/>
        <dgm:constr type="w" for="ch" forName="right_42_2" refType="w" fact="0.365"/>
        <dgm:constr type="h" for="ch" forName="right_42_2" refType="h" fact="0.185"/>
        <dgm:constr type="b" for="ch" forName="right_42_2" refType="h" fact="0.55"/>
        <dgm:constr type="ctrX" for="ch" forName="right_42_2" refType="w" fact="0.74"/>
        <dgm:constr type="w" for="ch" forName="right_34_1" refType="w" fact="0.365"/>
        <dgm:constr type="h" for="ch" forName="right_34_1" refType="h" fact="0.185"/>
        <dgm:constr type="b" for="ch" forName="right_34_1" refType="h" fact="0.76"/>
        <dgm:constr type="ctrX" for="ch" forName="right_34_1" refType="w" fact="0.77"/>
        <dgm:constr type="w" for="ch" forName="right_34_2" refType="w" fact="0.365"/>
        <dgm:constr type="h" for="ch" forName="right_34_2" refType="h" fact="0.185"/>
        <dgm:constr type="b" for="ch" forName="right_34_2" refType="h" fact="0.595"/>
        <dgm:constr type="ctrX" for="ch" forName="right_34_2" refType="w" fact="0.78"/>
        <dgm:constr type="w" for="ch" forName="right_34_3" refType="w" fact="0.365"/>
        <dgm:constr type="h" for="ch" forName="right_34_3" refType="h" fact="0.185"/>
        <dgm:constr type="b" for="ch" forName="right_34_3" refType="h" fact="0.43"/>
        <dgm:constr type="ctrX" for="ch" forName="right_34_3" refType="w" fact="0.79"/>
        <dgm:constr type="w" for="ch" forName="right_34_4" refType="w" fact="0.365"/>
        <dgm:constr type="h" for="ch" forName="right_34_4" refType="h" fact="0.185"/>
        <dgm:constr type="b" for="ch" forName="right_34_4" refType="h" fact="0.265"/>
        <dgm:constr type="ctrX" for="ch" forName="right_34_4" refType="w" fact="0.8"/>
        <dgm:constr type="w" for="ch" forName="left_34_1" refType="w" fact="0.365"/>
        <dgm:constr type="h" for="ch" forName="left_34_1" refType="h" fact="0.185"/>
        <dgm:constr type="b" for="ch" forName="left_34_1" refType="h" fact="0.715"/>
        <dgm:constr type="ctrX" for="ch" forName="left_34_1" refType="w" fact="0.25"/>
        <dgm:constr type="w" for="ch" forName="left_34_2" refType="w" fact="0.365"/>
        <dgm:constr type="h" for="ch" forName="left_34_2" refType="h" fact="0.185"/>
        <dgm:constr type="b" for="ch" forName="left_34_2" refType="h" fact="0.55"/>
        <dgm:constr type="ctrX" for="ch" forName="left_34_2" refType="w" fact="0.26"/>
        <dgm:constr type="w" for="ch" forName="left_34_3" refType="w" fact="0.365"/>
        <dgm:constr type="h" for="ch" forName="left_34_3" refType="h" fact="0.185"/>
        <dgm:constr type="b" for="ch" forName="left_34_3" refType="h" fact="0.385"/>
        <dgm:constr type="ctrX" for="ch" forName="left_34_3" refType="w" fact="0.27"/>
        <dgm:constr type="w" for="ch" forName="left_43_1" refType="w" fact="0.365"/>
        <dgm:constr type="h" for="ch" forName="left_43_1" refType="h" fact="0.185"/>
        <dgm:constr type="b" for="ch" forName="left_43_1" refType="h" fact="0.76"/>
        <dgm:constr type="ctrX" for="ch" forName="left_43_1" refType="w" fact="0.23"/>
        <dgm:constr type="w" for="ch" forName="left_43_2" refType="w" fact="0.365"/>
        <dgm:constr type="h" for="ch" forName="left_43_2" refType="h" fact="0.185"/>
        <dgm:constr type="b" for="ch" forName="left_43_2" refType="h" fact="0.595"/>
        <dgm:constr type="ctrX" for="ch" forName="left_43_2" refType="w" fact="0.22"/>
        <dgm:constr type="w" for="ch" forName="left_43_3" refType="w" fact="0.365"/>
        <dgm:constr type="h" for="ch" forName="left_43_3" refType="h" fact="0.185"/>
        <dgm:constr type="b" for="ch" forName="left_43_3" refType="h" fact="0.43"/>
        <dgm:constr type="ctrX" for="ch" forName="left_43_3" refType="w" fact="0.21"/>
        <dgm:constr type="w" for="ch" forName="left_43_4" refType="w" fact="0.365"/>
        <dgm:constr type="h" for="ch" forName="left_43_4" refType="h" fact="0.185"/>
        <dgm:constr type="b" for="ch" forName="left_43_4" refType="h" fact="0.265"/>
        <dgm:constr type="ctrX" for="ch" forName="left_43_4" refType="w" fact="0.2"/>
        <dgm:constr type="w" for="ch" forName="right_43_1" refType="w" fact="0.365"/>
        <dgm:constr type="h" for="ch" forName="right_43_1" refType="h" fact="0.185"/>
        <dgm:constr type="b" for="ch" forName="right_43_1" refType="h" fact="0.715"/>
        <dgm:constr type="ctrX" for="ch" forName="right_43_1" refType="w" fact="0.75"/>
        <dgm:constr type="w" for="ch" forName="right_43_2" refType="w" fact="0.365"/>
        <dgm:constr type="h" for="ch" forName="right_43_2" refType="h" fact="0.185"/>
        <dgm:constr type="b" for="ch" forName="right_43_2" refType="h" fact="0.55"/>
        <dgm:constr type="ctrX" for="ch" forName="right_43_2" refType="w" fact="0.74"/>
        <dgm:constr type="w" for="ch" forName="right_43_3" refType="w" fact="0.365"/>
        <dgm:constr type="h" for="ch" forName="right_43_3" refType="h" fact="0.185"/>
        <dgm:constr type="b" for="ch" forName="right_43_3" refType="h" fact="0.385"/>
        <dgm:constr type="ctrX" for="ch" forName="right_43_3" refType="w" fact="0.73"/>
        <dgm:constr type="w" for="ch" forName="right_44_1" refType="w" fact="0.36"/>
        <dgm:constr type="h" for="ch" forName="right_44_1" refType="h" fact="0.154"/>
        <dgm:constr type="b" for="ch" forName="right_44_1" refType="h" fact="0.725"/>
        <dgm:constr type="ctrX" for="ch" forName="right_44_1" refType="w" fact="0.76"/>
        <dgm:constr type="w" for="ch" forName="right_44_2" refType="w" fact="0.36"/>
        <dgm:constr type="h" for="ch" forName="right_44_2" refType="h" fact="0.154"/>
        <dgm:constr type="b" for="ch" forName="right_44_2" refType="h" fact="0.559"/>
        <dgm:constr type="ctrX" for="ch" forName="right_44_2" refType="w" fact="0.76"/>
        <dgm:constr type="w" for="ch" forName="right_44_3" refType="w" fact="0.36"/>
        <dgm:constr type="h" for="ch" forName="right_44_3" refType="h" fact="0.154"/>
        <dgm:constr type="b" for="ch" forName="right_44_3" refType="h" fact="0.393"/>
        <dgm:constr type="ctrX" for="ch" forName="right_44_3" refType="w" fact="0.76"/>
        <dgm:constr type="w" for="ch" forName="right_44_4" refType="w" fact="0.36"/>
        <dgm:constr type="h" for="ch" forName="right_44_4" refType="h" fact="0.154"/>
        <dgm:constr type="b" for="ch" forName="right_44_4" refType="h" fact="0.224"/>
        <dgm:constr type="ctrX" for="ch" forName="right_44_4" refType="w" fact="0.76"/>
        <dgm:constr type="w" for="ch" forName="left_44_1" refType="w" fact="0.36"/>
        <dgm:constr type="h" for="ch" forName="left_44_1" refType="h" fact="0.154"/>
        <dgm:constr type="b" for="ch" forName="left_44_1" refType="h" fact="0.725"/>
        <dgm:constr type="ctrX" for="ch" forName="left_44_1" refType="w" fact="0.24"/>
        <dgm:constr type="w" for="ch" forName="left_44_2" refType="w" fact="0.36"/>
        <dgm:constr type="h" for="ch" forName="left_44_2" refType="h" fact="0.154"/>
        <dgm:constr type="b" for="ch" forName="left_44_2" refType="h" fact="0.559"/>
        <dgm:constr type="ctrX" for="ch" forName="left_44_2" refType="w" fact="0.24"/>
        <dgm:constr type="w" for="ch" forName="left_44_3" refType="w" fact="0.36"/>
        <dgm:constr type="h" for="ch" forName="left_44_3" refType="h" fact="0.154"/>
        <dgm:constr type="b" for="ch" forName="left_44_3" refType="h" fact="0.393"/>
        <dgm:constr type="ctrX" for="ch" forName="left_44_3" refType="w" fact="0.24"/>
        <dgm:constr type="w" for="ch" forName="left_44_4" refType="w" fact="0.36"/>
        <dgm:constr type="h" for="ch" forName="left_44_4" refType="h" fact="0.154"/>
        <dgm:constr type="b" for="ch" forName="left_44_4" refType="h" fact="0.224"/>
        <dgm:constr type="ctrX" for="ch" forName="left_44_4" refType="w" fact="0.24"/>
      </dgm:constrLst>
      <dgm:ruleLst/>
      <dgm:layoutNode name="dummyMaxCanvas_ChildArea">
        <dgm:alg type="sp"/>
        <dgm:shape xmlns:r="http://schemas.openxmlformats.org/officeDocument/2006/relationships" r:blip="">
          <dgm:adjLst/>
        </dgm:shape>
        <dgm:presOf/>
        <dgm:constrLst/>
        <dgm:ruleLst/>
      </dgm:layoutNode>
      <dgm:layoutNode name="fulcrum" styleLbl="alignAccFollowNode1">
        <dgm:alg type="sp"/>
        <dgm:shape xmlns:r="http://schemas.openxmlformats.org/officeDocument/2006/relationships" type="triangle" r:blip="">
          <dgm:adjLst/>
        </dgm:shape>
        <dgm:presOf/>
        <dgm:constrLst/>
        <dgm:ruleLst/>
      </dgm:layoutNode>
      <dgm:choose name="Name0">
        <dgm:if name="Name1" axis="ch ch" ptType="node node" st="1 1" cnt="1 0" func="cnt" op="equ" val="0">
          <dgm:choose name="Name2">
            <dgm:if name="Name3" axis="ch ch" ptType="node node" st="2 1" cnt="1 0" func="cnt" op="equ" val="0">
              <dgm:layoutNode name="balance_00" styleLbl="alignAccFollowNode1">
                <dgm:varLst>
                  <dgm:bulletEnabled val="1"/>
                </dgm:varLst>
                <dgm:alg type="sp"/>
                <dgm:shape xmlns:r="http://schemas.openxmlformats.org/officeDocument/2006/relationships" type="rect" r:blip="">
                  <dgm:adjLst/>
                </dgm:shape>
                <dgm:presOf/>
                <dgm:constrLst/>
                <dgm:ruleLst/>
              </dgm:layoutNode>
            </dgm:if>
            <dgm:else name="Name4">
              <dgm:choose name="Name5">
                <dgm:if name="Name6" axis="ch ch" ptType="node node" st="2 1" cnt="1 0" func="cnt" op="equ" val="1">
                  <dgm:layoutNode name="balance_01" styleLbl="alignAccFollowNode1">
                    <dgm:varLst>
                      <dgm:bulletEnabled val="1"/>
                    </dgm:varLst>
                    <dgm:alg type="sp"/>
                    <dgm:shape xmlns:r="http://schemas.openxmlformats.org/officeDocument/2006/relationships" rot="4" type="rect" r:blip="">
                      <dgm:adjLst/>
                    </dgm:shape>
                    <dgm:presOf/>
                    <dgm:constrLst/>
                    <dgm:ruleLst/>
                  </dgm:layoutNode>
                  <dgm:layoutNode name="right_0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
                  <dgm:choose name="Name8">
                    <dgm:if name="Name9" axis="ch ch" ptType="node node" st="2 1" cnt="1 0" func="cnt" op="equ" val="2">
                      <dgm:layoutNode name="balance_02" styleLbl="alignAccFollowNode1">
                        <dgm:varLst>
                          <dgm:bulletEnabled val="1"/>
                        </dgm:varLst>
                        <dgm:alg type="sp"/>
                        <dgm:shape xmlns:r="http://schemas.openxmlformats.org/officeDocument/2006/relationships" rot="4" type="rect" r:blip="">
                          <dgm:adjLst/>
                        </dgm:shape>
                        <dgm:presOf/>
                        <dgm:constrLst/>
                        <dgm:ruleLst/>
                      </dgm:layoutNode>
                      <dgm:layoutNode name="right_0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
                      <dgm:choose name="Name11">
                        <dgm:if name="Name12" axis="ch ch" ptType="node node" st="2 1" cnt="1 0" func="cnt" op="equ" val="3">
                          <dgm:layoutNode name="balance_03" styleLbl="alignAccFollowNode1">
                            <dgm:varLst>
                              <dgm:bulletEnabled val="1"/>
                            </dgm:varLst>
                            <dgm:alg type="sp"/>
                            <dgm:shape xmlns:r="http://schemas.openxmlformats.org/officeDocument/2006/relationships" rot="4" type="rect" r:blip="">
                              <dgm:adjLst/>
                            </dgm:shape>
                            <dgm:presOf/>
                            <dgm:constrLst/>
                            <dgm:ruleLst/>
                          </dgm:layoutNode>
                          <dgm:layoutNode name="right_0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3">
                          <dgm:choose name="Name14">
                            <dgm:if name="Name15" axis="ch ch" ptType="node node" st="2 1" cnt="1 0" func="cnt" op="gte" val="4">
                              <dgm:layoutNode name="balance_04" styleLbl="alignAccFollowNode1">
                                <dgm:varLst>
                                  <dgm:bulletEnabled val="1"/>
                                </dgm:varLst>
                                <dgm:alg type="sp"/>
                                <dgm:shape xmlns:r="http://schemas.openxmlformats.org/officeDocument/2006/relationships" rot="4" type="rect" r:blip="">
                                  <dgm:adjLst/>
                                </dgm:shape>
                                <dgm:presOf/>
                                <dgm:constrLst/>
                                <dgm:ruleLst/>
                              </dgm:layoutNode>
                              <dgm:layoutNode name="right_0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6"/>
                          </dgm:choose>
                        </dgm:else>
                      </dgm:choose>
                    </dgm:else>
                  </dgm:choose>
                </dgm:else>
              </dgm:choose>
            </dgm:else>
          </dgm:choose>
        </dgm:if>
        <dgm:else name="Name17">
          <dgm:choose name="Name18">
            <dgm:if name="Name19" axis="ch ch" ptType="node node" st="1 1" cnt="1 0" func="cnt" op="equ" val="1">
              <dgm:choose name="Name20">
                <dgm:if name="Name21" axis="ch ch" ptType="node node" st="2 1" cnt="1 0" func="cnt" op="equ" val="0">
                  <dgm:layoutNode name="balance_10" styleLbl="alignAccFollowNode1">
                    <dgm:varLst>
                      <dgm:bulletEnabled val="1"/>
                    </dgm:varLst>
                    <dgm:alg type="sp"/>
                    <dgm:shape xmlns:r="http://schemas.openxmlformats.org/officeDocument/2006/relationships" rot="-4" type="rect" r:blip="">
                      <dgm:adjLst/>
                    </dgm:shape>
                    <dgm:presOf/>
                    <dgm:constrLst/>
                    <dgm:ruleLst/>
                  </dgm:layoutNode>
                  <dgm:layoutNode name="left_1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2">
                  <dgm:choose name="Name23">
                    <dgm:if name="Name24" axis="ch ch" ptType="node node" st="2 1" cnt="1 0" func="cnt" op="equ" val="1">
                      <dgm:layoutNode name="balance_11" styleLbl="alignAccFollowNode1">
                        <dgm:varLst>
                          <dgm:bulletEnabled val="1"/>
                        </dgm:varLst>
                        <dgm:alg type="sp"/>
                        <dgm:shape xmlns:r="http://schemas.openxmlformats.org/officeDocument/2006/relationships" type="rect" r:blip="">
                          <dgm:adjLst/>
                        </dgm:shape>
                        <dgm:presOf/>
                        <dgm:constrLst/>
                        <dgm:ruleLst/>
                      </dgm:layoutNode>
                      <dgm:layoutNode name="left_11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1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5">
                      <dgm:choose name="Name26">
                        <dgm:if name="Name27" axis="ch ch" ptType="node node" st="2 1" cnt="1 0" func="cnt" op="equ" val="2">
                          <dgm:layoutNode name="balance_12" styleLbl="alignAccFollowNode1">
                            <dgm:varLst>
                              <dgm:bulletEnabled val="1"/>
                            </dgm:varLst>
                            <dgm:alg type="sp"/>
                            <dgm:shape xmlns:r="http://schemas.openxmlformats.org/officeDocument/2006/relationships" rot="4" type="rect" r:blip="">
                              <dgm:adjLst/>
                            </dgm:shape>
                            <dgm:presOf/>
                            <dgm:constrLst/>
                            <dgm:ruleLst/>
                          </dgm:layoutNode>
                          <dgm:layoutNode name="right_1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8">
                          <dgm:choose name="Name29">
                            <dgm:if name="Name30" axis="ch ch" ptType="node node" st="2 1" cnt="1 0" func="cnt" op="equ" val="3">
                              <dgm:layoutNode name="balance_13" styleLbl="alignAccFollowNode1">
                                <dgm:varLst>
                                  <dgm:bulletEnabled val="1"/>
                                </dgm:varLst>
                                <dgm:alg type="sp"/>
                                <dgm:shape xmlns:r="http://schemas.openxmlformats.org/officeDocument/2006/relationships" rot="4" type="rect" r:blip="">
                                  <dgm:adjLst/>
                                </dgm:shape>
                                <dgm:presOf/>
                                <dgm:constrLst/>
                                <dgm:ruleLst/>
                              </dgm:layoutNode>
                              <dgm:layoutNode name="right_1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1">
                              <dgm:choose name="Name32">
                                <dgm:if name="Name33" axis="ch ch" ptType="node node" st="2 1" cnt="1 0" func="cnt" op="gte" val="4">
                                  <dgm:layoutNode name="balance_14" styleLbl="alignAccFollowNode1">
                                    <dgm:varLst>
                                      <dgm:bulletEnabled val="1"/>
                                    </dgm:varLst>
                                    <dgm:alg type="sp"/>
                                    <dgm:shape xmlns:r="http://schemas.openxmlformats.org/officeDocument/2006/relationships" rot="4" type="rect" r:blip="">
                                      <dgm:adjLst/>
                                    </dgm:shape>
                                    <dgm:presOf/>
                                    <dgm:constrLst/>
                                    <dgm:ruleLst/>
                                  </dgm:layoutNode>
                                  <dgm:layoutNode name="right_1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4"/>
                              </dgm:choose>
                            </dgm:else>
                          </dgm:choose>
                        </dgm:else>
                      </dgm:choose>
                    </dgm:else>
                  </dgm:choose>
                </dgm:else>
              </dgm:choose>
            </dgm:if>
            <dgm:else name="Name35">
              <dgm:choose name="Name36">
                <dgm:if name="Name37" axis="ch ch" ptType="node node" st="1 1" cnt="1 0" func="cnt" op="equ" val="2">
                  <dgm:choose name="Name38">
                    <dgm:if name="Name39" axis="ch ch" ptType="node node" st="2 1" cnt="1 0" func="cnt" op="equ" val="0">
                      <dgm:layoutNode name="balance_20" styleLbl="alignAccFollowNode1">
                        <dgm:varLst>
                          <dgm:bulletEnabled val="1"/>
                        </dgm:varLst>
                        <dgm:alg type="sp"/>
                        <dgm:shape xmlns:r="http://schemas.openxmlformats.org/officeDocument/2006/relationships" rot="-4" type="rect" r:blip="">
                          <dgm:adjLst/>
                        </dgm:shape>
                        <dgm:presOf/>
                        <dgm:constrLst/>
                        <dgm:ruleLst/>
                      </dgm:layoutNode>
                      <dgm:layoutNode name="left_2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0">
                      <dgm:choose name="Name41">
                        <dgm:if name="Name42" axis="ch ch" ptType="node node" st="2 1" cnt="1 0" func="cnt" op="equ" val="1">
                          <dgm:layoutNode name="balance_21" styleLbl="alignAccFollowNode1">
                            <dgm:varLst>
                              <dgm:bulletEnabled val="1"/>
                            </dgm:varLst>
                            <dgm:alg type="sp"/>
                            <dgm:shape xmlns:r="http://schemas.openxmlformats.org/officeDocument/2006/relationships" rot="-4" type="rect" r:blip="">
                              <dgm:adjLst/>
                            </dgm:shape>
                            <dgm:presOf/>
                            <dgm:constrLst/>
                            <dgm:ruleLst/>
                          </dgm:layoutNode>
                          <dgm:layoutNode name="left_2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3">
                          <dgm:choose name="Name44">
                            <dgm:if name="Name45" axis="ch ch" ptType="node node" st="2 1" cnt="1 0" func="cnt" op="equ" val="2">
                              <dgm:layoutNode name="balance_22" styleLbl="alignAccFollowNode1">
                                <dgm:varLst>
                                  <dgm:bulletEnabled val="1"/>
                                </dgm:varLst>
                                <dgm:alg type="sp"/>
                                <dgm:shape xmlns:r="http://schemas.openxmlformats.org/officeDocument/2006/relationships" type="rect" r:blip="">
                                  <dgm:adjLst/>
                                </dgm:shape>
                                <dgm:presOf/>
                                <dgm:constrLst/>
                                <dgm:ruleLst/>
                              </dgm:layoutNode>
                              <dgm:layoutNode name="right_22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2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6">
                              <dgm:choose name="Name47">
                                <dgm:if name="Name48" axis="ch ch" ptType="node node" st="2 1" cnt="1 0" func="cnt" op="equ" val="3">
                                  <dgm:layoutNode name="balance_23" styleLbl="alignAccFollowNode1">
                                    <dgm:varLst>
                                      <dgm:bulletEnabled val="1"/>
                                    </dgm:varLst>
                                    <dgm:alg type="sp"/>
                                    <dgm:shape xmlns:r="http://schemas.openxmlformats.org/officeDocument/2006/relationships" rot="4" type="rect" r:blip="">
                                      <dgm:adjLst/>
                                    </dgm:shape>
                                    <dgm:presOf/>
                                    <dgm:constrLst/>
                                    <dgm:ruleLst/>
                                  </dgm:layoutNode>
                                  <dgm:layoutNode name="right_2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9">
                                  <dgm:choose name="Name50">
                                    <dgm:if name="Name51" axis="ch ch" ptType="node node" st="2 1" cnt="1 0" func="cnt" op="gte" val="4">
                                      <dgm:layoutNode name="balance_24" styleLbl="alignAccFollowNode1">
                                        <dgm:varLst>
                                          <dgm:bulletEnabled val="1"/>
                                        </dgm:varLst>
                                        <dgm:alg type="sp"/>
                                        <dgm:shape xmlns:r="http://schemas.openxmlformats.org/officeDocument/2006/relationships" rot="4" type="rect" r:blip="">
                                          <dgm:adjLst/>
                                        </dgm:shape>
                                        <dgm:presOf/>
                                        <dgm:constrLst/>
                                        <dgm:ruleLst/>
                                      </dgm:layoutNode>
                                      <dgm:layoutNode name="right_2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2"/>
                                  </dgm:choose>
                                </dgm:else>
                              </dgm:choose>
                            </dgm:else>
                          </dgm:choose>
                        </dgm:else>
                      </dgm:choose>
                    </dgm:else>
                  </dgm:choose>
                </dgm:if>
                <dgm:else name="Name53">
                  <dgm:choose name="Name54">
                    <dgm:if name="Name55" axis="ch ch" ptType="node node" st="1 1" cnt="1 0" func="cnt" op="equ" val="3">
                      <dgm:choose name="Name56">
                        <dgm:if name="Name57" axis="ch ch" ptType="node node" st="2 1" cnt="1 0" func="cnt" op="equ" val="0">
                          <dgm:layoutNode name="balance_30" styleLbl="alignAccFollowNode1">
                            <dgm:varLst>
                              <dgm:bulletEnabled val="1"/>
                            </dgm:varLst>
                            <dgm:alg type="sp"/>
                            <dgm:shape xmlns:r="http://schemas.openxmlformats.org/officeDocument/2006/relationships" rot="-4" type="rect" r:blip="">
                              <dgm:adjLst/>
                            </dgm:shape>
                            <dgm:presOf/>
                            <dgm:constrLst/>
                            <dgm:ruleLst/>
                          </dgm:layoutNode>
                          <dgm:layoutNode name="left_3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name="Name59">
                            <dgm:if name="Name60" axis="ch ch" ptType="node node" st="2 1" cnt="1 0" func="cnt" op="equ" val="1">
                              <dgm:layoutNode name="balance_31" styleLbl="alignAccFollowNode1">
                                <dgm:varLst>
                                  <dgm:bulletEnabled val="1"/>
                                </dgm:varLst>
                                <dgm:alg type="sp"/>
                                <dgm:shape xmlns:r="http://schemas.openxmlformats.org/officeDocument/2006/relationships" rot="-4" type="rect" r:blip="">
                                  <dgm:adjLst/>
                                </dgm:shape>
                                <dgm:presOf/>
                                <dgm:constrLst/>
                                <dgm:ruleLst/>
                              </dgm:layoutNode>
                              <dgm:layoutNode name="left_3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1">
                              <dgm:choose name="Name62">
                                <dgm:if name="Name63" axis="ch ch" ptType="node node" st="2 1" cnt="1 0" func="cnt" op="equ" val="2">
                                  <dgm:layoutNode name="balance_32" styleLbl="alignAccFollowNode1">
                                    <dgm:varLst>
                                      <dgm:bulletEnabled val="1"/>
                                    </dgm:varLst>
                                    <dgm:alg type="sp"/>
                                    <dgm:shape xmlns:r="http://schemas.openxmlformats.org/officeDocument/2006/relationships" rot="-4" type="rect" r:blip="">
                                      <dgm:adjLst/>
                                    </dgm:shape>
                                    <dgm:presOf/>
                                    <dgm:constrLst/>
                                    <dgm:ruleLst/>
                                  </dgm:layoutNode>
                                  <dgm:layoutNode name="left_3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4">
                                  <dgm:choose name="Name65">
                                    <dgm:if name="Name66" axis="ch ch" ptType="node node" st="2 1" cnt="1 0" func="cnt" op="equ" val="3">
                                      <dgm:layoutNode name="balance_33" styleLbl="alignAccFollowNode1">
                                        <dgm:varLst>
                                          <dgm:bulletEnabled val="1"/>
                                        </dgm:varLst>
                                        <dgm:alg type="sp"/>
                                        <dgm:shape xmlns:r="http://schemas.openxmlformats.org/officeDocument/2006/relationships" type="rect" r:blip="">
                                          <dgm:adjLst/>
                                        </dgm:shape>
                                        <dgm:presOf/>
                                        <dgm:constrLst/>
                                        <dgm:ruleLst/>
                                      </dgm:layoutNode>
                                      <dgm:layoutNode name="right_33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7">
                                      <dgm:choose name="Name68">
                                        <dgm:if name="Name69" axis="ch ch" ptType="node node" st="2 1" cnt="1 0" func="cnt" op="gte" val="4">
                                          <dgm:layoutNode name="balance_34" styleLbl="alignAccFollowNode1">
                                            <dgm:varLst>
                                              <dgm:bulletEnabled val="1"/>
                                            </dgm:varLst>
                                            <dgm:alg type="sp"/>
                                            <dgm:shape xmlns:r="http://schemas.openxmlformats.org/officeDocument/2006/relationships" rot="4" type="rect" r:blip="">
                                              <dgm:adjLst/>
                                            </dgm:shape>
                                            <dgm:presOf/>
                                            <dgm:constrLst/>
                                            <dgm:ruleLst/>
                                          </dgm:layoutNode>
                                          <dgm:layoutNode name="right_3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0"/>
                                      </dgm:choose>
                                    </dgm:else>
                                  </dgm:choose>
                                </dgm:else>
                              </dgm:choose>
                            </dgm:else>
                          </dgm:choose>
                        </dgm:else>
                      </dgm:choose>
                    </dgm:if>
                    <dgm:else name="Name71">
                      <dgm:choose name="Name72">
                        <dgm:if name="Name73" axis="ch ch" ptType="node node" st="1 1" cnt="1 0" func="cnt" op="gte" val="4">
                          <dgm:choose name="Name74">
                            <dgm:if name="Name75" axis="ch ch" ptType="node node" st="2 1" cnt="1 0" func="cnt" op="equ" val="0">
                              <dgm:layoutNode name="balance_40" styleLbl="alignAccFollowNode1">
                                <dgm:varLst>
                                  <dgm:bulletEnabled val="1"/>
                                </dgm:varLst>
                                <dgm:alg type="sp"/>
                                <dgm:shape xmlns:r="http://schemas.openxmlformats.org/officeDocument/2006/relationships" rot="-4" type="rect" r:blip="">
                                  <dgm:adjLst/>
                                </dgm:shape>
                                <dgm:presOf/>
                                <dgm:constrLst/>
                                <dgm:ruleLst/>
                              </dgm:layoutNode>
                              <dgm:layoutNode name="left_4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6">
                              <dgm:choose name="Name77">
                                <dgm:if name="Name78" axis="ch ch" ptType="node node" st="2 1" cnt="1 0" func="cnt" op="equ" val="1">
                                  <dgm:layoutNode name="balance_41" styleLbl="alignAccFollowNode1">
                                    <dgm:varLst>
                                      <dgm:bulletEnabled val="1"/>
                                    </dgm:varLst>
                                    <dgm:alg type="sp"/>
                                    <dgm:shape xmlns:r="http://schemas.openxmlformats.org/officeDocument/2006/relationships" rot="-4" type="rect" r:blip="">
                                      <dgm:adjLst/>
                                    </dgm:shape>
                                    <dgm:presOf/>
                                    <dgm:constrLst/>
                                    <dgm:ruleLst/>
                                  </dgm:layoutNode>
                                  <dgm:layoutNode name="left_4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name="Name80">
                                    <dgm:if name="Name81" axis="ch ch" ptType="node node" st="2 1" cnt="1 0" func="cnt" op="equ" val="2">
                                      <dgm:layoutNode name="balance_42" styleLbl="alignAccFollowNode1">
                                        <dgm:varLst>
                                          <dgm:bulletEnabled val="1"/>
                                        </dgm:varLst>
                                        <dgm:alg type="sp"/>
                                        <dgm:shape xmlns:r="http://schemas.openxmlformats.org/officeDocument/2006/relationships" rot="-4" type="rect" r:blip="">
                                          <dgm:adjLst/>
                                        </dgm:shape>
                                        <dgm:presOf/>
                                        <dgm:constrLst/>
                                        <dgm:ruleLst/>
                                      </dgm:layoutNode>
                                      <dgm:layoutNode name="left_4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2">
                                      <dgm:choose name="Name83">
                                        <dgm:if name="Name84" axis="ch ch" ptType="node node" st="2 1" cnt="1 0" func="cnt" op="equ" val="3">
                                          <dgm:layoutNode name="balance_43" styleLbl="alignAccFollowNode1">
                                            <dgm:varLst>
                                              <dgm:bulletEnabled val="1"/>
                                            </dgm:varLst>
                                            <dgm:alg type="sp"/>
                                            <dgm:shape xmlns:r="http://schemas.openxmlformats.org/officeDocument/2006/relationships" rot="-4" type="rect" r:blip="">
                                              <dgm:adjLst/>
                                            </dgm:shape>
                                            <dgm:presOf/>
                                            <dgm:constrLst/>
                                            <dgm:ruleLst/>
                                          </dgm:layoutNode>
                                          <dgm:layoutNode name="left_4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5">
                                          <dgm:choose name="Name86">
                                            <dgm:if name="Name87" axis="ch ch" ptType="node node" st="2 1" cnt="1 0" func="cnt" op="gte" val="4">
                                              <dgm:layoutNode name="balance_44" styleLbl="alignAccFollowNode1">
                                                <dgm:varLst>
                                                  <dgm:bulletEnabled val="1"/>
                                                </dgm:varLst>
                                                <dgm:alg type="sp"/>
                                                <dgm:shape xmlns:r="http://schemas.openxmlformats.org/officeDocument/2006/relationships" type="rect" r:blip="">
                                                  <dgm:adjLst/>
                                                </dgm:shape>
                                                <dgm:presOf/>
                                                <dgm:constrLst/>
                                                <dgm:ruleLst/>
                                              </dgm:layoutNode>
                                              <dgm:layoutNode name="right_44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4" styleLbl="node1">
                                                <dgm:varLst>
                                                  <dgm:bulletEnabled val="1"/>
                                                </dgm:varLst>
                                                <dgm:alg type="tx"/>
                                                <dgm:shape xmlns:r="http://schemas.openxmlformats.org/officeDocument/2006/relationships"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4" styleLbl="node1">
                                                <dgm:varLst>
                                                  <dgm:bulletEnabled val="1"/>
                                                </dgm:varLst>
                                                <dgm:alg type="tx"/>
                                                <dgm:shape xmlns:r="http://schemas.openxmlformats.org/officeDocument/2006/relationships"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8"/>
                                          </dgm:choose>
                                        </dgm:else>
                                      </dgm:choose>
                                    </dgm:else>
                                  </dgm:choose>
                                </dgm:else>
                              </dgm:choose>
                            </dgm:else>
                          </dgm:choose>
                        </dgm:if>
                        <dgm:else name="Name89"/>
                      </dgm:choose>
                    </dgm:else>
                  </dgm:choose>
                </dgm:else>
              </dgm:choose>
            </dgm:else>
          </dgm:choose>
        </dgm:else>
      </dgm:choose>
    </dgm:layoutNode>
  </dgm:layoutNode>
</dgm:layoutDef>
</file>

<file path=ppt/diagrams/layout3.xml><?xml version="1.0" encoding="utf-8"?>
<dgm:layoutDef xmlns:dgm="http://schemas.openxmlformats.org/drawingml/2006/diagram" xmlns:a="http://schemas.openxmlformats.org/drawingml/2006/main" uniqueId="urn:microsoft.com/office/officeart/2005/8/layout/balance1">
  <dgm:title val=""/>
  <dgm:desc val=""/>
  <dgm:catLst>
    <dgm:cat type="relationship" pri="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23">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25" srcId="2" destId="23" srcOrd="0" destOrd="0"/>
      </dgm:cxnLst>
      <dgm:bg/>
      <dgm:whole/>
    </dgm:dataModel>
  </dgm:sampData>
  <dgm:styleData>
    <dgm:dataModel>
      <dgm:ptLst>
        <dgm:pt modelId="0" type="doc"/>
        <dgm:pt modelId="1"/>
        <dgm:pt modelId="11"/>
        <dgm:pt modelId="12"/>
        <dgm:pt modelId="2"/>
        <dgm:pt modelId="21"/>
        <dgm:pt modelId="22"/>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tyleData>
  <dgm:clrData>
    <dgm:dataModel>
      <dgm:ptLst>
        <dgm:pt modelId="0" type="doc"/>
        <dgm:pt modelId="1"/>
        <dgm:pt modelId="11"/>
        <dgm:pt modelId="12"/>
        <dgm:pt modelId="13"/>
        <dgm:pt modelId="2"/>
        <dgm:pt modelId="21"/>
        <dgm:pt modelId="22"/>
        <dgm:pt modelId="23"/>
      </dgm:ptLst>
      <dgm:cxnLst>
        <dgm:cxn modelId="4" srcId="0" destId="1" srcOrd="0" destOrd="0"/>
        <dgm:cxn modelId="5" srcId="0" destId="2" srcOrd="1" destOrd="0"/>
        <dgm:cxn modelId="15" srcId="1" destId="11" srcOrd="0" destOrd="0"/>
        <dgm:cxn modelId="16" srcId="1" destId="12" srcOrd="0" destOrd="0"/>
        <dgm:cxn modelId="17" srcId="1" destId="13" srcOrd="0" destOrd="0"/>
        <dgm:cxn modelId="25" srcId="2" destId="21" srcOrd="0" destOrd="0"/>
        <dgm:cxn modelId="26" srcId="2" destId="22" srcOrd="0" destOrd="0"/>
        <dgm:cxn modelId="27" srcId="2" destId="23" srcOrd="0" destOrd="0"/>
      </dgm:cxnLst>
      <dgm:bg/>
      <dgm:whole/>
    </dgm:dataModel>
  </dgm:clrData>
  <dgm:layoutNode name="outerComposite">
    <dgm:varLst>
      <dgm:chMax val="2"/>
      <dgm:animLvl val="lvl"/>
      <dgm:resizeHandles val="exact"/>
    </dgm:varLst>
    <dgm:alg type="composite">
      <dgm:param type="ar" val="1"/>
    </dgm:alg>
    <dgm:shape xmlns:r="http://schemas.openxmlformats.org/officeDocument/2006/relationships" r:blip="">
      <dgm:adjLst/>
    </dgm:shape>
    <dgm:presOf/>
    <dgm:constrLst>
      <dgm:constr type="h" for="ch" forName="parentComposite" refType="h" refFor="ch" refForName="dummyMaxCanvas" op="equ" fact="0.2"/>
      <dgm:constr type="t" for="ch" forName="parentComposite"/>
      <dgm:constr type="h" for="ch" forName="childrenComposite" refType="h" refFor="ch" refForName="dummyMaxCanvas" op="equ" fact="0.8"/>
      <dgm:constr type="t" for="ch" forName="childrenComposite" refType="h" refFor="ch" refForName="dummyMaxCanvas" fact="0.2"/>
    </dgm:constrLst>
    <dgm:ruleLst/>
    <dgm:layoutNode name="dummyMaxCanvas">
      <dgm:alg type="sp"/>
      <dgm:shape xmlns:r="http://schemas.openxmlformats.org/officeDocument/2006/relationships" r:blip="">
        <dgm:adjLst/>
      </dgm:shape>
      <dgm:presOf/>
      <dgm:constrLst/>
      <dgm:ruleLst/>
    </dgm:layoutNode>
    <dgm:layoutNode name="parentComposite">
      <dgm:alg type="composite"/>
      <dgm:shape xmlns:r="http://schemas.openxmlformats.org/officeDocument/2006/relationships" r:blip="">
        <dgm:adjLst/>
      </dgm:shape>
      <dgm:presOf/>
      <dgm:constrLst>
        <dgm:constr type="w" for="ch" forName="parent1" refType="w" fact="0.36"/>
        <dgm:constr type="ctrX" for="ch" forName="parent1" refType="w" fact="0.24"/>
        <dgm:constr type="w" for="ch" forName="parent2" refType="w" fact="0.36"/>
        <dgm:constr type="ctrX" for="ch" forName="parent2" refType="w" fact="0.76"/>
        <dgm:constr type="primFontSz" for="ch" ptType="node" op="equ"/>
      </dgm:constrLst>
      <dgm:ruleLst/>
      <dgm:layoutNode name="parent1" styleLbl="alignAccFollowNode1">
        <dgm:varLst>
          <dgm:chMax val="4"/>
        </dgm:varLst>
        <dgm:alg type="tx"/>
        <dgm:shape xmlns:r="http://schemas.openxmlformats.org/officeDocument/2006/relationships" type="roundRect" r:blip="">
          <dgm:adjLst>
            <dgm:adj idx="1" val="0.1"/>
          </dgm:adjLst>
        </dgm:shape>
        <dgm:presOf axis="ch" ptType="node"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2" styleLbl="alignAccFollowNode1">
        <dgm:varLst>
          <dgm:chMax val="4"/>
        </dgm:varLst>
        <dgm:alg type="tx"/>
        <dgm:shape xmlns:r="http://schemas.openxmlformats.org/officeDocument/2006/relationships" type="roundRect" r:blip="">
          <dgm:adjLst>
            <dgm:adj idx="1" val="0.1"/>
          </dgm:adjLst>
        </dgm:shape>
        <dgm:presOf axis="ch" ptType="node" st="2"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Node name="childrenComposite">
      <dgm:alg type="composite"/>
      <dgm:shape xmlns:r="http://schemas.openxmlformats.org/officeDocument/2006/relationships" r:blip="">
        <dgm:adjLst/>
      </dgm:shape>
      <dgm:presOf/>
      <dgm:constrLst>
        <dgm:constr type="primFontSz" for="ch" ptType="node" op="equ" val="65"/>
        <dgm:constr type="w" for="ch" forName="fulcrum" refType="w" fact="0.15"/>
        <dgm:constr type="h" for="ch" forName="fulcrum" refType="w" refFor="ch" refForName="fulcrum"/>
        <dgm:constr type="b" for="ch" forName="fulcrum" refType="h"/>
        <dgm:constr type="ctrX" for="ch" forName="fulcrum" refType="w" fact="0.5"/>
        <dgm:constr type="w" for="ch" forName="balance_00" refType="w" fact="0.9"/>
        <dgm:constr type="h" for="ch" forName="balance_00" refType="h" fact="0.076"/>
        <dgm:constr type="b" for="ch" forName="balance_00" refType="h" fact="0.81"/>
        <dgm:constr type="ctrX" for="ch" forName="balance_00" refType="w" fact="0.5"/>
        <dgm:constr type="w" for="ch" forName="balance_01" refType="w"/>
        <dgm:constr type="h" for="ch" forName="balance_01" refType="h" fact="0.157"/>
        <dgm:constr type="b" for="ch" forName="balance_01" refType="h" fact="0.85"/>
        <dgm:constr type="ctrX" for="ch" forName="balance_01" refType="w" fact="0.5"/>
        <dgm:constr type="w" for="ch" forName="balance_02" refType="w"/>
        <dgm:constr type="h" for="ch" forName="balance_02" refType="h" fact="0.157"/>
        <dgm:constr type="b" for="ch" forName="balance_02" refType="h" fact="0.85"/>
        <dgm:constr type="ctrX" for="ch" forName="balance_02" refType="w" fact="0.5"/>
        <dgm:constr type="w" for="ch" forName="balance_03" refType="w"/>
        <dgm:constr type="h" for="ch" forName="balance_03" refType="h" fact="0.157"/>
        <dgm:constr type="b" for="ch" forName="balance_03" refType="h" fact="0.85"/>
        <dgm:constr type="ctrX" for="ch" forName="balance_03" refType="w" fact="0.5"/>
        <dgm:constr type="w" for="ch" forName="balance_04" refType="w"/>
        <dgm:constr type="h" for="ch" forName="balance_04" refType="h" fact="0.157"/>
        <dgm:constr type="b" for="ch" forName="balance_04" refType="h" fact="0.85"/>
        <dgm:constr type="ctrX" for="ch" forName="balance_04" refType="w" fact="0.5"/>
        <dgm:constr type="w" for="ch" forName="balance_10" refType="w"/>
        <dgm:constr type="h" for="ch" forName="balance_10" refType="h" fact="0.157"/>
        <dgm:constr type="b" for="ch" forName="balance_10" refType="h" fact="0.85"/>
        <dgm:constr type="ctrX" for="ch" forName="balance_10" refType="w" fact="0.5"/>
        <dgm:constr type="w" for="ch" forName="balance_11" refType="w" fact="0.9"/>
        <dgm:constr type="h" for="ch" forName="balance_11" refType="h" fact="0.076"/>
        <dgm:constr type="b" for="ch" forName="balance_11" refType="h" fact="0.81"/>
        <dgm:constr type="ctrX" for="ch" forName="balance_11" refType="w" fact="0.5"/>
        <dgm:constr type="w" for="ch" forName="balance_12" refType="w"/>
        <dgm:constr type="h" for="ch" forName="balance_12" refType="h" fact="0.157"/>
        <dgm:constr type="b" for="ch" forName="balance_12" refType="h" fact="0.85"/>
        <dgm:constr type="ctrX" for="ch" forName="balance_12" refType="w" fact="0.5"/>
        <dgm:constr type="w" for="ch" forName="balance_13" refType="w"/>
        <dgm:constr type="h" for="ch" forName="balance_13" refType="h" fact="0.157"/>
        <dgm:constr type="b" for="ch" forName="balance_13" refType="h" fact="0.85"/>
        <dgm:constr type="ctrX" for="ch" forName="balance_13" refType="w" fact="0.5"/>
        <dgm:constr type="w" for="ch" forName="balance_14" refType="w"/>
        <dgm:constr type="h" for="ch" forName="balance_14" refType="h" fact="0.157"/>
        <dgm:constr type="b" for="ch" forName="balance_14" refType="h" fact="0.85"/>
        <dgm:constr type="ctrX" for="ch" forName="balance_14" refType="w" fact="0.5"/>
        <dgm:constr type="w" for="ch" forName="balance_20" refType="w"/>
        <dgm:constr type="h" for="ch" forName="balance_20" refType="h" fact="0.157"/>
        <dgm:constr type="b" for="ch" forName="balance_20" refType="h" fact="0.85"/>
        <dgm:constr type="ctrX" for="ch" forName="balance_20" refType="w" fact="0.5"/>
        <dgm:constr type="w" for="ch" forName="balance_21" refType="w"/>
        <dgm:constr type="h" for="ch" forName="balance_21" refType="h" fact="0.157"/>
        <dgm:constr type="b" for="ch" forName="balance_21" refType="h" fact="0.85"/>
        <dgm:constr type="ctrX" for="ch" forName="balance_21" refType="w" fact="0.5"/>
        <dgm:constr type="w" for="ch" forName="balance_22" refType="w" fact="0.9"/>
        <dgm:constr type="h" for="ch" forName="balance_22" refType="h" fact="0.076"/>
        <dgm:constr type="b" for="ch" forName="balance_22" refType="h" fact="0.81"/>
        <dgm:constr type="ctrX" for="ch" forName="balance_22" refType="w" fact="0.5"/>
        <dgm:constr type="w" for="ch" forName="balance_23" refType="w"/>
        <dgm:constr type="h" for="ch" forName="balance_23" refType="h" fact="0.157"/>
        <dgm:constr type="b" for="ch" forName="balance_23" refType="h" fact="0.85"/>
        <dgm:constr type="ctrX" for="ch" forName="balance_23" refType="w" fact="0.5"/>
        <dgm:constr type="w" for="ch" forName="balance_24" refType="w"/>
        <dgm:constr type="h" for="ch" forName="balance_24" refType="h" fact="0.157"/>
        <dgm:constr type="b" for="ch" forName="balance_24" refType="h" fact="0.85"/>
        <dgm:constr type="ctrX" for="ch" forName="balance_24" refType="w" fact="0.5"/>
        <dgm:constr type="w" for="ch" forName="balance_30" refType="w"/>
        <dgm:constr type="h" for="ch" forName="balance_30" refType="h" fact="0.157"/>
        <dgm:constr type="b" for="ch" forName="balance_30" refType="h" fact="0.85"/>
        <dgm:constr type="ctrX" for="ch" forName="balance_30" refType="w" fact="0.5"/>
        <dgm:constr type="w" for="ch" forName="balance_31" refType="w"/>
        <dgm:constr type="h" for="ch" forName="balance_31" refType="h" fact="0.157"/>
        <dgm:constr type="b" for="ch" forName="balance_31" refType="h" fact="0.85"/>
        <dgm:constr type="ctrX" for="ch" forName="balance_31" refType="w" fact="0.5"/>
        <dgm:constr type="w" for="ch" forName="balance_32" refType="w"/>
        <dgm:constr type="h" for="ch" forName="balance_32" refType="h" fact="0.157"/>
        <dgm:constr type="b" for="ch" forName="balance_32" refType="h" fact="0.85"/>
        <dgm:constr type="ctrX" for="ch" forName="balance_32" refType="w" fact="0.5"/>
        <dgm:constr type="w" for="ch" forName="balance_33" refType="w" fact="0.9"/>
        <dgm:constr type="h" for="ch" forName="balance_33" refType="h" fact="0.076"/>
        <dgm:constr type="b" for="ch" forName="balance_33" refType="h" fact="0.81"/>
        <dgm:constr type="ctrX" for="ch" forName="balance_33" refType="w" fact="0.5"/>
        <dgm:constr type="w" for="ch" forName="balance_34" refType="w"/>
        <dgm:constr type="h" for="ch" forName="balance_34" refType="h" fact="0.157"/>
        <dgm:constr type="b" for="ch" forName="balance_34" refType="h" fact="0.85"/>
        <dgm:constr type="ctrX" for="ch" forName="balance_34" refType="w" fact="0.5"/>
        <dgm:constr type="w" for="ch" forName="balance_40" refType="w"/>
        <dgm:constr type="h" for="ch" forName="balance_40" refType="h" fact="0.157"/>
        <dgm:constr type="b" for="ch" forName="balance_40" refType="h" fact="0.85"/>
        <dgm:constr type="ctrX" for="ch" forName="balance_40" refType="w" fact="0.5"/>
        <dgm:constr type="w" for="ch" forName="balance_41" refType="w"/>
        <dgm:constr type="h" for="ch" forName="balance_41" refType="h" fact="0.157"/>
        <dgm:constr type="b" for="ch" forName="balance_41" refType="h" fact="0.85"/>
        <dgm:constr type="ctrX" for="ch" forName="balance_41" refType="w" fact="0.5"/>
        <dgm:constr type="w" for="ch" forName="balance_42" refType="w"/>
        <dgm:constr type="h" for="ch" forName="balance_42" refType="h" fact="0.157"/>
        <dgm:constr type="b" for="ch" forName="balance_42" refType="h" fact="0.85"/>
        <dgm:constr type="ctrX" for="ch" forName="balance_42" refType="w" fact="0.5"/>
        <dgm:constr type="w" for="ch" forName="balance_43" refType="w"/>
        <dgm:constr type="h" for="ch" forName="balance_43" refType="h" fact="0.157"/>
        <dgm:constr type="b" for="ch" forName="balance_43" refType="h" fact="0.85"/>
        <dgm:constr type="ctrX" for="ch" forName="balance_43" refType="w" fact="0.5"/>
        <dgm:constr type="w" for="ch" forName="balance_44" refType="w" fact="0.9"/>
        <dgm:constr type="h" for="ch" forName="balance_44" refType="h" fact="0.076"/>
        <dgm:constr type="b" for="ch" forName="balance_44" refType="h" fact="0.81"/>
        <dgm:constr type="ctrX" for="ch" forName="balance_44" refType="w" fact="0.5"/>
        <dgm:constr type="w" for="ch" forName="right_01_1" refType="w" fact="0.4"/>
        <dgm:constr type="h" for="ch" forName="right_01_1" refType="h" fact="0.7"/>
        <dgm:constr type="b" for="ch" forName="right_01_1" refType="h" fact="0.76"/>
        <dgm:constr type="ctrX" for="ch" forName="right_01_1" refType="w" fact="0.78"/>
        <dgm:constr type="w" for="ch" forName="left_10_1" refType="w" fact="0.4"/>
        <dgm:constr type="h" for="ch" forName="left_10_1" refType="h" fact="0.7"/>
        <dgm:constr type="b" for="ch" forName="left_10_1" refType="h" fact="0.76"/>
        <dgm:constr type="ctrX" for="ch" forName="left_10_1" refType="w" fact="0.22"/>
        <dgm:constr type="w" for="ch" forName="right_11_1" refType="w" fact="0.36"/>
        <dgm:constr type="h" for="ch" forName="right_11_1" refType="h" fact="0.67"/>
        <dgm:constr type="b" for="ch" forName="right_11_1" refType="h" fact="0.725"/>
        <dgm:constr type="ctrX" for="ch" forName="right_11_1" refType="w" fact="0.76"/>
        <dgm:constr type="w" for="ch" forName="left_11_1" refType="w" fact="0.36"/>
        <dgm:constr type="h" for="ch" forName="left_11_1" refType="h" fact="0.67"/>
        <dgm:constr type="b" for="ch" forName="left_11_1" refType="h" fact="0.725"/>
        <dgm:constr type="ctrX" for="ch" forName="left_11_1" refType="w" fact="0.24"/>
        <dgm:constr type="w" for="ch" forName="right_02_1" refType="w" fact="0.388"/>
        <dgm:constr type="h" for="ch" forName="right_02_1" refType="h" fact="0.36"/>
        <dgm:constr type="b" for="ch" forName="right_02_1" refType="h" fact="0.76"/>
        <dgm:constr type="ctrX" for="ch" forName="right_02_1" refType="w" fact="0.77"/>
        <dgm:constr type="w" for="ch" forName="right_02_2" refType="w" fact="0.388"/>
        <dgm:constr type="h" for="ch" forName="right_02_2" refType="h" fact="0.36"/>
        <dgm:constr type="b" for="ch" forName="right_02_2" refType="h" fact="0.42"/>
        <dgm:constr type="ctrX" for="ch" forName="right_02_2" refType="w" fact="0.79"/>
        <dgm:constr type="w" for="ch" forName="left_20_1" refType="w" fact="0.388"/>
        <dgm:constr type="h" for="ch" forName="left_20_1" refType="h" fact="0.36"/>
        <dgm:constr type="b" for="ch" forName="left_20_1" refType="h" fact="0.76"/>
        <dgm:constr type="ctrX" for="ch" forName="left_20_1" refType="w" fact="0.23"/>
        <dgm:constr type="w" for="ch" forName="left_20_2" refType="w" fact="0.388"/>
        <dgm:constr type="h" for="ch" forName="left_20_2" refType="h" fact="0.36"/>
        <dgm:constr type="b" for="ch" forName="left_20_2" refType="h" fact="0.42"/>
        <dgm:constr type="ctrX" for="ch" forName="left_20_2" refType="w" fact="0.21"/>
        <dgm:constr type="w" for="ch" forName="right_12_1" refType="w" fact="0.388"/>
        <dgm:constr type="h" for="ch" forName="right_12_1" refType="h" fact="0.36"/>
        <dgm:constr type="b" for="ch" forName="right_12_1" refType="h" fact="0.76"/>
        <dgm:constr type="ctrX" for="ch" forName="right_12_1" refType="w" fact="0.77"/>
        <dgm:constr type="w" for="ch" forName="right_12_2" refType="w" fact="0.388"/>
        <dgm:constr type="h" for="ch" forName="right_12_2" refType="h" fact="0.36"/>
        <dgm:constr type="b" for="ch" forName="right_12_2" refType="h" fact="0.42"/>
        <dgm:constr type="ctrX" for="ch" forName="right_12_2" refType="w" fact="0.79"/>
        <dgm:constr type="w" for="ch" forName="left_12_1" refType="w" fact="0.388"/>
        <dgm:constr type="h" for="ch" forName="left_12_1" refType="h" fact="0.36"/>
        <dgm:constr type="b" for="ch" forName="left_12_1" refType="h" fact="0.715"/>
        <dgm:constr type="ctrX" for="ch" forName="left_12_1" refType="w" fact="0.255"/>
        <dgm:constr type="w" for="ch" forName="right_22_1" refType="w" fact="0.36"/>
        <dgm:constr type="h" for="ch" forName="right_22_1" refType="h" fact="0.32"/>
        <dgm:constr type="b" for="ch" forName="right_22_1" refType="h" fact="0.725"/>
        <dgm:constr type="ctrX" for="ch" forName="right_22_1" refType="w" fact="0.76"/>
        <dgm:constr type="w" for="ch" forName="right_22_2" refType="w" fact="0.36"/>
        <dgm:constr type="h" for="ch" forName="right_22_2" refType="h" fact="0.32"/>
        <dgm:constr type="b" for="ch" forName="right_22_2" refType="h" fact="0.39"/>
        <dgm:constr type="ctrX" for="ch" forName="right_22_2" refType="w" fact="0.76"/>
        <dgm:constr type="w" for="ch" forName="left_22_1" refType="w" fact="0.36"/>
        <dgm:constr type="h" for="ch" forName="left_22_1" refType="h" fact="0.32"/>
        <dgm:constr type="b" for="ch" forName="left_22_1" refType="h" fact="0.725"/>
        <dgm:constr type="ctrX" for="ch" forName="left_22_1" refType="w" fact="0.24"/>
        <dgm:constr type="w" for="ch" forName="left_22_2" refType="w" fact="0.36"/>
        <dgm:constr type="h" for="ch" forName="left_22_2" refType="h" fact="0.32"/>
        <dgm:constr type="b" for="ch" forName="left_22_2" refType="h" fact="0.39"/>
        <dgm:constr type="ctrX" for="ch" forName="left_22_2" refType="w" fact="0.24"/>
        <dgm:constr type="w" for="ch" forName="left_21_1" refType="w" fact="0.388"/>
        <dgm:constr type="h" for="ch" forName="left_21_1" refType="h" fact="0.36"/>
        <dgm:constr type="b" for="ch" forName="left_21_1" refType="h" fact="0.76"/>
        <dgm:constr type="ctrX" for="ch" forName="left_21_1" refType="w" fact="0.23"/>
        <dgm:constr type="w" for="ch" forName="left_21_2" refType="w" fact="0.388"/>
        <dgm:constr type="h" for="ch" forName="left_21_2" refType="h" fact="0.36"/>
        <dgm:constr type="b" for="ch" forName="left_21_2" refType="h" fact="0.42"/>
        <dgm:constr type="ctrX" for="ch" forName="left_21_2" refType="w" fact="0.21"/>
        <dgm:constr type="w" for="ch" forName="right_21_1" refType="w" fact="0.388"/>
        <dgm:constr type="h" for="ch" forName="right_21_1" refType="h" fact="0.36"/>
        <dgm:constr type="b" for="ch" forName="right_21_1" refType="h" fact="0.715"/>
        <dgm:constr type="ctrX" for="ch" forName="right_21_1" refType="w" fact="0.745"/>
        <dgm:constr type="w" for="ch" forName="right_03_1" refType="w" fact="0.37"/>
        <dgm:constr type="h" for="ch" forName="right_03_1" refType="h" fact="0.24"/>
        <dgm:constr type="b" for="ch" forName="right_03_1" refType="h" fact="0.76"/>
        <dgm:constr type="ctrX" for="ch" forName="right_03_1" refType="w" fact="0.77"/>
        <dgm:constr type="w" for="ch" forName="right_03_2" refType="w" fact="0.37"/>
        <dgm:constr type="h" for="ch" forName="right_03_2" refType="h" fact="0.24"/>
        <dgm:constr type="b" for="ch" forName="right_03_2" refType="h" fact="0.535"/>
        <dgm:constr type="ctrX" for="ch" forName="right_03_2" refType="w" fact="0.783"/>
        <dgm:constr type="w" for="ch" forName="right_03_3" refType="w" fact="0.37"/>
        <dgm:constr type="h" for="ch" forName="right_03_3" refType="h" fact="0.24"/>
        <dgm:constr type="b" for="ch" forName="right_03_3" refType="h" fact="0.315"/>
        <dgm:constr type="ctrX" for="ch" forName="right_03_3" refType="w" fact="0.796"/>
        <dgm:constr type="w" for="ch" forName="left_30_1" refType="w" fact="0.37"/>
        <dgm:constr type="h" for="ch" forName="left_30_1" refType="h" fact="0.24"/>
        <dgm:constr type="b" for="ch" forName="left_30_1" refType="h" fact="0.76"/>
        <dgm:constr type="ctrX" for="ch" forName="left_30_1" refType="w" fact="0.23"/>
        <dgm:constr type="w" for="ch" forName="left_30_2" refType="w" fact="0.37"/>
        <dgm:constr type="h" for="ch" forName="left_30_2" refType="h" fact="0.24"/>
        <dgm:constr type="b" for="ch" forName="left_30_2" refType="h" fact="0.535"/>
        <dgm:constr type="ctrX" for="ch" forName="left_30_2" refType="w" fact="0.217"/>
        <dgm:constr type="w" for="ch" forName="left_30_3" refType="w" fact="0.37"/>
        <dgm:constr type="h" for="ch" forName="left_30_3" refType="h" fact="0.24"/>
        <dgm:constr type="b" for="ch" forName="left_30_3" refType="h" fact="0.315"/>
        <dgm:constr type="ctrX" for="ch" forName="left_30_3" refType="w" fact="0.204"/>
        <dgm:constr type="w" for="ch" forName="right_13_1" refType="w" fact="0.37"/>
        <dgm:constr type="h" for="ch" forName="right_13_1" refType="h" fact="0.24"/>
        <dgm:constr type="b" for="ch" forName="right_13_1" refType="h" fact="0.76"/>
        <dgm:constr type="ctrX" for="ch" forName="right_13_1" refType="w" fact="0.77"/>
        <dgm:constr type="w" for="ch" forName="right_13_2" refType="w" fact="0.37"/>
        <dgm:constr type="h" for="ch" forName="right_13_2" refType="h" fact="0.24"/>
        <dgm:constr type="b" for="ch" forName="right_13_2" refType="h" fact="0.535"/>
        <dgm:constr type="ctrX" for="ch" forName="right_13_2" refType="w" fact="0.783"/>
        <dgm:constr type="w" for="ch" forName="right_13_3" refType="w" fact="0.37"/>
        <dgm:constr type="h" for="ch" forName="right_13_3" refType="h" fact="0.24"/>
        <dgm:constr type="b" for="ch" forName="right_13_3" refType="h" fact="0.315"/>
        <dgm:constr type="ctrX" for="ch" forName="right_13_3" refType="w" fact="0.796"/>
        <dgm:constr type="w" for="ch" forName="left_13_1" refType="w" fact="0.37"/>
        <dgm:constr type="h" for="ch" forName="left_13_1" refType="h" fact="0.24"/>
        <dgm:constr type="b" for="ch" forName="left_13_1" refType="h" fact="0.715"/>
        <dgm:constr type="ctrX" for="ch" forName="left_13_1" refType="w" fact="0.255"/>
        <dgm:constr type="w" for="ch" forName="left_31_1" refType="w" fact="0.37"/>
        <dgm:constr type="h" for="ch" forName="left_31_1" refType="h" fact="0.24"/>
        <dgm:constr type="b" for="ch" forName="left_31_1" refType="h" fact="0.76"/>
        <dgm:constr type="ctrX" for="ch" forName="left_31_1" refType="w" fact="0.23"/>
        <dgm:constr type="w" for="ch" forName="left_31_2" refType="w" fact="0.37"/>
        <dgm:constr type="h" for="ch" forName="left_31_2" refType="h" fact="0.24"/>
        <dgm:constr type="b" for="ch" forName="left_31_2" refType="h" fact="0.535"/>
        <dgm:constr type="ctrX" for="ch" forName="left_31_2" refType="w" fact="0.217"/>
        <dgm:constr type="w" for="ch" forName="left_31_3" refType="w" fact="0.37"/>
        <dgm:constr type="h" for="ch" forName="left_31_3" refType="h" fact="0.24"/>
        <dgm:constr type="b" for="ch" forName="left_31_3" refType="h" fact="0.315"/>
        <dgm:constr type="ctrX" for="ch" forName="left_31_3" refType="w" fact="0.204"/>
        <dgm:constr type="w" for="ch" forName="right_31_1" refType="w" fact="0.37"/>
        <dgm:constr type="h" for="ch" forName="right_31_1" refType="h" fact="0.24"/>
        <dgm:constr type="b" for="ch" forName="right_31_1" refType="h" fact="0.715"/>
        <dgm:constr type="ctrX" for="ch" forName="right_31_1" refType="w" fact="0.745"/>
        <dgm:constr type="w" for="ch" forName="right_23_1" refType="w" fact="0.37"/>
        <dgm:constr type="h" for="ch" forName="right_23_1" refType="h" fact="0.24"/>
        <dgm:constr type="b" for="ch" forName="right_23_1" refType="h" fact="0.76"/>
        <dgm:constr type="ctrX" for="ch" forName="right_23_1" refType="w" fact="0.77"/>
        <dgm:constr type="w" for="ch" forName="right_23_2" refType="w" fact="0.37"/>
        <dgm:constr type="h" for="ch" forName="right_23_2" refType="h" fact="0.24"/>
        <dgm:constr type="b" for="ch" forName="right_23_2" refType="h" fact="0.535"/>
        <dgm:constr type="ctrX" for="ch" forName="right_23_2" refType="w" fact="0.783"/>
        <dgm:constr type="w" for="ch" forName="right_23_3" refType="w" fact="0.37"/>
        <dgm:constr type="h" for="ch" forName="right_23_3" refType="h" fact="0.24"/>
        <dgm:constr type="b" for="ch" forName="right_23_3" refType="h" fact="0.315"/>
        <dgm:constr type="ctrX" for="ch" forName="right_23_3" refType="w" fact="0.796"/>
        <dgm:constr type="w" for="ch" forName="left_23_1" refType="w" fact="0.37"/>
        <dgm:constr type="h" for="ch" forName="left_23_1" refType="h" fact="0.24"/>
        <dgm:constr type="b" for="ch" forName="left_23_1" refType="h" fact="0.715"/>
        <dgm:constr type="ctrX" for="ch" forName="left_23_1" refType="w" fact="0.255"/>
        <dgm:constr type="w" for="ch" forName="left_23_2" refType="w" fact="0.37"/>
        <dgm:constr type="h" for="ch" forName="left_23_2" refType="h" fact="0.24"/>
        <dgm:constr type="b" for="ch" forName="left_23_2" refType="h" fact="0.49"/>
        <dgm:constr type="ctrX" for="ch" forName="left_23_2" refType="w" fact="0.268"/>
        <dgm:constr type="w" for="ch" forName="left_32_1" refType="w" fact="0.37"/>
        <dgm:constr type="h" for="ch" forName="left_32_1" refType="h" fact="0.24"/>
        <dgm:constr type="b" for="ch" forName="left_32_1" refType="h" fact="0.76"/>
        <dgm:constr type="ctrX" for="ch" forName="left_32_1" refType="w" fact="0.23"/>
        <dgm:constr type="w" for="ch" forName="left_32_2" refType="w" fact="0.37"/>
        <dgm:constr type="h" for="ch" forName="left_32_2" refType="h" fact="0.24"/>
        <dgm:constr type="b" for="ch" forName="left_32_2" refType="h" fact="0.535"/>
        <dgm:constr type="ctrX" for="ch" forName="left_32_2" refType="w" fact="0.217"/>
        <dgm:constr type="w" for="ch" forName="left_32_3" refType="w" fact="0.37"/>
        <dgm:constr type="h" for="ch" forName="left_32_3" refType="h" fact="0.24"/>
        <dgm:constr type="b" for="ch" forName="left_32_3" refType="h" fact="0.315"/>
        <dgm:constr type="ctrX" for="ch" forName="left_32_3" refType="w" fact="0.204"/>
        <dgm:constr type="w" for="ch" forName="right_32_1" refType="w" fact="0.37"/>
        <dgm:constr type="h" for="ch" forName="right_32_1" refType="h" fact="0.24"/>
        <dgm:constr type="b" for="ch" forName="right_32_1" refType="h" fact="0.715"/>
        <dgm:constr type="ctrX" for="ch" forName="right_32_1" refType="w" fact="0.745"/>
        <dgm:constr type="w" for="ch" forName="right_32_2" refType="w" fact="0.37"/>
        <dgm:constr type="h" for="ch" forName="right_32_2" refType="h" fact="0.24"/>
        <dgm:constr type="b" for="ch" forName="right_32_2" refType="h" fact="0.49"/>
        <dgm:constr type="ctrX" for="ch" forName="right_32_2" refType="w" fact="0.732"/>
        <dgm:constr type="w" for="ch" forName="right_33_1" refType="w" fact="0.36"/>
        <dgm:constr type="h" for="ch" forName="right_33_1" refType="h" fact="0.21"/>
        <dgm:constr type="b" for="ch" forName="right_33_1" refType="h" fact="0.725"/>
        <dgm:constr type="ctrX" for="ch" forName="right_33_1" refType="w" fact="0.76"/>
        <dgm:constr type="w" for="ch" forName="right_33_2" refType="w" fact="0.36"/>
        <dgm:constr type="h" for="ch" forName="right_33_2" refType="h" fact="0.21"/>
        <dgm:constr type="b" for="ch" forName="right_33_2" refType="h" fact="0.5"/>
        <dgm:constr type="ctrX" for="ch" forName="right_33_2" refType="w" fact="0.76"/>
        <dgm:constr type="w" for="ch" forName="right_33_3" refType="w" fact="0.36"/>
        <dgm:constr type="h" for="ch" forName="right_33_3" refType="h" fact="0.21"/>
        <dgm:constr type="b" for="ch" forName="right_33_3" refType="h" fact="0.275"/>
        <dgm:constr type="ctrX" for="ch" forName="right_33_3" refType="w" fact="0.76"/>
        <dgm:constr type="w" for="ch" forName="left_33_1" refType="w" fact="0.36"/>
        <dgm:constr type="h" for="ch" forName="left_33_1" refType="h" fact="0.21"/>
        <dgm:constr type="b" for="ch" forName="left_33_1" refType="h" fact="0.725"/>
        <dgm:constr type="ctrX" for="ch" forName="left_33_1" refType="w" fact="0.24"/>
        <dgm:constr type="w" for="ch" forName="left_33_2" refType="w" fact="0.36"/>
        <dgm:constr type="h" for="ch" forName="left_33_2" refType="h" fact="0.21"/>
        <dgm:constr type="b" for="ch" forName="left_33_2" refType="h" fact="0.5"/>
        <dgm:constr type="ctrX" for="ch" forName="left_33_2" refType="w" fact="0.24"/>
        <dgm:constr type="w" for="ch" forName="left_33_3" refType="w" fact="0.36"/>
        <dgm:constr type="h" for="ch" forName="left_33_3" refType="h" fact="0.21"/>
        <dgm:constr type="b" for="ch" forName="left_33_3" refType="h" fact="0.275"/>
        <dgm:constr type="ctrX" for="ch" forName="left_33_3" refType="w" fact="0.24"/>
        <dgm:constr type="w" for="ch" forName="right_04_1" refType="w" fact="0.365"/>
        <dgm:constr type="h" for="ch" forName="right_04_1" refType="h" fact="0.185"/>
        <dgm:constr type="b" for="ch" forName="right_04_1" refType="h" fact="0.76"/>
        <dgm:constr type="ctrX" for="ch" forName="right_04_1" refType="w" fact="0.77"/>
        <dgm:constr type="w" for="ch" forName="right_04_2" refType="w" fact="0.365"/>
        <dgm:constr type="h" for="ch" forName="right_04_2" refType="h" fact="0.185"/>
        <dgm:constr type="b" for="ch" forName="right_04_2" refType="h" fact="0.595"/>
        <dgm:constr type="ctrX" for="ch" forName="right_04_2" refType="w" fact="0.78"/>
        <dgm:constr type="w" for="ch" forName="right_04_3" refType="w" fact="0.365"/>
        <dgm:constr type="h" for="ch" forName="right_04_3" refType="h" fact="0.185"/>
        <dgm:constr type="b" for="ch" forName="right_04_3" refType="h" fact="0.43"/>
        <dgm:constr type="ctrX" for="ch" forName="right_04_3" refType="w" fact="0.79"/>
        <dgm:constr type="w" for="ch" forName="right_04_4" refType="w" fact="0.365"/>
        <dgm:constr type="h" for="ch" forName="right_04_4" refType="h" fact="0.185"/>
        <dgm:constr type="b" for="ch" forName="right_04_4" refType="h" fact="0.265"/>
        <dgm:constr type="ctrX" for="ch" forName="right_04_4" refType="w" fact="0.8"/>
        <dgm:constr type="w" for="ch" forName="left_40_1" refType="w" fact="0.365"/>
        <dgm:constr type="h" for="ch" forName="left_40_1" refType="h" fact="0.185"/>
        <dgm:constr type="b" for="ch" forName="left_40_1" refType="h" fact="0.76"/>
        <dgm:constr type="ctrX" for="ch" forName="left_40_1" refType="w" fact="0.23"/>
        <dgm:constr type="w" for="ch" forName="left_40_2" refType="w" fact="0.365"/>
        <dgm:constr type="h" for="ch" forName="left_40_2" refType="h" fact="0.185"/>
        <dgm:constr type="b" for="ch" forName="left_40_2" refType="h" fact="0.595"/>
        <dgm:constr type="ctrX" for="ch" forName="left_40_2" refType="w" fact="0.22"/>
        <dgm:constr type="w" for="ch" forName="left_40_3" refType="w" fact="0.365"/>
        <dgm:constr type="h" for="ch" forName="left_40_3" refType="h" fact="0.185"/>
        <dgm:constr type="b" for="ch" forName="left_40_3" refType="h" fact="0.43"/>
        <dgm:constr type="ctrX" for="ch" forName="left_40_3" refType="w" fact="0.21"/>
        <dgm:constr type="w" for="ch" forName="left_40_4" refType="w" fact="0.365"/>
        <dgm:constr type="h" for="ch" forName="left_40_4" refType="h" fact="0.185"/>
        <dgm:constr type="b" for="ch" forName="left_40_4" refType="h" fact="0.265"/>
        <dgm:constr type="ctrX" for="ch" forName="left_40_4" refType="w" fact="0.2"/>
        <dgm:constr type="w" for="ch" forName="right_14_1" refType="w" fact="0.365"/>
        <dgm:constr type="h" for="ch" forName="right_14_1" refType="h" fact="0.185"/>
        <dgm:constr type="b" for="ch" forName="right_14_1" refType="h" fact="0.76"/>
        <dgm:constr type="ctrX" for="ch" forName="right_14_1" refType="w" fact="0.77"/>
        <dgm:constr type="w" for="ch" forName="right_14_2" refType="w" fact="0.365"/>
        <dgm:constr type="h" for="ch" forName="right_14_2" refType="h" fact="0.185"/>
        <dgm:constr type="b" for="ch" forName="right_14_2" refType="h" fact="0.595"/>
        <dgm:constr type="ctrX" for="ch" forName="right_14_2" refType="w" fact="0.78"/>
        <dgm:constr type="w" for="ch" forName="right_14_3" refType="w" fact="0.365"/>
        <dgm:constr type="h" for="ch" forName="right_14_3" refType="h" fact="0.185"/>
        <dgm:constr type="b" for="ch" forName="right_14_3" refType="h" fact="0.43"/>
        <dgm:constr type="ctrX" for="ch" forName="right_14_3" refType="w" fact="0.79"/>
        <dgm:constr type="w" for="ch" forName="right_14_4" refType="w" fact="0.365"/>
        <dgm:constr type="h" for="ch" forName="right_14_4" refType="h" fact="0.185"/>
        <dgm:constr type="b" for="ch" forName="right_14_4" refType="h" fact="0.265"/>
        <dgm:constr type="ctrX" for="ch" forName="right_14_4" refType="w" fact="0.8"/>
        <dgm:constr type="w" for="ch" forName="left_14_1" refType="w" fact="0.365"/>
        <dgm:constr type="h" for="ch" forName="left_14_1" refType="h" fact="0.185"/>
        <dgm:constr type="b" for="ch" forName="left_14_1" refType="h" fact="0.715"/>
        <dgm:constr type="ctrX" for="ch" forName="left_14_1" refType="w" fact="0.25"/>
        <dgm:constr type="w" for="ch" forName="left_41_1" refType="w" fact="0.365"/>
        <dgm:constr type="h" for="ch" forName="left_41_1" refType="h" fact="0.185"/>
        <dgm:constr type="b" for="ch" forName="left_41_1" refType="h" fact="0.76"/>
        <dgm:constr type="ctrX" for="ch" forName="left_41_1" refType="w" fact="0.23"/>
        <dgm:constr type="w" for="ch" forName="left_41_2" refType="w" fact="0.365"/>
        <dgm:constr type="h" for="ch" forName="left_41_2" refType="h" fact="0.185"/>
        <dgm:constr type="b" for="ch" forName="left_41_2" refType="h" fact="0.595"/>
        <dgm:constr type="ctrX" for="ch" forName="left_41_2" refType="w" fact="0.22"/>
        <dgm:constr type="w" for="ch" forName="left_41_3" refType="w" fact="0.365"/>
        <dgm:constr type="h" for="ch" forName="left_41_3" refType="h" fact="0.185"/>
        <dgm:constr type="b" for="ch" forName="left_41_3" refType="h" fact="0.43"/>
        <dgm:constr type="ctrX" for="ch" forName="left_41_3" refType="w" fact="0.21"/>
        <dgm:constr type="w" for="ch" forName="left_41_4" refType="w" fact="0.365"/>
        <dgm:constr type="h" for="ch" forName="left_41_4" refType="h" fact="0.185"/>
        <dgm:constr type="b" for="ch" forName="left_41_4" refType="h" fact="0.265"/>
        <dgm:constr type="ctrX" for="ch" forName="left_41_4" refType="w" fact="0.2"/>
        <dgm:constr type="w" for="ch" forName="right_41_1" refType="w" fact="0.365"/>
        <dgm:constr type="h" for="ch" forName="right_41_1" refType="h" fact="0.185"/>
        <dgm:constr type="b" for="ch" forName="right_41_1" refType="h" fact="0.715"/>
        <dgm:constr type="ctrX" for="ch" forName="right_41_1" refType="w" fact="0.75"/>
        <dgm:constr type="w" for="ch" forName="right_24_1" refType="w" fact="0.365"/>
        <dgm:constr type="h" for="ch" forName="right_24_1" refType="h" fact="0.185"/>
        <dgm:constr type="b" for="ch" forName="right_24_1" refType="h" fact="0.76"/>
        <dgm:constr type="ctrX" for="ch" forName="right_24_1" refType="w" fact="0.77"/>
        <dgm:constr type="w" for="ch" forName="right_24_2" refType="w" fact="0.365"/>
        <dgm:constr type="h" for="ch" forName="right_24_2" refType="h" fact="0.185"/>
        <dgm:constr type="b" for="ch" forName="right_24_2" refType="h" fact="0.595"/>
        <dgm:constr type="ctrX" for="ch" forName="right_24_2" refType="w" fact="0.78"/>
        <dgm:constr type="w" for="ch" forName="right_24_3" refType="w" fact="0.365"/>
        <dgm:constr type="h" for="ch" forName="right_24_3" refType="h" fact="0.185"/>
        <dgm:constr type="b" for="ch" forName="right_24_3" refType="h" fact="0.43"/>
        <dgm:constr type="ctrX" for="ch" forName="right_24_3" refType="w" fact="0.79"/>
        <dgm:constr type="w" for="ch" forName="right_24_4" refType="w" fact="0.365"/>
        <dgm:constr type="h" for="ch" forName="right_24_4" refType="h" fact="0.185"/>
        <dgm:constr type="b" for="ch" forName="right_24_4" refType="h" fact="0.265"/>
        <dgm:constr type="ctrX" for="ch" forName="right_24_4" refType="w" fact="0.8"/>
        <dgm:constr type="w" for="ch" forName="left_24_1" refType="w" fact="0.365"/>
        <dgm:constr type="h" for="ch" forName="left_24_1" refType="h" fact="0.185"/>
        <dgm:constr type="b" for="ch" forName="left_24_1" refType="h" fact="0.715"/>
        <dgm:constr type="ctrX" for="ch" forName="left_24_1" refType="w" fact="0.25"/>
        <dgm:constr type="w" for="ch" forName="left_24_2" refType="w" fact="0.365"/>
        <dgm:constr type="h" for="ch" forName="left_24_2" refType="h" fact="0.185"/>
        <dgm:constr type="b" for="ch" forName="left_24_2" refType="h" fact="0.55"/>
        <dgm:constr type="ctrX" for="ch" forName="left_24_2" refType="w" fact="0.26"/>
        <dgm:constr type="w" for="ch" forName="left_42_1" refType="w" fact="0.365"/>
        <dgm:constr type="h" for="ch" forName="left_42_1" refType="h" fact="0.185"/>
        <dgm:constr type="b" for="ch" forName="left_42_1" refType="h" fact="0.76"/>
        <dgm:constr type="ctrX" for="ch" forName="left_42_1" refType="w" fact="0.23"/>
        <dgm:constr type="w" for="ch" forName="left_42_2" refType="w" fact="0.365"/>
        <dgm:constr type="h" for="ch" forName="left_42_2" refType="h" fact="0.185"/>
        <dgm:constr type="b" for="ch" forName="left_42_2" refType="h" fact="0.595"/>
        <dgm:constr type="ctrX" for="ch" forName="left_42_2" refType="w" fact="0.22"/>
        <dgm:constr type="w" for="ch" forName="left_42_3" refType="w" fact="0.365"/>
        <dgm:constr type="h" for="ch" forName="left_42_3" refType="h" fact="0.185"/>
        <dgm:constr type="b" for="ch" forName="left_42_3" refType="h" fact="0.43"/>
        <dgm:constr type="ctrX" for="ch" forName="left_42_3" refType="w" fact="0.21"/>
        <dgm:constr type="w" for="ch" forName="left_42_4" refType="w" fact="0.365"/>
        <dgm:constr type="h" for="ch" forName="left_42_4" refType="h" fact="0.185"/>
        <dgm:constr type="b" for="ch" forName="left_42_4" refType="h" fact="0.265"/>
        <dgm:constr type="ctrX" for="ch" forName="left_42_4" refType="w" fact="0.2"/>
        <dgm:constr type="w" for="ch" forName="right_42_1" refType="w" fact="0.365"/>
        <dgm:constr type="h" for="ch" forName="right_42_1" refType="h" fact="0.185"/>
        <dgm:constr type="b" for="ch" forName="right_42_1" refType="h" fact="0.715"/>
        <dgm:constr type="ctrX" for="ch" forName="right_42_1" refType="w" fact="0.75"/>
        <dgm:constr type="w" for="ch" forName="right_42_2" refType="w" fact="0.365"/>
        <dgm:constr type="h" for="ch" forName="right_42_2" refType="h" fact="0.185"/>
        <dgm:constr type="b" for="ch" forName="right_42_2" refType="h" fact="0.55"/>
        <dgm:constr type="ctrX" for="ch" forName="right_42_2" refType="w" fact="0.74"/>
        <dgm:constr type="w" for="ch" forName="right_34_1" refType="w" fact="0.365"/>
        <dgm:constr type="h" for="ch" forName="right_34_1" refType="h" fact="0.185"/>
        <dgm:constr type="b" for="ch" forName="right_34_1" refType="h" fact="0.76"/>
        <dgm:constr type="ctrX" for="ch" forName="right_34_1" refType="w" fact="0.77"/>
        <dgm:constr type="w" for="ch" forName="right_34_2" refType="w" fact="0.365"/>
        <dgm:constr type="h" for="ch" forName="right_34_2" refType="h" fact="0.185"/>
        <dgm:constr type="b" for="ch" forName="right_34_2" refType="h" fact="0.595"/>
        <dgm:constr type="ctrX" for="ch" forName="right_34_2" refType="w" fact="0.78"/>
        <dgm:constr type="w" for="ch" forName="right_34_3" refType="w" fact="0.365"/>
        <dgm:constr type="h" for="ch" forName="right_34_3" refType="h" fact="0.185"/>
        <dgm:constr type="b" for="ch" forName="right_34_3" refType="h" fact="0.43"/>
        <dgm:constr type="ctrX" for="ch" forName="right_34_3" refType="w" fact="0.79"/>
        <dgm:constr type="w" for="ch" forName="right_34_4" refType="w" fact="0.365"/>
        <dgm:constr type="h" for="ch" forName="right_34_4" refType="h" fact="0.185"/>
        <dgm:constr type="b" for="ch" forName="right_34_4" refType="h" fact="0.265"/>
        <dgm:constr type="ctrX" for="ch" forName="right_34_4" refType="w" fact="0.8"/>
        <dgm:constr type="w" for="ch" forName="left_34_1" refType="w" fact="0.365"/>
        <dgm:constr type="h" for="ch" forName="left_34_1" refType="h" fact="0.185"/>
        <dgm:constr type="b" for="ch" forName="left_34_1" refType="h" fact="0.715"/>
        <dgm:constr type="ctrX" for="ch" forName="left_34_1" refType="w" fact="0.25"/>
        <dgm:constr type="w" for="ch" forName="left_34_2" refType="w" fact="0.365"/>
        <dgm:constr type="h" for="ch" forName="left_34_2" refType="h" fact="0.185"/>
        <dgm:constr type="b" for="ch" forName="left_34_2" refType="h" fact="0.55"/>
        <dgm:constr type="ctrX" for="ch" forName="left_34_2" refType="w" fact="0.26"/>
        <dgm:constr type="w" for="ch" forName="left_34_3" refType="w" fact="0.365"/>
        <dgm:constr type="h" for="ch" forName="left_34_3" refType="h" fact="0.185"/>
        <dgm:constr type="b" for="ch" forName="left_34_3" refType="h" fact="0.385"/>
        <dgm:constr type="ctrX" for="ch" forName="left_34_3" refType="w" fact="0.27"/>
        <dgm:constr type="w" for="ch" forName="left_43_1" refType="w" fact="0.365"/>
        <dgm:constr type="h" for="ch" forName="left_43_1" refType="h" fact="0.185"/>
        <dgm:constr type="b" for="ch" forName="left_43_1" refType="h" fact="0.76"/>
        <dgm:constr type="ctrX" for="ch" forName="left_43_1" refType="w" fact="0.23"/>
        <dgm:constr type="w" for="ch" forName="left_43_2" refType="w" fact="0.365"/>
        <dgm:constr type="h" for="ch" forName="left_43_2" refType="h" fact="0.185"/>
        <dgm:constr type="b" for="ch" forName="left_43_2" refType="h" fact="0.595"/>
        <dgm:constr type="ctrX" for="ch" forName="left_43_2" refType="w" fact="0.22"/>
        <dgm:constr type="w" for="ch" forName="left_43_3" refType="w" fact="0.365"/>
        <dgm:constr type="h" for="ch" forName="left_43_3" refType="h" fact="0.185"/>
        <dgm:constr type="b" for="ch" forName="left_43_3" refType="h" fact="0.43"/>
        <dgm:constr type="ctrX" for="ch" forName="left_43_3" refType="w" fact="0.21"/>
        <dgm:constr type="w" for="ch" forName="left_43_4" refType="w" fact="0.365"/>
        <dgm:constr type="h" for="ch" forName="left_43_4" refType="h" fact="0.185"/>
        <dgm:constr type="b" for="ch" forName="left_43_4" refType="h" fact="0.265"/>
        <dgm:constr type="ctrX" for="ch" forName="left_43_4" refType="w" fact="0.2"/>
        <dgm:constr type="w" for="ch" forName="right_43_1" refType="w" fact="0.365"/>
        <dgm:constr type="h" for="ch" forName="right_43_1" refType="h" fact="0.185"/>
        <dgm:constr type="b" for="ch" forName="right_43_1" refType="h" fact="0.715"/>
        <dgm:constr type="ctrX" for="ch" forName="right_43_1" refType="w" fact="0.75"/>
        <dgm:constr type="w" for="ch" forName="right_43_2" refType="w" fact="0.365"/>
        <dgm:constr type="h" for="ch" forName="right_43_2" refType="h" fact="0.185"/>
        <dgm:constr type="b" for="ch" forName="right_43_2" refType="h" fact="0.55"/>
        <dgm:constr type="ctrX" for="ch" forName="right_43_2" refType="w" fact="0.74"/>
        <dgm:constr type="w" for="ch" forName="right_43_3" refType="w" fact="0.365"/>
        <dgm:constr type="h" for="ch" forName="right_43_3" refType="h" fact="0.185"/>
        <dgm:constr type="b" for="ch" forName="right_43_3" refType="h" fact="0.385"/>
        <dgm:constr type="ctrX" for="ch" forName="right_43_3" refType="w" fact="0.73"/>
        <dgm:constr type="w" for="ch" forName="right_44_1" refType="w" fact="0.36"/>
        <dgm:constr type="h" for="ch" forName="right_44_1" refType="h" fact="0.154"/>
        <dgm:constr type="b" for="ch" forName="right_44_1" refType="h" fact="0.725"/>
        <dgm:constr type="ctrX" for="ch" forName="right_44_1" refType="w" fact="0.76"/>
        <dgm:constr type="w" for="ch" forName="right_44_2" refType="w" fact="0.36"/>
        <dgm:constr type="h" for="ch" forName="right_44_2" refType="h" fact="0.154"/>
        <dgm:constr type="b" for="ch" forName="right_44_2" refType="h" fact="0.559"/>
        <dgm:constr type="ctrX" for="ch" forName="right_44_2" refType="w" fact="0.76"/>
        <dgm:constr type="w" for="ch" forName="right_44_3" refType="w" fact="0.36"/>
        <dgm:constr type="h" for="ch" forName="right_44_3" refType="h" fact="0.154"/>
        <dgm:constr type="b" for="ch" forName="right_44_3" refType="h" fact="0.393"/>
        <dgm:constr type="ctrX" for="ch" forName="right_44_3" refType="w" fact="0.76"/>
        <dgm:constr type="w" for="ch" forName="right_44_4" refType="w" fact="0.36"/>
        <dgm:constr type="h" for="ch" forName="right_44_4" refType="h" fact="0.154"/>
        <dgm:constr type="b" for="ch" forName="right_44_4" refType="h" fact="0.224"/>
        <dgm:constr type="ctrX" for="ch" forName="right_44_4" refType="w" fact="0.76"/>
        <dgm:constr type="w" for="ch" forName="left_44_1" refType="w" fact="0.36"/>
        <dgm:constr type="h" for="ch" forName="left_44_1" refType="h" fact="0.154"/>
        <dgm:constr type="b" for="ch" forName="left_44_1" refType="h" fact="0.725"/>
        <dgm:constr type="ctrX" for="ch" forName="left_44_1" refType="w" fact="0.24"/>
        <dgm:constr type="w" for="ch" forName="left_44_2" refType="w" fact="0.36"/>
        <dgm:constr type="h" for="ch" forName="left_44_2" refType="h" fact="0.154"/>
        <dgm:constr type="b" for="ch" forName="left_44_2" refType="h" fact="0.559"/>
        <dgm:constr type="ctrX" for="ch" forName="left_44_2" refType="w" fact="0.24"/>
        <dgm:constr type="w" for="ch" forName="left_44_3" refType="w" fact="0.36"/>
        <dgm:constr type="h" for="ch" forName="left_44_3" refType="h" fact="0.154"/>
        <dgm:constr type="b" for="ch" forName="left_44_3" refType="h" fact="0.393"/>
        <dgm:constr type="ctrX" for="ch" forName="left_44_3" refType="w" fact="0.24"/>
        <dgm:constr type="w" for="ch" forName="left_44_4" refType="w" fact="0.36"/>
        <dgm:constr type="h" for="ch" forName="left_44_4" refType="h" fact="0.154"/>
        <dgm:constr type="b" for="ch" forName="left_44_4" refType="h" fact="0.224"/>
        <dgm:constr type="ctrX" for="ch" forName="left_44_4" refType="w" fact="0.24"/>
      </dgm:constrLst>
      <dgm:ruleLst/>
      <dgm:layoutNode name="dummyMaxCanvas_ChildArea">
        <dgm:alg type="sp"/>
        <dgm:shape xmlns:r="http://schemas.openxmlformats.org/officeDocument/2006/relationships" r:blip="">
          <dgm:adjLst/>
        </dgm:shape>
        <dgm:presOf/>
        <dgm:constrLst/>
        <dgm:ruleLst/>
      </dgm:layoutNode>
      <dgm:layoutNode name="fulcrum" styleLbl="alignAccFollowNode1">
        <dgm:alg type="sp"/>
        <dgm:shape xmlns:r="http://schemas.openxmlformats.org/officeDocument/2006/relationships" type="triangle" r:blip="">
          <dgm:adjLst/>
        </dgm:shape>
        <dgm:presOf/>
        <dgm:constrLst/>
        <dgm:ruleLst/>
      </dgm:layoutNode>
      <dgm:choose name="Name0">
        <dgm:if name="Name1" axis="ch ch" ptType="node node" st="1 1" cnt="1 0" func="cnt" op="equ" val="0">
          <dgm:choose name="Name2">
            <dgm:if name="Name3" axis="ch ch" ptType="node node" st="2 1" cnt="1 0" func="cnt" op="equ" val="0">
              <dgm:layoutNode name="balance_00" styleLbl="alignAccFollowNode1">
                <dgm:varLst>
                  <dgm:bulletEnabled val="1"/>
                </dgm:varLst>
                <dgm:alg type="sp"/>
                <dgm:shape xmlns:r="http://schemas.openxmlformats.org/officeDocument/2006/relationships" type="rect" r:blip="">
                  <dgm:adjLst/>
                </dgm:shape>
                <dgm:presOf/>
                <dgm:constrLst/>
                <dgm:ruleLst/>
              </dgm:layoutNode>
            </dgm:if>
            <dgm:else name="Name4">
              <dgm:choose name="Name5">
                <dgm:if name="Name6" axis="ch ch" ptType="node node" st="2 1" cnt="1 0" func="cnt" op="equ" val="1">
                  <dgm:layoutNode name="balance_01" styleLbl="alignAccFollowNode1">
                    <dgm:varLst>
                      <dgm:bulletEnabled val="1"/>
                    </dgm:varLst>
                    <dgm:alg type="sp"/>
                    <dgm:shape xmlns:r="http://schemas.openxmlformats.org/officeDocument/2006/relationships" rot="4" type="rect" r:blip="">
                      <dgm:adjLst/>
                    </dgm:shape>
                    <dgm:presOf/>
                    <dgm:constrLst/>
                    <dgm:ruleLst/>
                  </dgm:layoutNode>
                  <dgm:layoutNode name="right_0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
                  <dgm:choose name="Name8">
                    <dgm:if name="Name9" axis="ch ch" ptType="node node" st="2 1" cnt="1 0" func="cnt" op="equ" val="2">
                      <dgm:layoutNode name="balance_02" styleLbl="alignAccFollowNode1">
                        <dgm:varLst>
                          <dgm:bulletEnabled val="1"/>
                        </dgm:varLst>
                        <dgm:alg type="sp"/>
                        <dgm:shape xmlns:r="http://schemas.openxmlformats.org/officeDocument/2006/relationships" rot="4" type="rect" r:blip="">
                          <dgm:adjLst/>
                        </dgm:shape>
                        <dgm:presOf/>
                        <dgm:constrLst/>
                        <dgm:ruleLst/>
                      </dgm:layoutNode>
                      <dgm:layoutNode name="right_0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
                      <dgm:choose name="Name11">
                        <dgm:if name="Name12" axis="ch ch" ptType="node node" st="2 1" cnt="1 0" func="cnt" op="equ" val="3">
                          <dgm:layoutNode name="balance_03" styleLbl="alignAccFollowNode1">
                            <dgm:varLst>
                              <dgm:bulletEnabled val="1"/>
                            </dgm:varLst>
                            <dgm:alg type="sp"/>
                            <dgm:shape xmlns:r="http://schemas.openxmlformats.org/officeDocument/2006/relationships" rot="4" type="rect" r:blip="">
                              <dgm:adjLst/>
                            </dgm:shape>
                            <dgm:presOf/>
                            <dgm:constrLst/>
                            <dgm:ruleLst/>
                          </dgm:layoutNode>
                          <dgm:layoutNode name="right_0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3">
                          <dgm:choose name="Name14">
                            <dgm:if name="Name15" axis="ch ch" ptType="node node" st="2 1" cnt="1 0" func="cnt" op="gte" val="4">
                              <dgm:layoutNode name="balance_04" styleLbl="alignAccFollowNode1">
                                <dgm:varLst>
                                  <dgm:bulletEnabled val="1"/>
                                </dgm:varLst>
                                <dgm:alg type="sp"/>
                                <dgm:shape xmlns:r="http://schemas.openxmlformats.org/officeDocument/2006/relationships" rot="4" type="rect" r:blip="">
                                  <dgm:adjLst/>
                                </dgm:shape>
                                <dgm:presOf/>
                                <dgm:constrLst/>
                                <dgm:ruleLst/>
                              </dgm:layoutNode>
                              <dgm:layoutNode name="right_0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6"/>
                          </dgm:choose>
                        </dgm:else>
                      </dgm:choose>
                    </dgm:else>
                  </dgm:choose>
                </dgm:else>
              </dgm:choose>
            </dgm:else>
          </dgm:choose>
        </dgm:if>
        <dgm:else name="Name17">
          <dgm:choose name="Name18">
            <dgm:if name="Name19" axis="ch ch" ptType="node node" st="1 1" cnt="1 0" func="cnt" op="equ" val="1">
              <dgm:choose name="Name20">
                <dgm:if name="Name21" axis="ch ch" ptType="node node" st="2 1" cnt="1 0" func="cnt" op="equ" val="0">
                  <dgm:layoutNode name="balance_10" styleLbl="alignAccFollowNode1">
                    <dgm:varLst>
                      <dgm:bulletEnabled val="1"/>
                    </dgm:varLst>
                    <dgm:alg type="sp"/>
                    <dgm:shape xmlns:r="http://schemas.openxmlformats.org/officeDocument/2006/relationships" rot="-4" type="rect" r:blip="">
                      <dgm:adjLst/>
                    </dgm:shape>
                    <dgm:presOf/>
                    <dgm:constrLst/>
                    <dgm:ruleLst/>
                  </dgm:layoutNode>
                  <dgm:layoutNode name="left_1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2">
                  <dgm:choose name="Name23">
                    <dgm:if name="Name24" axis="ch ch" ptType="node node" st="2 1" cnt="1 0" func="cnt" op="equ" val="1">
                      <dgm:layoutNode name="balance_11" styleLbl="alignAccFollowNode1">
                        <dgm:varLst>
                          <dgm:bulletEnabled val="1"/>
                        </dgm:varLst>
                        <dgm:alg type="sp"/>
                        <dgm:shape xmlns:r="http://schemas.openxmlformats.org/officeDocument/2006/relationships" type="rect" r:blip="">
                          <dgm:adjLst/>
                        </dgm:shape>
                        <dgm:presOf/>
                        <dgm:constrLst/>
                        <dgm:ruleLst/>
                      </dgm:layoutNode>
                      <dgm:layoutNode name="left_11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1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5">
                      <dgm:choose name="Name26">
                        <dgm:if name="Name27" axis="ch ch" ptType="node node" st="2 1" cnt="1 0" func="cnt" op="equ" val="2">
                          <dgm:layoutNode name="balance_12" styleLbl="alignAccFollowNode1">
                            <dgm:varLst>
                              <dgm:bulletEnabled val="1"/>
                            </dgm:varLst>
                            <dgm:alg type="sp"/>
                            <dgm:shape xmlns:r="http://schemas.openxmlformats.org/officeDocument/2006/relationships" rot="4" type="rect" r:blip="">
                              <dgm:adjLst/>
                            </dgm:shape>
                            <dgm:presOf/>
                            <dgm:constrLst/>
                            <dgm:ruleLst/>
                          </dgm:layoutNode>
                          <dgm:layoutNode name="right_1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8">
                          <dgm:choose name="Name29">
                            <dgm:if name="Name30" axis="ch ch" ptType="node node" st="2 1" cnt="1 0" func="cnt" op="equ" val="3">
                              <dgm:layoutNode name="balance_13" styleLbl="alignAccFollowNode1">
                                <dgm:varLst>
                                  <dgm:bulletEnabled val="1"/>
                                </dgm:varLst>
                                <dgm:alg type="sp"/>
                                <dgm:shape xmlns:r="http://schemas.openxmlformats.org/officeDocument/2006/relationships" rot="4" type="rect" r:blip="">
                                  <dgm:adjLst/>
                                </dgm:shape>
                                <dgm:presOf/>
                                <dgm:constrLst/>
                                <dgm:ruleLst/>
                              </dgm:layoutNode>
                              <dgm:layoutNode name="right_1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1">
                              <dgm:choose name="Name32">
                                <dgm:if name="Name33" axis="ch ch" ptType="node node" st="2 1" cnt="1 0" func="cnt" op="gte" val="4">
                                  <dgm:layoutNode name="balance_14" styleLbl="alignAccFollowNode1">
                                    <dgm:varLst>
                                      <dgm:bulletEnabled val="1"/>
                                    </dgm:varLst>
                                    <dgm:alg type="sp"/>
                                    <dgm:shape xmlns:r="http://schemas.openxmlformats.org/officeDocument/2006/relationships" rot="4" type="rect" r:blip="">
                                      <dgm:adjLst/>
                                    </dgm:shape>
                                    <dgm:presOf/>
                                    <dgm:constrLst/>
                                    <dgm:ruleLst/>
                                  </dgm:layoutNode>
                                  <dgm:layoutNode name="right_1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4"/>
                              </dgm:choose>
                            </dgm:else>
                          </dgm:choose>
                        </dgm:else>
                      </dgm:choose>
                    </dgm:else>
                  </dgm:choose>
                </dgm:else>
              </dgm:choose>
            </dgm:if>
            <dgm:else name="Name35">
              <dgm:choose name="Name36">
                <dgm:if name="Name37" axis="ch ch" ptType="node node" st="1 1" cnt="1 0" func="cnt" op="equ" val="2">
                  <dgm:choose name="Name38">
                    <dgm:if name="Name39" axis="ch ch" ptType="node node" st="2 1" cnt="1 0" func="cnt" op="equ" val="0">
                      <dgm:layoutNode name="balance_20" styleLbl="alignAccFollowNode1">
                        <dgm:varLst>
                          <dgm:bulletEnabled val="1"/>
                        </dgm:varLst>
                        <dgm:alg type="sp"/>
                        <dgm:shape xmlns:r="http://schemas.openxmlformats.org/officeDocument/2006/relationships" rot="-4" type="rect" r:blip="">
                          <dgm:adjLst/>
                        </dgm:shape>
                        <dgm:presOf/>
                        <dgm:constrLst/>
                        <dgm:ruleLst/>
                      </dgm:layoutNode>
                      <dgm:layoutNode name="left_2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0">
                      <dgm:choose name="Name41">
                        <dgm:if name="Name42" axis="ch ch" ptType="node node" st="2 1" cnt="1 0" func="cnt" op="equ" val="1">
                          <dgm:layoutNode name="balance_21" styleLbl="alignAccFollowNode1">
                            <dgm:varLst>
                              <dgm:bulletEnabled val="1"/>
                            </dgm:varLst>
                            <dgm:alg type="sp"/>
                            <dgm:shape xmlns:r="http://schemas.openxmlformats.org/officeDocument/2006/relationships" rot="-4" type="rect" r:blip="">
                              <dgm:adjLst/>
                            </dgm:shape>
                            <dgm:presOf/>
                            <dgm:constrLst/>
                            <dgm:ruleLst/>
                          </dgm:layoutNode>
                          <dgm:layoutNode name="left_2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3">
                          <dgm:choose name="Name44">
                            <dgm:if name="Name45" axis="ch ch" ptType="node node" st="2 1" cnt="1 0" func="cnt" op="equ" val="2">
                              <dgm:layoutNode name="balance_22" styleLbl="alignAccFollowNode1">
                                <dgm:varLst>
                                  <dgm:bulletEnabled val="1"/>
                                </dgm:varLst>
                                <dgm:alg type="sp"/>
                                <dgm:shape xmlns:r="http://schemas.openxmlformats.org/officeDocument/2006/relationships" type="rect" r:blip="">
                                  <dgm:adjLst/>
                                </dgm:shape>
                                <dgm:presOf/>
                                <dgm:constrLst/>
                                <dgm:ruleLst/>
                              </dgm:layoutNode>
                              <dgm:layoutNode name="right_22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2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6">
                              <dgm:choose name="Name47">
                                <dgm:if name="Name48" axis="ch ch" ptType="node node" st="2 1" cnt="1 0" func="cnt" op="equ" val="3">
                                  <dgm:layoutNode name="balance_23" styleLbl="alignAccFollowNode1">
                                    <dgm:varLst>
                                      <dgm:bulletEnabled val="1"/>
                                    </dgm:varLst>
                                    <dgm:alg type="sp"/>
                                    <dgm:shape xmlns:r="http://schemas.openxmlformats.org/officeDocument/2006/relationships" rot="4" type="rect" r:blip="">
                                      <dgm:adjLst/>
                                    </dgm:shape>
                                    <dgm:presOf/>
                                    <dgm:constrLst/>
                                    <dgm:ruleLst/>
                                  </dgm:layoutNode>
                                  <dgm:layoutNode name="right_2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9">
                                  <dgm:choose name="Name50">
                                    <dgm:if name="Name51" axis="ch ch" ptType="node node" st="2 1" cnt="1 0" func="cnt" op="gte" val="4">
                                      <dgm:layoutNode name="balance_24" styleLbl="alignAccFollowNode1">
                                        <dgm:varLst>
                                          <dgm:bulletEnabled val="1"/>
                                        </dgm:varLst>
                                        <dgm:alg type="sp"/>
                                        <dgm:shape xmlns:r="http://schemas.openxmlformats.org/officeDocument/2006/relationships" rot="4" type="rect" r:blip="">
                                          <dgm:adjLst/>
                                        </dgm:shape>
                                        <dgm:presOf/>
                                        <dgm:constrLst/>
                                        <dgm:ruleLst/>
                                      </dgm:layoutNode>
                                      <dgm:layoutNode name="right_2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2"/>
                                  </dgm:choose>
                                </dgm:else>
                              </dgm:choose>
                            </dgm:else>
                          </dgm:choose>
                        </dgm:else>
                      </dgm:choose>
                    </dgm:else>
                  </dgm:choose>
                </dgm:if>
                <dgm:else name="Name53">
                  <dgm:choose name="Name54">
                    <dgm:if name="Name55" axis="ch ch" ptType="node node" st="1 1" cnt="1 0" func="cnt" op="equ" val="3">
                      <dgm:choose name="Name56">
                        <dgm:if name="Name57" axis="ch ch" ptType="node node" st="2 1" cnt="1 0" func="cnt" op="equ" val="0">
                          <dgm:layoutNode name="balance_30" styleLbl="alignAccFollowNode1">
                            <dgm:varLst>
                              <dgm:bulletEnabled val="1"/>
                            </dgm:varLst>
                            <dgm:alg type="sp"/>
                            <dgm:shape xmlns:r="http://schemas.openxmlformats.org/officeDocument/2006/relationships" rot="-4" type="rect" r:blip="">
                              <dgm:adjLst/>
                            </dgm:shape>
                            <dgm:presOf/>
                            <dgm:constrLst/>
                            <dgm:ruleLst/>
                          </dgm:layoutNode>
                          <dgm:layoutNode name="left_3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name="Name59">
                            <dgm:if name="Name60" axis="ch ch" ptType="node node" st="2 1" cnt="1 0" func="cnt" op="equ" val="1">
                              <dgm:layoutNode name="balance_31" styleLbl="alignAccFollowNode1">
                                <dgm:varLst>
                                  <dgm:bulletEnabled val="1"/>
                                </dgm:varLst>
                                <dgm:alg type="sp"/>
                                <dgm:shape xmlns:r="http://schemas.openxmlformats.org/officeDocument/2006/relationships" rot="-4" type="rect" r:blip="">
                                  <dgm:adjLst/>
                                </dgm:shape>
                                <dgm:presOf/>
                                <dgm:constrLst/>
                                <dgm:ruleLst/>
                              </dgm:layoutNode>
                              <dgm:layoutNode name="left_3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1">
                              <dgm:choose name="Name62">
                                <dgm:if name="Name63" axis="ch ch" ptType="node node" st="2 1" cnt="1 0" func="cnt" op="equ" val="2">
                                  <dgm:layoutNode name="balance_32" styleLbl="alignAccFollowNode1">
                                    <dgm:varLst>
                                      <dgm:bulletEnabled val="1"/>
                                    </dgm:varLst>
                                    <dgm:alg type="sp"/>
                                    <dgm:shape xmlns:r="http://schemas.openxmlformats.org/officeDocument/2006/relationships" rot="-4" type="rect" r:blip="">
                                      <dgm:adjLst/>
                                    </dgm:shape>
                                    <dgm:presOf/>
                                    <dgm:constrLst/>
                                    <dgm:ruleLst/>
                                  </dgm:layoutNode>
                                  <dgm:layoutNode name="left_3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4">
                                  <dgm:choose name="Name65">
                                    <dgm:if name="Name66" axis="ch ch" ptType="node node" st="2 1" cnt="1 0" func="cnt" op="equ" val="3">
                                      <dgm:layoutNode name="balance_33" styleLbl="alignAccFollowNode1">
                                        <dgm:varLst>
                                          <dgm:bulletEnabled val="1"/>
                                        </dgm:varLst>
                                        <dgm:alg type="sp"/>
                                        <dgm:shape xmlns:r="http://schemas.openxmlformats.org/officeDocument/2006/relationships" type="rect" r:blip="">
                                          <dgm:adjLst/>
                                        </dgm:shape>
                                        <dgm:presOf/>
                                        <dgm:constrLst/>
                                        <dgm:ruleLst/>
                                      </dgm:layoutNode>
                                      <dgm:layoutNode name="right_33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7">
                                      <dgm:choose name="Name68">
                                        <dgm:if name="Name69" axis="ch ch" ptType="node node" st="2 1" cnt="1 0" func="cnt" op="gte" val="4">
                                          <dgm:layoutNode name="balance_34" styleLbl="alignAccFollowNode1">
                                            <dgm:varLst>
                                              <dgm:bulletEnabled val="1"/>
                                            </dgm:varLst>
                                            <dgm:alg type="sp"/>
                                            <dgm:shape xmlns:r="http://schemas.openxmlformats.org/officeDocument/2006/relationships" rot="4" type="rect" r:blip="">
                                              <dgm:adjLst/>
                                            </dgm:shape>
                                            <dgm:presOf/>
                                            <dgm:constrLst/>
                                            <dgm:ruleLst/>
                                          </dgm:layoutNode>
                                          <dgm:layoutNode name="right_3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0"/>
                                      </dgm:choose>
                                    </dgm:else>
                                  </dgm:choose>
                                </dgm:else>
                              </dgm:choose>
                            </dgm:else>
                          </dgm:choose>
                        </dgm:else>
                      </dgm:choose>
                    </dgm:if>
                    <dgm:else name="Name71">
                      <dgm:choose name="Name72">
                        <dgm:if name="Name73" axis="ch ch" ptType="node node" st="1 1" cnt="1 0" func="cnt" op="gte" val="4">
                          <dgm:choose name="Name74">
                            <dgm:if name="Name75" axis="ch ch" ptType="node node" st="2 1" cnt="1 0" func="cnt" op="equ" val="0">
                              <dgm:layoutNode name="balance_40" styleLbl="alignAccFollowNode1">
                                <dgm:varLst>
                                  <dgm:bulletEnabled val="1"/>
                                </dgm:varLst>
                                <dgm:alg type="sp"/>
                                <dgm:shape xmlns:r="http://schemas.openxmlformats.org/officeDocument/2006/relationships" rot="-4" type="rect" r:blip="">
                                  <dgm:adjLst/>
                                </dgm:shape>
                                <dgm:presOf/>
                                <dgm:constrLst/>
                                <dgm:ruleLst/>
                              </dgm:layoutNode>
                              <dgm:layoutNode name="left_4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6">
                              <dgm:choose name="Name77">
                                <dgm:if name="Name78" axis="ch ch" ptType="node node" st="2 1" cnt="1 0" func="cnt" op="equ" val="1">
                                  <dgm:layoutNode name="balance_41" styleLbl="alignAccFollowNode1">
                                    <dgm:varLst>
                                      <dgm:bulletEnabled val="1"/>
                                    </dgm:varLst>
                                    <dgm:alg type="sp"/>
                                    <dgm:shape xmlns:r="http://schemas.openxmlformats.org/officeDocument/2006/relationships" rot="-4" type="rect" r:blip="">
                                      <dgm:adjLst/>
                                    </dgm:shape>
                                    <dgm:presOf/>
                                    <dgm:constrLst/>
                                    <dgm:ruleLst/>
                                  </dgm:layoutNode>
                                  <dgm:layoutNode name="left_4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name="Name80">
                                    <dgm:if name="Name81" axis="ch ch" ptType="node node" st="2 1" cnt="1 0" func="cnt" op="equ" val="2">
                                      <dgm:layoutNode name="balance_42" styleLbl="alignAccFollowNode1">
                                        <dgm:varLst>
                                          <dgm:bulletEnabled val="1"/>
                                        </dgm:varLst>
                                        <dgm:alg type="sp"/>
                                        <dgm:shape xmlns:r="http://schemas.openxmlformats.org/officeDocument/2006/relationships" rot="-4" type="rect" r:blip="">
                                          <dgm:adjLst/>
                                        </dgm:shape>
                                        <dgm:presOf/>
                                        <dgm:constrLst/>
                                        <dgm:ruleLst/>
                                      </dgm:layoutNode>
                                      <dgm:layoutNode name="left_4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2">
                                      <dgm:choose name="Name83">
                                        <dgm:if name="Name84" axis="ch ch" ptType="node node" st="2 1" cnt="1 0" func="cnt" op="equ" val="3">
                                          <dgm:layoutNode name="balance_43" styleLbl="alignAccFollowNode1">
                                            <dgm:varLst>
                                              <dgm:bulletEnabled val="1"/>
                                            </dgm:varLst>
                                            <dgm:alg type="sp"/>
                                            <dgm:shape xmlns:r="http://schemas.openxmlformats.org/officeDocument/2006/relationships" rot="-4" type="rect" r:blip="">
                                              <dgm:adjLst/>
                                            </dgm:shape>
                                            <dgm:presOf/>
                                            <dgm:constrLst/>
                                            <dgm:ruleLst/>
                                          </dgm:layoutNode>
                                          <dgm:layoutNode name="left_4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5">
                                          <dgm:choose name="Name86">
                                            <dgm:if name="Name87" axis="ch ch" ptType="node node" st="2 1" cnt="1 0" func="cnt" op="gte" val="4">
                                              <dgm:layoutNode name="balance_44" styleLbl="alignAccFollowNode1">
                                                <dgm:varLst>
                                                  <dgm:bulletEnabled val="1"/>
                                                </dgm:varLst>
                                                <dgm:alg type="sp"/>
                                                <dgm:shape xmlns:r="http://schemas.openxmlformats.org/officeDocument/2006/relationships" type="rect" r:blip="">
                                                  <dgm:adjLst/>
                                                </dgm:shape>
                                                <dgm:presOf/>
                                                <dgm:constrLst/>
                                                <dgm:ruleLst/>
                                              </dgm:layoutNode>
                                              <dgm:layoutNode name="right_44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4" styleLbl="node1">
                                                <dgm:varLst>
                                                  <dgm:bulletEnabled val="1"/>
                                                </dgm:varLst>
                                                <dgm:alg type="tx"/>
                                                <dgm:shape xmlns:r="http://schemas.openxmlformats.org/officeDocument/2006/relationships"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4" styleLbl="node1">
                                                <dgm:varLst>
                                                  <dgm:bulletEnabled val="1"/>
                                                </dgm:varLst>
                                                <dgm:alg type="tx"/>
                                                <dgm:shape xmlns:r="http://schemas.openxmlformats.org/officeDocument/2006/relationships"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8"/>
                                          </dgm:choose>
                                        </dgm:else>
                                      </dgm:choose>
                                    </dgm:else>
                                  </dgm:choose>
                                </dgm:else>
                              </dgm:choose>
                            </dgm:else>
                          </dgm:choose>
                        </dgm:if>
                        <dgm:else name="Name89"/>
                      </dgm:choose>
                    </dgm:else>
                  </dgm:choose>
                </dgm:else>
              </dgm:choose>
            </dgm:else>
          </dgm:choose>
        </dgm:else>
      </dgm:choose>
    </dgm:layoutNode>
  </dgm:layoutNode>
</dgm:layoutDef>
</file>

<file path=ppt/diagrams/layout4.xml><?xml version="1.0" encoding="utf-8"?>
<dgm:layoutDef xmlns:dgm="http://schemas.openxmlformats.org/drawingml/2006/diagram" xmlns:a="http://schemas.openxmlformats.org/drawingml/2006/main" uniqueId="urn:microsoft.com/office/officeart/2005/8/layout/balance1">
  <dgm:title val=""/>
  <dgm:desc val=""/>
  <dgm:catLst>
    <dgm:cat type="relationship" pri="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23">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25" srcId="2" destId="23" srcOrd="0" destOrd="0"/>
      </dgm:cxnLst>
      <dgm:bg/>
      <dgm:whole/>
    </dgm:dataModel>
  </dgm:sampData>
  <dgm:styleData>
    <dgm:dataModel>
      <dgm:ptLst>
        <dgm:pt modelId="0" type="doc"/>
        <dgm:pt modelId="1"/>
        <dgm:pt modelId="11"/>
        <dgm:pt modelId="12"/>
        <dgm:pt modelId="2"/>
        <dgm:pt modelId="21"/>
        <dgm:pt modelId="22"/>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tyleData>
  <dgm:clrData>
    <dgm:dataModel>
      <dgm:ptLst>
        <dgm:pt modelId="0" type="doc"/>
        <dgm:pt modelId="1"/>
        <dgm:pt modelId="11"/>
        <dgm:pt modelId="12"/>
        <dgm:pt modelId="13"/>
        <dgm:pt modelId="2"/>
        <dgm:pt modelId="21"/>
        <dgm:pt modelId="22"/>
        <dgm:pt modelId="23"/>
      </dgm:ptLst>
      <dgm:cxnLst>
        <dgm:cxn modelId="4" srcId="0" destId="1" srcOrd="0" destOrd="0"/>
        <dgm:cxn modelId="5" srcId="0" destId="2" srcOrd="1" destOrd="0"/>
        <dgm:cxn modelId="15" srcId="1" destId="11" srcOrd="0" destOrd="0"/>
        <dgm:cxn modelId="16" srcId="1" destId="12" srcOrd="0" destOrd="0"/>
        <dgm:cxn modelId="17" srcId="1" destId="13" srcOrd="0" destOrd="0"/>
        <dgm:cxn modelId="25" srcId="2" destId="21" srcOrd="0" destOrd="0"/>
        <dgm:cxn modelId="26" srcId="2" destId="22" srcOrd="0" destOrd="0"/>
        <dgm:cxn modelId="27" srcId="2" destId="23" srcOrd="0" destOrd="0"/>
      </dgm:cxnLst>
      <dgm:bg/>
      <dgm:whole/>
    </dgm:dataModel>
  </dgm:clrData>
  <dgm:layoutNode name="outerComposite">
    <dgm:varLst>
      <dgm:chMax val="2"/>
      <dgm:animLvl val="lvl"/>
      <dgm:resizeHandles val="exact"/>
    </dgm:varLst>
    <dgm:alg type="composite">
      <dgm:param type="ar" val="1"/>
    </dgm:alg>
    <dgm:shape xmlns:r="http://schemas.openxmlformats.org/officeDocument/2006/relationships" r:blip="">
      <dgm:adjLst/>
    </dgm:shape>
    <dgm:presOf/>
    <dgm:constrLst>
      <dgm:constr type="h" for="ch" forName="parentComposite" refType="h" refFor="ch" refForName="dummyMaxCanvas" op="equ" fact="0.2"/>
      <dgm:constr type="t" for="ch" forName="parentComposite"/>
      <dgm:constr type="h" for="ch" forName="childrenComposite" refType="h" refFor="ch" refForName="dummyMaxCanvas" op="equ" fact="0.8"/>
      <dgm:constr type="t" for="ch" forName="childrenComposite" refType="h" refFor="ch" refForName="dummyMaxCanvas" fact="0.2"/>
    </dgm:constrLst>
    <dgm:ruleLst/>
    <dgm:layoutNode name="dummyMaxCanvas">
      <dgm:alg type="sp"/>
      <dgm:shape xmlns:r="http://schemas.openxmlformats.org/officeDocument/2006/relationships" r:blip="">
        <dgm:adjLst/>
      </dgm:shape>
      <dgm:presOf/>
      <dgm:constrLst/>
      <dgm:ruleLst/>
    </dgm:layoutNode>
    <dgm:layoutNode name="parentComposite">
      <dgm:alg type="composite"/>
      <dgm:shape xmlns:r="http://schemas.openxmlformats.org/officeDocument/2006/relationships" r:blip="">
        <dgm:adjLst/>
      </dgm:shape>
      <dgm:presOf/>
      <dgm:constrLst>
        <dgm:constr type="w" for="ch" forName="parent1" refType="w" fact="0.36"/>
        <dgm:constr type="ctrX" for="ch" forName="parent1" refType="w" fact="0.24"/>
        <dgm:constr type="w" for="ch" forName="parent2" refType="w" fact="0.36"/>
        <dgm:constr type="ctrX" for="ch" forName="parent2" refType="w" fact="0.76"/>
        <dgm:constr type="primFontSz" for="ch" ptType="node" op="equ"/>
      </dgm:constrLst>
      <dgm:ruleLst/>
      <dgm:layoutNode name="parent1" styleLbl="alignAccFollowNode1">
        <dgm:varLst>
          <dgm:chMax val="4"/>
        </dgm:varLst>
        <dgm:alg type="tx"/>
        <dgm:shape xmlns:r="http://schemas.openxmlformats.org/officeDocument/2006/relationships" type="roundRect" r:blip="">
          <dgm:adjLst>
            <dgm:adj idx="1" val="0.1"/>
          </dgm:adjLst>
        </dgm:shape>
        <dgm:presOf axis="ch" ptType="node"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2" styleLbl="alignAccFollowNode1">
        <dgm:varLst>
          <dgm:chMax val="4"/>
        </dgm:varLst>
        <dgm:alg type="tx"/>
        <dgm:shape xmlns:r="http://schemas.openxmlformats.org/officeDocument/2006/relationships" type="roundRect" r:blip="">
          <dgm:adjLst>
            <dgm:adj idx="1" val="0.1"/>
          </dgm:adjLst>
        </dgm:shape>
        <dgm:presOf axis="ch" ptType="node" st="2"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Node name="childrenComposite">
      <dgm:alg type="composite"/>
      <dgm:shape xmlns:r="http://schemas.openxmlformats.org/officeDocument/2006/relationships" r:blip="">
        <dgm:adjLst/>
      </dgm:shape>
      <dgm:presOf/>
      <dgm:constrLst>
        <dgm:constr type="primFontSz" for="ch" ptType="node" op="equ" val="65"/>
        <dgm:constr type="w" for="ch" forName="fulcrum" refType="w" fact="0.15"/>
        <dgm:constr type="h" for="ch" forName="fulcrum" refType="w" refFor="ch" refForName="fulcrum"/>
        <dgm:constr type="b" for="ch" forName="fulcrum" refType="h"/>
        <dgm:constr type="ctrX" for="ch" forName="fulcrum" refType="w" fact="0.5"/>
        <dgm:constr type="w" for="ch" forName="balance_00" refType="w" fact="0.9"/>
        <dgm:constr type="h" for="ch" forName="balance_00" refType="h" fact="0.076"/>
        <dgm:constr type="b" for="ch" forName="balance_00" refType="h" fact="0.81"/>
        <dgm:constr type="ctrX" for="ch" forName="balance_00" refType="w" fact="0.5"/>
        <dgm:constr type="w" for="ch" forName="balance_01" refType="w"/>
        <dgm:constr type="h" for="ch" forName="balance_01" refType="h" fact="0.157"/>
        <dgm:constr type="b" for="ch" forName="balance_01" refType="h" fact="0.85"/>
        <dgm:constr type="ctrX" for="ch" forName="balance_01" refType="w" fact="0.5"/>
        <dgm:constr type="w" for="ch" forName="balance_02" refType="w"/>
        <dgm:constr type="h" for="ch" forName="balance_02" refType="h" fact="0.157"/>
        <dgm:constr type="b" for="ch" forName="balance_02" refType="h" fact="0.85"/>
        <dgm:constr type="ctrX" for="ch" forName="balance_02" refType="w" fact="0.5"/>
        <dgm:constr type="w" for="ch" forName="balance_03" refType="w"/>
        <dgm:constr type="h" for="ch" forName="balance_03" refType="h" fact="0.157"/>
        <dgm:constr type="b" for="ch" forName="balance_03" refType="h" fact="0.85"/>
        <dgm:constr type="ctrX" for="ch" forName="balance_03" refType="w" fact="0.5"/>
        <dgm:constr type="w" for="ch" forName="balance_04" refType="w"/>
        <dgm:constr type="h" for="ch" forName="balance_04" refType="h" fact="0.157"/>
        <dgm:constr type="b" for="ch" forName="balance_04" refType="h" fact="0.85"/>
        <dgm:constr type="ctrX" for="ch" forName="balance_04" refType="w" fact="0.5"/>
        <dgm:constr type="w" for="ch" forName="balance_10" refType="w"/>
        <dgm:constr type="h" for="ch" forName="balance_10" refType="h" fact="0.157"/>
        <dgm:constr type="b" for="ch" forName="balance_10" refType="h" fact="0.85"/>
        <dgm:constr type="ctrX" for="ch" forName="balance_10" refType="w" fact="0.5"/>
        <dgm:constr type="w" for="ch" forName="balance_11" refType="w" fact="0.9"/>
        <dgm:constr type="h" for="ch" forName="balance_11" refType="h" fact="0.076"/>
        <dgm:constr type="b" for="ch" forName="balance_11" refType="h" fact="0.81"/>
        <dgm:constr type="ctrX" for="ch" forName="balance_11" refType="w" fact="0.5"/>
        <dgm:constr type="w" for="ch" forName="balance_12" refType="w"/>
        <dgm:constr type="h" for="ch" forName="balance_12" refType="h" fact="0.157"/>
        <dgm:constr type="b" for="ch" forName="balance_12" refType="h" fact="0.85"/>
        <dgm:constr type="ctrX" for="ch" forName="balance_12" refType="w" fact="0.5"/>
        <dgm:constr type="w" for="ch" forName="balance_13" refType="w"/>
        <dgm:constr type="h" for="ch" forName="balance_13" refType="h" fact="0.157"/>
        <dgm:constr type="b" for="ch" forName="balance_13" refType="h" fact="0.85"/>
        <dgm:constr type="ctrX" for="ch" forName="balance_13" refType="w" fact="0.5"/>
        <dgm:constr type="w" for="ch" forName="balance_14" refType="w"/>
        <dgm:constr type="h" for="ch" forName="balance_14" refType="h" fact="0.157"/>
        <dgm:constr type="b" for="ch" forName="balance_14" refType="h" fact="0.85"/>
        <dgm:constr type="ctrX" for="ch" forName="balance_14" refType="w" fact="0.5"/>
        <dgm:constr type="w" for="ch" forName="balance_20" refType="w"/>
        <dgm:constr type="h" for="ch" forName="balance_20" refType="h" fact="0.157"/>
        <dgm:constr type="b" for="ch" forName="balance_20" refType="h" fact="0.85"/>
        <dgm:constr type="ctrX" for="ch" forName="balance_20" refType="w" fact="0.5"/>
        <dgm:constr type="w" for="ch" forName="balance_21" refType="w"/>
        <dgm:constr type="h" for="ch" forName="balance_21" refType="h" fact="0.157"/>
        <dgm:constr type="b" for="ch" forName="balance_21" refType="h" fact="0.85"/>
        <dgm:constr type="ctrX" for="ch" forName="balance_21" refType="w" fact="0.5"/>
        <dgm:constr type="w" for="ch" forName="balance_22" refType="w" fact="0.9"/>
        <dgm:constr type="h" for="ch" forName="balance_22" refType="h" fact="0.076"/>
        <dgm:constr type="b" for="ch" forName="balance_22" refType="h" fact="0.81"/>
        <dgm:constr type="ctrX" for="ch" forName="balance_22" refType="w" fact="0.5"/>
        <dgm:constr type="w" for="ch" forName="balance_23" refType="w"/>
        <dgm:constr type="h" for="ch" forName="balance_23" refType="h" fact="0.157"/>
        <dgm:constr type="b" for="ch" forName="balance_23" refType="h" fact="0.85"/>
        <dgm:constr type="ctrX" for="ch" forName="balance_23" refType="w" fact="0.5"/>
        <dgm:constr type="w" for="ch" forName="balance_24" refType="w"/>
        <dgm:constr type="h" for="ch" forName="balance_24" refType="h" fact="0.157"/>
        <dgm:constr type="b" for="ch" forName="balance_24" refType="h" fact="0.85"/>
        <dgm:constr type="ctrX" for="ch" forName="balance_24" refType="w" fact="0.5"/>
        <dgm:constr type="w" for="ch" forName="balance_30" refType="w"/>
        <dgm:constr type="h" for="ch" forName="balance_30" refType="h" fact="0.157"/>
        <dgm:constr type="b" for="ch" forName="balance_30" refType="h" fact="0.85"/>
        <dgm:constr type="ctrX" for="ch" forName="balance_30" refType="w" fact="0.5"/>
        <dgm:constr type="w" for="ch" forName="balance_31" refType="w"/>
        <dgm:constr type="h" for="ch" forName="balance_31" refType="h" fact="0.157"/>
        <dgm:constr type="b" for="ch" forName="balance_31" refType="h" fact="0.85"/>
        <dgm:constr type="ctrX" for="ch" forName="balance_31" refType="w" fact="0.5"/>
        <dgm:constr type="w" for="ch" forName="balance_32" refType="w"/>
        <dgm:constr type="h" for="ch" forName="balance_32" refType="h" fact="0.157"/>
        <dgm:constr type="b" for="ch" forName="balance_32" refType="h" fact="0.85"/>
        <dgm:constr type="ctrX" for="ch" forName="balance_32" refType="w" fact="0.5"/>
        <dgm:constr type="w" for="ch" forName="balance_33" refType="w" fact="0.9"/>
        <dgm:constr type="h" for="ch" forName="balance_33" refType="h" fact="0.076"/>
        <dgm:constr type="b" for="ch" forName="balance_33" refType="h" fact="0.81"/>
        <dgm:constr type="ctrX" for="ch" forName="balance_33" refType="w" fact="0.5"/>
        <dgm:constr type="w" for="ch" forName="balance_34" refType="w"/>
        <dgm:constr type="h" for="ch" forName="balance_34" refType="h" fact="0.157"/>
        <dgm:constr type="b" for="ch" forName="balance_34" refType="h" fact="0.85"/>
        <dgm:constr type="ctrX" for="ch" forName="balance_34" refType="w" fact="0.5"/>
        <dgm:constr type="w" for="ch" forName="balance_40" refType="w"/>
        <dgm:constr type="h" for="ch" forName="balance_40" refType="h" fact="0.157"/>
        <dgm:constr type="b" for="ch" forName="balance_40" refType="h" fact="0.85"/>
        <dgm:constr type="ctrX" for="ch" forName="balance_40" refType="w" fact="0.5"/>
        <dgm:constr type="w" for="ch" forName="balance_41" refType="w"/>
        <dgm:constr type="h" for="ch" forName="balance_41" refType="h" fact="0.157"/>
        <dgm:constr type="b" for="ch" forName="balance_41" refType="h" fact="0.85"/>
        <dgm:constr type="ctrX" for="ch" forName="balance_41" refType="w" fact="0.5"/>
        <dgm:constr type="w" for="ch" forName="balance_42" refType="w"/>
        <dgm:constr type="h" for="ch" forName="balance_42" refType="h" fact="0.157"/>
        <dgm:constr type="b" for="ch" forName="balance_42" refType="h" fact="0.85"/>
        <dgm:constr type="ctrX" for="ch" forName="balance_42" refType="w" fact="0.5"/>
        <dgm:constr type="w" for="ch" forName="balance_43" refType="w"/>
        <dgm:constr type="h" for="ch" forName="balance_43" refType="h" fact="0.157"/>
        <dgm:constr type="b" for="ch" forName="balance_43" refType="h" fact="0.85"/>
        <dgm:constr type="ctrX" for="ch" forName="balance_43" refType="w" fact="0.5"/>
        <dgm:constr type="w" for="ch" forName="balance_44" refType="w" fact="0.9"/>
        <dgm:constr type="h" for="ch" forName="balance_44" refType="h" fact="0.076"/>
        <dgm:constr type="b" for="ch" forName="balance_44" refType="h" fact="0.81"/>
        <dgm:constr type="ctrX" for="ch" forName="balance_44" refType="w" fact="0.5"/>
        <dgm:constr type="w" for="ch" forName="right_01_1" refType="w" fact="0.4"/>
        <dgm:constr type="h" for="ch" forName="right_01_1" refType="h" fact="0.7"/>
        <dgm:constr type="b" for="ch" forName="right_01_1" refType="h" fact="0.76"/>
        <dgm:constr type="ctrX" for="ch" forName="right_01_1" refType="w" fact="0.78"/>
        <dgm:constr type="w" for="ch" forName="left_10_1" refType="w" fact="0.4"/>
        <dgm:constr type="h" for="ch" forName="left_10_1" refType="h" fact="0.7"/>
        <dgm:constr type="b" for="ch" forName="left_10_1" refType="h" fact="0.76"/>
        <dgm:constr type="ctrX" for="ch" forName="left_10_1" refType="w" fact="0.22"/>
        <dgm:constr type="w" for="ch" forName="right_11_1" refType="w" fact="0.36"/>
        <dgm:constr type="h" for="ch" forName="right_11_1" refType="h" fact="0.67"/>
        <dgm:constr type="b" for="ch" forName="right_11_1" refType="h" fact="0.725"/>
        <dgm:constr type="ctrX" for="ch" forName="right_11_1" refType="w" fact="0.76"/>
        <dgm:constr type="w" for="ch" forName="left_11_1" refType="w" fact="0.36"/>
        <dgm:constr type="h" for="ch" forName="left_11_1" refType="h" fact="0.67"/>
        <dgm:constr type="b" for="ch" forName="left_11_1" refType="h" fact="0.725"/>
        <dgm:constr type="ctrX" for="ch" forName="left_11_1" refType="w" fact="0.24"/>
        <dgm:constr type="w" for="ch" forName="right_02_1" refType="w" fact="0.388"/>
        <dgm:constr type="h" for="ch" forName="right_02_1" refType="h" fact="0.36"/>
        <dgm:constr type="b" for="ch" forName="right_02_1" refType="h" fact="0.76"/>
        <dgm:constr type="ctrX" for="ch" forName="right_02_1" refType="w" fact="0.77"/>
        <dgm:constr type="w" for="ch" forName="right_02_2" refType="w" fact="0.388"/>
        <dgm:constr type="h" for="ch" forName="right_02_2" refType="h" fact="0.36"/>
        <dgm:constr type="b" for="ch" forName="right_02_2" refType="h" fact="0.42"/>
        <dgm:constr type="ctrX" for="ch" forName="right_02_2" refType="w" fact="0.79"/>
        <dgm:constr type="w" for="ch" forName="left_20_1" refType="w" fact="0.388"/>
        <dgm:constr type="h" for="ch" forName="left_20_1" refType="h" fact="0.36"/>
        <dgm:constr type="b" for="ch" forName="left_20_1" refType="h" fact="0.76"/>
        <dgm:constr type="ctrX" for="ch" forName="left_20_1" refType="w" fact="0.23"/>
        <dgm:constr type="w" for="ch" forName="left_20_2" refType="w" fact="0.388"/>
        <dgm:constr type="h" for="ch" forName="left_20_2" refType="h" fact="0.36"/>
        <dgm:constr type="b" for="ch" forName="left_20_2" refType="h" fact="0.42"/>
        <dgm:constr type="ctrX" for="ch" forName="left_20_2" refType="w" fact="0.21"/>
        <dgm:constr type="w" for="ch" forName="right_12_1" refType="w" fact="0.388"/>
        <dgm:constr type="h" for="ch" forName="right_12_1" refType="h" fact="0.36"/>
        <dgm:constr type="b" for="ch" forName="right_12_1" refType="h" fact="0.76"/>
        <dgm:constr type="ctrX" for="ch" forName="right_12_1" refType="w" fact="0.77"/>
        <dgm:constr type="w" for="ch" forName="right_12_2" refType="w" fact="0.388"/>
        <dgm:constr type="h" for="ch" forName="right_12_2" refType="h" fact="0.36"/>
        <dgm:constr type="b" for="ch" forName="right_12_2" refType="h" fact="0.42"/>
        <dgm:constr type="ctrX" for="ch" forName="right_12_2" refType="w" fact="0.79"/>
        <dgm:constr type="w" for="ch" forName="left_12_1" refType="w" fact="0.388"/>
        <dgm:constr type="h" for="ch" forName="left_12_1" refType="h" fact="0.36"/>
        <dgm:constr type="b" for="ch" forName="left_12_1" refType="h" fact="0.715"/>
        <dgm:constr type="ctrX" for="ch" forName="left_12_1" refType="w" fact="0.255"/>
        <dgm:constr type="w" for="ch" forName="right_22_1" refType="w" fact="0.36"/>
        <dgm:constr type="h" for="ch" forName="right_22_1" refType="h" fact="0.32"/>
        <dgm:constr type="b" for="ch" forName="right_22_1" refType="h" fact="0.725"/>
        <dgm:constr type="ctrX" for="ch" forName="right_22_1" refType="w" fact="0.76"/>
        <dgm:constr type="w" for="ch" forName="right_22_2" refType="w" fact="0.36"/>
        <dgm:constr type="h" for="ch" forName="right_22_2" refType="h" fact="0.32"/>
        <dgm:constr type="b" for="ch" forName="right_22_2" refType="h" fact="0.39"/>
        <dgm:constr type="ctrX" for="ch" forName="right_22_2" refType="w" fact="0.76"/>
        <dgm:constr type="w" for="ch" forName="left_22_1" refType="w" fact="0.36"/>
        <dgm:constr type="h" for="ch" forName="left_22_1" refType="h" fact="0.32"/>
        <dgm:constr type="b" for="ch" forName="left_22_1" refType="h" fact="0.725"/>
        <dgm:constr type="ctrX" for="ch" forName="left_22_1" refType="w" fact="0.24"/>
        <dgm:constr type="w" for="ch" forName="left_22_2" refType="w" fact="0.36"/>
        <dgm:constr type="h" for="ch" forName="left_22_2" refType="h" fact="0.32"/>
        <dgm:constr type="b" for="ch" forName="left_22_2" refType="h" fact="0.39"/>
        <dgm:constr type="ctrX" for="ch" forName="left_22_2" refType="w" fact="0.24"/>
        <dgm:constr type="w" for="ch" forName="left_21_1" refType="w" fact="0.388"/>
        <dgm:constr type="h" for="ch" forName="left_21_1" refType="h" fact="0.36"/>
        <dgm:constr type="b" for="ch" forName="left_21_1" refType="h" fact="0.76"/>
        <dgm:constr type="ctrX" for="ch" forName="left_21_1" refType="w" fact="0.23"/>
        <dgm:constr type="w" for="ch" forName="left_21_2" refType="w" fact="0.388"/>
        <dgm:constr type="h" for="ch" forName="left_21_2" refType="h" fact="0.36"/>
        <dgm:constr type="b" for="ch" forName="left_21_2" refType="h" fact="0.42"/>
        <dgm:constr type="ctrX" for="ch" forName="left_21_2" refType="w" fact="0.21"/>
        <dgm:constr type="w" for="ch" forName="right_21_1" refType="w" fact="0.388"/>
        <dgm:constr type="h" for="ch" forName="right_21_1" refType="h" fact="0.36"/>
        <dgm:constr type="b" for="ch" forName="right_21_1" refType="h" fact="0.715"/>
        <dgm:constr type="ctrX" for="ch" forName="right_21_1" refType="w" fact="0.745"/>
        <dgm:constr type="w" for="ch" forName="right_03_1" refType="w" fact="0.37"/>
        <dgm:constr type="h" for="ch" forName="right_03_1" refType="h" fact="0.24"/>
        <dgm:constr type="b" for="ch" forName="right_03_1" refType="h" fact="0.76"/>
        <dgm:constr type="ctrX" for="ch" forName="right_03_1" refType="w" fact="0.77"/>
        <dgm:constr type="w" for="ch" forName="right_03_2" refType="w" fact="0.37"/>
        <dgm:constr type="h" for="ch" forName="right_03_2" refType="h" fact="0.24"/>
        <dgm:constr type="b" for="ch" forName="right_03_2" refType="h" fact="0.535"/>
        <dgm:constr type="ctrX" for="ch" forName="right_03_2" refType="w" fact="0.783"/>
        <dgm:constr type="w" for="ch" forName="right_03_3" refType="w" fact="0.37"/>
        <dgm:constr type="h" for="ch" forName="right_03_3" refType="h" fact="0.24"/>
        <dgm:constr type="b" for="ch" forName="right_03_3" refType="h" fact="0.315"/>
        <dgm:constr type="ctrX" for="ch" forName="right_03_3" refType="w" fact="0.796"/>
        <dgm:constr type="w" for="ch" forName="left_30_1" refType="w" fact="0.37"/>
        <dgm:constr type="h" for="ch" forName="left_30_1" refType="h" fact="0.24"/>
        <dgm:constr type="b" for="ch" forName="left_30_1" refType="h" fact="0.76"/>
        <dgm:constr type="ctrX" for="ch" forName="left_30_1" refType="w" fact="0.23"/>
        <dgm:constr type="w" for="ch" forName="left_30_2" refType="w" fact="0.37"/>
        <dgm:constr type="h" for="ch" forName="left_30_2" refType="h" fact="0.24"/>
        <dgm:constr type="b" for="ch" forName="left_30_2" refType="h" fact="0.535"/>
        <dgm:constr type="ctrX" for="ch" forName="left_30_2" refType="w" fact="0.217"/>
        <dgm:constr type="w" for="ch" forName="left_30_3" refType="w" fact="0.37"/>
        <dgm:constr type="h" for="ch" forName="left_30_3" refType="h" fact="0.24"/>
        <dgm:constr type="b" for="ch" forName="left_30_3" refType="h" fact="0.315"/>
        <dgm:constr type="ctrX" for="ch" forName="left_30_3" refType="w" fact="0.204"/>
        <dgm:constr type="w" for="ch" forName="right_13_1" refType="w" fact="0.37"/>
        <dgm:constr type="h" for="ch" forName="right_13_1" refType="h" fact="0.24"/>
        <dgm:constr type="b" for="ch" forName="right_13_1" refType="h" fact="0.76"/>
        <dgm:constr type="ctrX" for="ch" forName="right_13_1" refType="w" fact="0.77"/>
        <dgm:constr type="w" for="ch" forName="right_13_2" refType="w" fact="0.37"/>
        <dgm:constr type="h" for="ch" forName="right_13_2" refType="h" fact="0.24"/>
        <dgm:constr type="b" for="ch" forName="right_13_2" refType="h" fact="0.535"/>
        <dgm:constr type="ctrX" for="ch" forName="right_13_2" refType="w" fact="0.783"/>
        <dgm:constr type="w" for="ch" forName="right_13_3" refType="w" fact="0.37"/>
        <dgm:constr type="h" for="ch" forName="right_13_3" refType="h" fact="0.24"/>
        <dgm:constr type="b" for="ch" forName="right_13_3" refType="h" fact="0.315"/>
        <dgm:constr type="ctrX" for="ch" forName="right_13_3" refType="w" fact="0.796"/>
        <dgm:constr type="w" for="ch" forName="left_13_1" refType="w" fact="0.37"/>
        <dgm:constr type="h" for="ch" forName="left_13_1" refType="h" fact="0.24"/>
        <dgm:constr type="b" for="ch" forName="left_13_1" refType="h" fact="0.715"/>
        <dgm:constr type="ctrX" for="ch" forName="left_13_1" refType="w" fact="0.255"/>
        <dgm:constr type="w" for="ch" forName="left_31_1" refType="w" fact="0.37"/>
        <dgm:constr type="h" for="ch" forName="left_31_1" refType="h" fact="0.24"/>
        <dgm:constr type="b" for="ch" forName="left_31_1" refType="h" fact="0.76"/>
        <dgm:constr type="ctrX" for="ch" forName="left_31_1" refType="w" fact="0.23"/>
        <dgm:constr type="w" for="ch" forName="left_31_2" refType="w" fact="0.37"/>
        <dgm:constr type="h" for="ch" forName="left_31_2" refType="h" fact="0.24"/>
        <dgm:constr type="b" for="ch" forName="left_31_2" refType="h" fact="0.535"/>
        <dgm:constr type="ctrX" for="ch" forName="left_31_2" refType="w" fact="0.217"/>
        <dgm:constr type="w" for="ch" forName="left_31_3" refType="w" fact="0.37"/>
        <dgm:constr type="h" for="ch" forName="left_31_3" refType="h" fact="0.24"/>
        <dgm:constr type="b" for="ch" forName="left_31_3" refType="h" fact="0.315"/>
        <dgm:constr type="ctrX" for="ch" forName="left_31_3" refType="w" fact="0.204"/>
        <dgm:constr type="w" for="ch" forName="right_31_1" refType="w" fact="0.37"/>
        <dgm:constr type="h" for="ch" forName="right_31_1" refType="h" fact="0.24"/>
        <dgm:constr type="b" for="ch" forName="right_31_1" refType="h" fact="0.715"/>
        <dgm:constr type="ctrX" for="ch" forName="right_31_1" refType="w" fact="0.745"/>
        <dgm:constr type="w" for="ch" forName="right_23_1" refType="w" fact="0.37"/>
        <dgm:constr type="h" for="ch" forName="right_23_1" refType="h" fact="0.24"/>
        <dgm:constr type="b" for="ch" forName="right_23_1" refType="h" fact="0.76"/>
        <dgm:constr type="ctrX" for="ch" forName="right_23_1" refType="w" fact="0.77"/>
        <dgm:constr type="w" for="ch" forName="right_23_2" refType="w" fact="0.37"/>
        <dgm:constr type="h" for="ch" forName="right_23_2" refType="h" fact="0.24"/>
        <dgm:constr type="b" for="ch" forName="right_23_2" refType="h" fact="0.535"/>
        <dgm:constr type="ctrX" for="ch" forName="right_23_2" refType="w" fact="0.783"/>
        <dgm:constr type="w" for="ch" forName="right_23_3" refType="w" fact="0.37"/>
        <dgm:constr type="h" for="ch" forName="right_23_3" refType="h" fact="0.24"/>
        <dgm:constr type="b" for="ch" forName="right_23_3" refType="h" fact="0.315"/>
        <dgm:constr type="ctrX" for="ch" forName="right_23_3" refType="w" fact="0.796"/>
        <dgm:constr type="w" for="ch" forName="left_23_1" refType="w" fact="0.37"/>
        <dgm:constr type="h" for="ch" forName="left_23_1" refType="h" fact="0.24"/>
        <dgm:constr type="b" for="ch" forName="left_23_1" refType="h" fact="0.715"/>
        <dgm:constr type="ctrX" for="ch" forName="left_23_1" refType="w" fact="0.255"/>
        <dgm:constr type="w" for="ch" forName="left_23_2" refType="w" fact="0.37"/>
        <dgm:constr type="h" for="ch" forName="left_23_2" refType="h" fact="0.24"/>
        <dgm:constr type="b" for="ch" forName="left_23_2" refType="h" fact="0.49"/>
        <dgm:constr type="ctrX" for="ch" forName="left_23_2" refType="w" fact="0.268"/>
        <dgm:constr type="w" for="ch" forName="left_32_1" refType="w" fact="0.37"/>
        <dgm:constr type="h" for="ch" forName="left_32_1" refType="h" fact="0.24"/>
        <dgm:constr type="b" for="ch" forName="left_32_1" refType="h" fact="0.76"/>
        <dgm:constr type="ctrX" for="ch" forName="left_32_1" refType="w" fact="0.23"/>
        <dgm:constr type="w" for="ch" forName="left_32_2" refType="w" fact="0.37"/>
        <dgm:constr type="h" for="ch" forName="left_32_2" refType="h" fact="0.24"/>
        <dgm:constr type="b" for="ch" forName="left_32_2" refType="h" fact="0.535"/>
        <dgm:constr type="ctrX" for="ch" forName="left_32_2" refType="w" fact="0.217"/>
        <dgm:constr type="w" for="ch" forName="left_32_3" refType="w" fact="0.37"/>
        <dgm:constr type="h" for="ch" forName="left_32_3" refType="h" fact="0.24"/>
        <dgm:constr type="b" for="ch" forName="left_32_3" refType="h" fact="0.315"/>
        <dgm:constr type="ctrX" for="ch" forName="left_32_3" refType="w" fact="0.204"/>
        <dgm:constr type="w" for="ch" forName="right_32_1" refType="w" fact="0.37"/>
        <dgm:constr type="h" for="ch" forName="right_32_1" refType="h" fact="0.24"/>
        <dgm:constr type="b" for="ch" forName="right_32_1" refType="h" fact="0.715"/>
        <dgm:constr type="ctrX" for="ch" forName="right_32_1" refType="w" fact="0.745"/>
        <dgm:constr type="w" for="ch" forName="right_32_2" refType="w" fact="0.37"/>
        <dgm:constr type="h" for="ch" forName="right_32_2" refType="h" fact="0.24"/>
        <dgm:constr type="b" for="ch" forName="right_32_2" refType="h" fact="0.49"/>
        <dgm:constr type="ctrX" for="ch" forName="right_32_2" refType="w" fact="0.732"/>
        <dgm:constr type="w" for="ch" forName="right_33_1" refType="w" fact="0.36"/>
        <dgm:constr type="h" for="ch" forName="right_33_1" refType="h" fact="0.21"/>
        <dgm:constr type="b" for="ch" forName="right_33_1" refType="h" fact="0.725"/>
        <dgm:constr type="ctrX" for="ch" forName="right_33_1" refType="w" fact="0.76"/>
        <dgm:constr type="w" for="ch" forName="right_33_2" refType="w" fact="0.36"/>
        <dgm:constr type="h" for="ch" forName="right_33_2" refType="h" fact="0.21"/>
        <dgm:constr type="b" for="ch" forName="right_33_2" refType="h" fact="0.5"/>
        <dgm:constr type="ctrX" for="ch" forName="right_33_2" refType="w" fact="0.76"/>
        <dgm:constr type="w" for="ch" forName="right_33_3" refType="w" fact="0.36"/>
        <dgm:constr type="h" for="ch" forName="right_33_3" refType="h" fact="0.21"/>
        <dgm:constr type="b" for="ch" forName="right_33_3" refType="h" fact="0.275"/>
        <dgm:constr type="ctrX" for="ch" forName="right_33_3" refType="w" fact="0.76"/>
        <dgm:constr type="w" for="ch" forName="left_33_1" refType="w" fact="0.36"/>
        <dgm:constr type="h" for="ch" forName="left_33_1" refType="h" fact="0.21"/>
        <dgm:constr type="b" for="ch" forName="left_33_1" refType="h" fact="0.725"/>
        <dgm:constr type="ctrX" for="ch" forName="left_33_1" refType="w" fact="0.24"/>
        <dgm:constr type="w" for="ch" forName="left_33_2" refType="w" fact="0.36"/>
        <dgm:constr type="h" for="ch" forName="left_33_2" refType="h" fact="0.21"/>
        <dgm:constr type="b" for="ch" forName="left_33_2" refType="h" fact="0.5"/>
        <dgm:constr type="ctrX" for="ch" forName="left_33_2" refType="w" fact="0.24"/>
        <dgm:constr type="w" for="ch" forName="left_33_3" refType="w" fact="0.36"/>
        <dgm:constr type="h" for="ch" forName="left_33_3" refType="h" fact="0.21"/>
        <dgm:constr type="b" for="ch" forName="left_33_3" refType="h" fact="0.275"/>
        <dgm:constr type="ctrX" for="ch" forName="left_33_3" refType="w" fact="0.24"/>
        <dgm:constr type="w" for="ch" forName="right_04_1" refType="w" fact="0.365"/>
        <dgm:constr type="h" for="ch" forName="right_04_1" refType="h" fact="0.185"/>
        <dgm:constr type="b" for="ch" forName="right_04_1" refType="h" fact="0.76"/>
        <dgm:constr type="ctrX" for="ch" forName="right_04_1" refType="w" fact="0.77"/>
        <dgm:constr type="w" for="ch" forName="right_04_2" refType="w" fact="0.365"/>
        <dgm:constr type="h" for="ch" forName="right_04_2" refType="h" fact="0.185"/>
        <dgm:constr type="b" for="ch" forName="right_04_2" refType="h" fact="0.595"/>
        <dgm:constr type="ctrX" for="ch" forName="right_04_2" refType="w" fact="0.78"/>
        <dgm:constr type="w" for="ch" forName="right_04_3" refType="w" fact="0.365"/>
        <dgm:constr type="h" for="ch" forName="right_04_3" refType="h" fact="0.185"/>
        <dgm:constr type="b" for="ch" forName="right_04_3" refType="h" fact="0.43"/>
        <dgm:constr type="ctrX" for="ch" forName="right_04_3" refType="w" fact="0.79"/>
        <dgm:constr type="w" for="ch" forName="right_04_4" refType="w" fact="0.365"/>
        <dgm:constr type="h" for="ch" forName="right_04_4" refType="h" fact="0.185"/>
        <dgm:constr type="b" for="ch" forName="right_04_4" refType="h" fact="0.265"/>
        <dgm:constr type="ctrX" for="ch" forName="right_04_4" refType="w" fact="0.8"/>
        <dgm:constr type="w" for="ch" forName="left_40_1" refType="w" fact="0.365"/>
        <dgm:constr type="h" for="ch" forName="left_40_1" refType="h" fact="0.185"/>
        <dgm:constr type="b" for="ch" forName="left_40_1" refType="h" fact="0.76"/>
        <dgm:constr type="ctrX" for="ch" forName="left_40_1" refType="w" fact="0.23"/>
        <dgm:constr type="w" for="ch" forName="left_40_2" refType="w" fact="0.365"/>
        <dgm:constr type="h" for="ch" forName="left_40_2" refType="h" fact="0.185"/>
        <dgm:constr type="b" for="ch" forName="left_40_2" refType="h" fact="0.595"/>
        <dgm:constr type="ctrX" for="ch" forName="left_40_2" refType="w" fact="0.22"/>
        <dgm:constr type="w" for="ch" forName="left_40_3" refType="w" fact="0.365"/>
        <dgm:constr type="h" for="ch" forName="left_40_3" refType="h" fact="0.185"/>
        <dgm:constr type="b" for="ch" forName="left_40_3" refType="h" fact="0.43"/>
        <dgm:constr type="ctrX" for="ch" forName="left_40_3" refType="w" fact="0.21"/>
        <dgm:constr type="w" for="ch" forName="left_40_4" refType="w" fact="0.365"/>
        <dgm:constr type="h" for="ch" forName="left_40_4" refType="h" fact="0.185"/>
        <dgm:constr type="b" for="ch" forName="left_40_4" refType="h" fact="0.265"/>
        <dgm:constr type="ctrX" for="ch" forName="left_40_4" refType="w" fact="0.2"/>
        <dgm:constr type="w" for="ch" forName="right_14_1" refType="w" fact="0.365"/>
        <dgm:constr type="h" for="ch" forName="right_14_1" refType="h" fact="0.185"/>
        <dgm:constr type="b" for="ch" forName="right_14_1" refType="h" fact="0.76"/>
        <dgm:constr type="ctrX" for="ch" forName="right_14_1" refType="w" fact="0.77"/>
        <dgm:constr type="w" for="ch" forName="right_14_2" refType="w" fact="0.365"/>
        <dgm:constr type="h" for="ch" forName="right_14_2" refType="h" fact="0.185"/>
        <dgm:constr type="b" for="ch" forName="right_14_2" refType="h" fact="0.595"/>
        <dgm:constr type="ctrX" for="ch" forName="right_14_2" refType="w" fact="0.78"/>
        <dgm:constr type="w" for="ch" forName="right_14_3" refType="w" fact="0.365"/>
        <dgm:constr type="h" for="ch" forName="right_14_3" refType="h" fact="0.185"/>
        <dgm:constr type="b" for="ch" forName="right_14_3" refType="h" fact="0.43"/>
        <dgm:constr type="ctrX" for="ch" forName="right_14_3" refType="w" fact="0.79"/>
        <dgm:constr type="w" for="ch" forName="right_14_4" refType="w" fact="0.365"/>
        <dgm:constr type="h" for="ch" forName="right_14_4" refType="h" fact="0.185"/>
        <dgm:constr type="b" for="ch" forName="right_14_4" refType="h" fact="0.265"/>
        <dgm:constr type="ctrX" for="ch" forName="right_14_4" refType="w" fact="0.8"/>
        <dgm:constr type="w" for="ch" forName="left_14_1" refType="w" fact="0.365"/>
        <dgm:constr type="h" for="ch" forName="left_14_1" refType="h" fact="0.185"/>
        <dgm:constr type="b" for="ch" forName="left_14_1" refType="h" fact="0.715"/>
        <dgm:constr type="ctrX" for="ch" forName="left_14_1" refType="w" fact="0.25"/>
        <dgm:constr type="w" for="ch" forName="left_41_1" refType="w" fact="0.365"/>
        <dgm:constr type="h" for="ch" forName="left_41_1" refType="h" fact="0.185"/>
        <dgm:constr type="b" for="ch" forName="left_41_1" refType="h" fact="0.76"/>
        <dgm:constr type="ctrX" for="ch" forName="left_41_1" refType="w" fact="0.23"/>
        <dgm:constr type="w" for="ch" forName="left_41_2" refType="w" fact="0.365"/>
        <dgm:constr type="h" for="ch" forName="left_41_2" refType="h" fact="0.185"/>
        <dgm:constr type="b" for="ch" forName="left_41_2" refType="h" fact="0.595"/>
        <dgm:constr type="ctrX" for="ch" forName="left_41_2" refType="w" fact="0.22"/>
        <dgm:constr type="w" for="ch" forName="left_41_3" refType="w" fact="0.365"/>
        <dgm:constr type="h" for="ch" forName="left_41_3" refType="h" fact="0.185"/>
        <dgm:constr type="b" for="ch" forName="left_41_3" refType="h" fact="0.43"/>
        <dgm:constr type="ctrX" for="ch" forName="left_41_3" refType="w" fact="0.21"/>
        <dgm:constr type="w" for="ch" forName="left_41_4" refType="w" fact="0.365"/>
        <dgm:constr type="h" for="ch" forName="left_41_4" refType="h" fact="0.185"/>
        <dgm:constr type="b" for="ch" forName="left_41_4" refType="h" fact="0.265"/>
        <dgm:constr type="ctrX" for="ch" forName="left_41_4" refType="w" fact="0.2"/>
        <dgm:constr type="w" for="ch" forName="right_41_1" refType="w" fact="0.365"/>
        <dgm:constr type="h" for="ch" forName="right_41_1" refType="h" fact="0.185"/>
        <dgm:constr type="b" for="ch" forName="right_41_1" refType="h" fact="0.715"/>
        <dgm:constr type="ctrX" for="ch" forName="right_41_1" refType="w" fact="0.75"/>
        <dgm:constr type="w" for="ch" forName="right_24_1" refType="w" fact="0.365"/>
        <dgm:constr type="h" for="ch" forName="right_24_1" refType="h" fact="0.185"/>
        <dgm:constr type="b" for="ch" forName="right_24_1" refType="h" fact="0.76"/>
        <dgm:constr type="ctrX" for="ch" forName="right_24_1" refType="w" fact="0.77"/>
        <dgm:constr type="w" for="ch" forName="right_24_2" refType="w" fact="0.365"/>
        <dgm:constr type="h" for="ch" forName="right_24_2" refType="h" fact="0.185"/>
        <dgm:constr type="b" for="ch" forName="right_24_2" refType="h" fact="0.595"/>
        <dgm:constr type="ctrX" for="ch" forName="right_24_2" refType="w" fact="0.78"/>
        <dgm:constr type="w" for="ch" forName="right_24_3" refType="w" fact="0.365"/>
        <dgm:constr type="h" for="ch" forName="right_24_3" refType="h" fact="0.185"/>
        <dgm:constr type="b" for="ch" forName="right_24_3" refType="h" fact="0.43"/>
        <dgm:constr type="ctrX" for="ch" forName="right_24_3" refType="w" fact="0.79"/>
        <dgm:constr type="w" for="ch" forName="right_24_4" refType="w" fact="0.365"/>
        <dgm:constr type="h" for="ch" forName="right_24_4" refType="h" fact="0.185"/>
        <dgm:constr type="b" for="ch" forName="right_24_4" refType="h" fact="0.265"/>
        <dgm:constr type="ctrX" for="ch" forName="right_24_4" refType="w" fact="0.8"/>
        <dgm:constr type="w" for="ch" forName="left_24_1" refType="w" fact="0.365"/>
        <dgm:constr type="h" for="ch" forName="left_24_1" refType="h" fact="0.185"/>
        <dgm:constr type="b" for="ch" forName="left_24_1" refType="h" fact="0.715"/>
        <dgm:constr type="ctrX" for="ch" forName="left_24_1" refType="w" fact="0.25"/>
        <dgm:constr type="w" for="ch" forName="left_24_2" refType="w" fact="0.365"/>
        <dgm:constr type="h" for="ch" forName="left_24_2" refType="h" fact="0.185"/>
        <dgm:constr type="b" for="ch" forName="left_24_2" refType="h" fact="0.55"/>
        <dgm:constr type="ctrX" for="ch" forName="left_24_2" refType="w" fact="0.26"/>
        <dgm:constr type="w" for="ch" forName="left_42_1" refType="w" fact="0.365"/>
        <dgm:constr type="h" for="ch" forName="left_42_1" refType="h" fact="0.185"/>
        <dgm:constr type="b" for="ch" forName="left_42_1" refType="h" fact="0.76"/>
        <dgm:constr type="ctrX" for="ch" forName="left_42_1" refType="w" fact="0.23"/>
        <dgm:constr type="w" for="ch" forName="left_42_2" refType="w" fact="0.365"/>
        <dgm:constr type="h" for="ch" forName="left_42_2" refType="h" fact="0.185"/>
        <dgm:constr type="b" for="ch" forName="left_42_2" refType="h" fact="0.595"/>
        <dgm:constr type="ctrX" for="ch" forName="left_42_2" refType="w" fact="0.22"/>
        <dgm:constr type="w" for="ch" forName="left_42_3" refType="w" fact="0.365"/>
        <dgm:constr type="h" for="ch" forName="left_42_3" refType="h" fact="0.185"/>
        <dgm:constr type="b" for="ch" forName="left_42_3" refType="h" fact="0.43"/>
        <dgm:constr type="ctrX" for="ch" forName="left_42_3" refType="w" fact="0.21"/>
        <dgm:constr type="w" for="ch" forName="left_42_4" refType="w" fact="0.365"/>
        <dgm:constr type="h" for="ch" forName="left_42_4" refType="h" fact="0.185"/>
        <dgm:constr type="b" for="ch" forName="left_42_4" refType="h" fact="0.265"/>
        <dgm:constr type="ctrX" for="ch" forName="left_42_4" refType="w" fact="0.2"/>
        <dgm:constr type="w" for="ch" forName="right_42_1" refType="w" fact="0.365"/>
        <dgm:constr type="h" for="ch" forName="right_42_1" refType="h" fact="0.185"/>
        <dgm:constr type="b" for="ch" forName="right_42_1" refType="h" fact="0.715"/>
        <dgm:constr type="ctrX" for="ch" forName="right_42_1" refType="w" fact="0.75"/>
        <dgm:constr type="w" for="ch" forName="right_42_2" refType="w" fact="0.365"/>
        <dgm:constr type="h" for="ch" forName="right_42_2" refType="h" fact="0.185"/>
        <dgm:constr type="b" for="ch" forName="right_42_2" refType="h" fact="0.55"/>
        <dgm:constr type="ctrX" for="ch" forName="right_42_2" refType="w" fact="0.74"/>
        <dgm:constr type="w" for="ch" forName="right_34_1" refType="w" fact="0.365"/>
        <dgm:constr type="h" for="ch" forName="right_34_1" refType="h" fact="0.185"/>
        <dgm:constr type="b" for="ch" forName="right_34_1" refType="h" fact="0.76"/>
        <dgm:constr type="ctrX" for="ch" forName="right_34_1" refType="w" fact="0.77"/>
        <dgm:constr type="w" for="ch" forName="right_34_2" refType="w" fact="0.365"/>
        <dgm:constr type="h" for="ch" forName="right_34_2" refType="h" fact="0.185"/>
        <dgm:constr type="b" for="ch" forName="right_34_2" refType="h" fact="0.595"/>
        <dgm:constr type="ctrX" for="ch" forName="right_34_2" refType="w" fact="0.78"/>
        <dgm:constr type="w" for="ch" forName="right_34_3" refType="w" fact="0.365"/>
        <dgm:constr type="h" for="ch" forName="right_34_3" refType="h" fact="0.185"/>
        <dgm:constr type="b" for="ch" forName="right_34_3" refType="h" fact="0.43"/>
        <dgm:constr type="ctrX" for="ch" forName="right_34_3" refType="w" fact="0.79"/>
        <dgm:constr type="w" for="ch" forName="right_34_4" refType="w" fact="0.365"/>
        <dgm:constr type="h" for="ch" forName="right_34_4" refType="h" fact="0.185"/>
        <dgm:constr type="b" for="ch" forName="right_34_4" refType="h" fact="0.265"/>
        <dgm:constr type="ctrX" for="ch" forName="right_34_4" refType="w" fact="0.8"/>
        <dgm:constr type="w" for="ch" forName="left_34_1" refType="w" fact="0.365"/>
        <dgm:constr type="h" for="ch" forName="left_34_1" refType="h" fact="0.185"/>
        <dgm:constr type="b" for="ch" forName="left_34_1" refType="h" fact="0.715"/>
        <dgm:constr type="ctrX" for="ch" forName="left_34_1" refType="w" fact="0.25"/>
        <dgm:constr type="w" for="ch" forName="left_34_2" refType="w" fact="0.365"/>
        <dgm:constr type="h" for="ch" forName="left_34_2" refType="h" fact="0.185"/>
        <dgm:constr type="b" for="ch" forName="left_34_2" refType="h" fact="0.55"/>
        <dgm:constr type="ctrX" for="ch" forName="left_34_2" refType="w" fact="0.26"/>
        <dgm:constr type="w" for="ch" forName="left_34_3" refType="w" fact="0.365"/>
        <dgm:constr type="h" for="ch" forName="left_34_3" refType="h" fact="0.185"/>
        <dgm:constr type="b" for="ch" forName="left_34_3" refType="h" fact="0.385"/>
        <dgm:constr type="ctrX" for="ch" forName="left_34_3" refType="w" fact="0.27"/>
        <dgm:constr type="w" for="ch" forName="left_43_1" refType="w" fact="0.365"/>
        <dgm:constr type="h" for="ch" forName="left_43_1" refType="h" fact="0.185"/>
        <dgm:constr type="b" for="ch" forName="left_43_1" refType="h" fact="0.76"/>
        <dgm:constr type="ctrX" for="ch" forName="left_43_1" refType="w" fact="0.23"/>
        <dgm:constr type="w" for="ch" forName="left_43_2" refType="w" fact="0.365"/>
        <dgm:constr type="h" for="ch" forName="left_43_2" refType="h" fact="0.185"/>
        <dgm:constr type="b" for="ch" forName="left_43_2" refType="h" fact="0.595"/>
        <dgm:constr type="ctrX" for="ch" forName="left_43_2" refType="w" fact="0.22"/>
        <dgm:constr type="w" for="ch" forName="left_43_3" refType="w" fact="0.365"/>
        <dgm:constr type="h" for="ch" forName="left_43_3" refType="h" fact="0.185"/>
        <dgm:constr type="b" for="ch" forName="left_43_3" refType="h" fact="0.43"/>
        <dgm:constr type="ctrX" for="ch" forName="left_43_3" refType="w" fact="0.21"/>
        <dgm:constr type="w" for="ch" forName="left_43_4" refType="w" fact="0.365"/>
        <dgm:constr type="h" for="ch" forName="left_43_4" refType="h" fact="0.185"/>
        <dgm:constr type="b" for="ch" forName="left_43_4" refType="h" fact="0.265"/>
        <dgm:constr type="ctrX" for="ch" forName="left_43_4" refType="w" fact="0.2"/>
        <dgm:constr type="w" for="ch" forName="right_43_1" refType="w" fact="0.365"/>
        <dgm:constr type="h" for="ch" forName="right_43_1" refType="h" fact="0.185"/>
        <dgm:constr type="b" for="ch" forName="right_43_1" refType="h" fact="0.715"/>
        <dgm:constr type="ctrX" for="ch" forName="right_43_1" refType="w" fact="0.75"/>
        <dgm:constr type="w" for="ch" forName="right_43_2" refType="w" fact="0.365"/>
        <dgm:constr type="h" for="ch" forName="right_43_2" refType="h" fact="0.185"/>
        <dgm:constr type="b" for="ch" forName="right_43_2" refType="h" fact="0.55"/>
        <dgm:constr type="ctrX" for="ch" forName="right_43_2" refType="w" fact="0.74"/>
        <dgm:constr type="w" for="ch" forName="right_43_3" refType="w" fact="0.365"/>
        <dgm:constr type="h" for="ch" forName="right_43_3" refType="h" fact="0.185"/>
        <dgm:constr type="b" for="ch" forName="right_43_3" refType="h" fact="0.385"/>
        <dgm:constr type="ctrX" for="ch" forName="right_43_3" refType="w" fact="0.73"/>
        <dgm:constr type="w" for="ch" forName="right_44_1" refType="w" fact="0.36"/>
        <dgm:constr type="h" for="ch" forName="right_44_1" refType="h" fact="0.154"/>
        <dgm:constr type="b" for="ch" forName="right_44_1" refType="h" fact="0.725"/>
        <dgm:constr type="ctrX" for="ch" forName="right_44_1" refType="w" fact="0.76"/>
        <dgm:constr type="w" for="ch" forName="right_44_2" refType="w" fact="0.36"/>
        <dgm:constr type="h" for="ch" forName="right_44_2" refType="h" fact="0.154"/>
        <dgm:constr type="b" for="ch" forName="right_44_2" refType="h" fact="0.559"/>
        <dgm:constr type="ctrX" for="ch" forName="right_44_2" refType="w" fact="0.76"/>
        <dgm:constr type="w" for="ch" forName="right_44_3" refType="w" fact="0.36"/>
        <dgm:constr type="h" for="ch" forName="right_44_3" refType="h" fact="0.154"/>
        <dgm:constr type="b" for="ch" forName="right_44_3" refType="h" fact="0.393"/>
        <dgm:constr type="ctrX" for="ch" forName="right_44_3" refType="w" fact="0.76"/>
        <dgm:constr type="w" for="ch" forName="right_44_4" refType="w" fact="0.36"/>
        <dgm:constr type="h" for="ch" forName="right_44_4" refType="h" fact="0.154"/>
        <dgm:constr type="b" for="ch" forName="right_44_4" refType="h" fact="0.224"/>
        <dgm:constr type="ctrX" for="ch" forName="right_44_4" refType="w" fact="0.76"/>
        <dgm:constr type="w" for="ch" forName="left_44_1" refType="w" fact="0.36"/>
        <dgm:constr type="h" for="ch" forName="left_44_1" refType="h" fact="0.154"/>
        <dgm:constr type="b" for="ch" forName="left_44_1" refType="h" fact="0.725"/>
        <dgm:constr type="ctrX" for="ch" forName="left_44_1" refType="w" fact="0.24"/>
        <dgm:constr type="w" for="ch" forName="left_44_2" refType="w" fact="0.36"/>
        <dgm:constr type="h" for="ch" forName="left_44_2" refType="h" fact="0.154"/>
        <dgm:constr type="b" for="ch" forName="left_44_2" refType="h" fact="0.559"/>
        <dgm:constr type="ctrX" for="ch" forName="left_44_2" refType="w" fact="0.24"/>
        <dgm:constr type="w" for="ch" forName="left_44_3" refType="w" fact="0.36"/>
        <dgm:constr type="h" for="ch" forName="left_44_3" refType="h" fact="0.154"/>
        <dgm:constr type="b" for="ch" forName="left_44_3" refType="h" fact="0.393"/>
        <dgm:constr type="ctrX" for="ch" forName="left_44_3" refType="w" fact="0.24"/>
        <dgm:constr type="w" for="ch" forName="left_44_4" refType="w" fact="0.36"/>
        <dgm:constr type="h" for="ch" forName="left_44_4" refType="h" fact="0.154"/>
        <dgm:constr type="b" for="ch" forName="left_44_4" refType="h" fact="0.224"/>
        <dgm:constr type="ctrX" for="ch" forName="left_44_4" refType="w" fact="0.24"/>
      </dgm:constrLst>
      <dgm:ruleLst/>
      <dgm:layoutNode name="dummyMaxCanvas_ChildArea">
        <dgm:alg type="sp"/>
        <dgm:shape xmlns:r="http://schemas.openxmlformats.org/officeDocument/2006/relationships" r:blip="">
          <dgm:adjLst/>
        </dgm:shape>
        <dgm:presOf/>
        <dgm:constrLst/>
        <dgm:ruleLst/>
      </dgm:layoutNode>
      <dgm:layoutNode name="fulcrum" styleLbl="alignAccFollowNode1">
        <dgm:alg type="sp"/>
        <dgm:shape xmlns:r="http://schemas.openxmlformats.org/officeDocument/2006/relationships" type="triangle" r:blip="">
          <dgm:adjLst/>
        </dgm:shape>
        <dgm:presOf/>
        <dgm:constrLst/>
        <dgm:ruleLst/>
      </dgm:layoutNode>
      <dgm:choose name="Name0">
        <dgm:if name="Name1" axis="ch ch" ptType="node node" st="1 1" cnt="1 0" func="cnt" op="equ" val="0">
          <dgm:choose name="Name2">
            <dgm:if name="Name3" axis="ch ch" ptType="node node" st="2 1" cnt="1 0" func="cnt" op="equ" val="0">
              <dgm:layoutNode name="balance_00" styleLbl="alignAccFollowNode1">
                <dgm:varLst>
                  <dgm:bulletEnabled val="1"/>
                </dgm:varLst>
                <dgm:alg type="sp"/>
                <dgm:shape xmlns:r="http://schemas.openxmlformats.org/officeDocument/2006/relationships" type="rect" r:blip="">
                  <dgm:adjLst/>
                </dgm:shape>
                <dgm:presOf/>
                <dgm:constrLst/>
                <dgm:ruleLst/>
              </dgm:layoutNode>
            </dgm:if>
            <dgm:else name="Name4">
              <dgm:choose name="Name5">
                <dgm:if name="Name6" axis="ch ch" ptType="node node" st="2 1" cnt="1 0" func="cnt" op="equ" val="1">
                  <dgm:layoutNode name="balance_01" styleLbl="alignAccFollowNode1">
                    <dgm:varLst>
                      <dgm:bulletEnabled val="1"/>
                    </dgm:varLst>
                    <dgm:alg type="sp"/>
                    <dgm:shape xmlns:r="http://schemas.openxmlformats.org/officeDocument/2006/relationships" rot="4" type="rect" r:blip="">
                      <dgm:adjLst/>
                    </dgm:shape>
                    <dgm:presOf/>
                    <dgm:constrLst/>
                    <dgm:ruleLst/>
                  </dgm:layoutNode>
                  <dgm:layoutNode name="right_0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
                  <dgm:choose name="Name8">
                    <dgm:if name="Name9" axis="ch ch" ptType="node node" st="2 1" cnt="1 0" func="cnt" op="equ" val="2">
                      <dgm:layoutNode name="balance_02" styleLbl="alignAccFollowNode1">
                        <dgm:varLst>
                          <dgm:bulletEnabled val="1"/>
                        </dgm:varLst>
                        <dgm:alg type="sp"/>
                        <dgm:shape xmlns:r="http://schemas.openxmlformats.org/officeDocument/2006/relationships" rot="4" type="rect" r:blip="">
                          <dgm:adjLst/>
                        </dgm:shape>
                        <dgm:presOf/>
                        <dgm:constrLst/>
                        <dgm:ruleLst/>
                      </dgm:layoutNode>
                      <dgm:layoutNode name="right_0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
                      <dgm:choose name="Name11">
                        <dgm:if name="Name12" axis="ch ch" ptType="node node" st="2 1" cnt="1 0" func="cnt" op="equ" val="3">
                          <dgm:layoutNode name="balance_03" styleLbl="alignAccFollowNode1">
                            <dgm:varLst>
                              <dgm:bulletEnabled val="1"/>
                            </dgm:varLst>
                            <dgm:alg type="sp"/>
                            <dgm:shape xmlns:r="http://schemas.openxmlformats.org/officeDocument/2006/relationships" rot="4" type="rect" r:blip="">
                              <dgm:adjLst/>
                            </dgm:shape>
                            <dgm:presOf/>
                            <dgm:constrLst/>
                            <dgm:ruleLst/>
                          </dgm:layoutNode>
                          <dgm:layoutNode name="right_0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3">
                          <dgm:choose name="Name14">
                            <dgm:if name="Name15" axis="ch ch" ptType="node node" st="2 1" cnt="1 0" func="cnt" op="gte" val="4">
                              <dgm:layoutNode name="balance_04" styleLbl="alignAccFollowNode1">
                                <dgm:varLst>
                                  <dgm:bulletEnabled val="1"/>
                                </dgm:varLst>
                                <dgm:alg type="sp"/>
                                <dgm:shape xmlns:r="http://schemas.openxmlformats.org/officeDocument/2006/relationships" rot="4" type="rect" r:blip="">
                                  <dgm:adjLst/>
                                </dgm:shape>
                                <dgm:presOf/>
                                <dgm:constrLst/>
                                <dgm:ruleLst/>
                              </dgm:layoutNode>
                              <dgm:layoutNode name="right_0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6"/>
                          </dgm:choose>
                        </dgm:else>
                      </dgm:choose>
                    </dgm:else>
                  </dgm:choose>
                </dgm:else>
              </dgm:choose>
            </dgm:else>
          </dgm:choose>
        </dgm:if>
        <dgm:else name="Name17">
          <dgm:choose name="Name18">
            <dgm:if name="Name19" axis="ch ch" ptType="node node" st="1 1" cnt="1 0" func="cnt" op="equ" val="1">
              <dgm:choose name="Name20">
                <dgm:if name="Name21" axis="ch ch" ptType="node node" st="2 1" cnt="1 0" func="cnt" op="equ" val="0">
                  <dgm:layoutNode name="balance_10" styleLbl="alignAccFollowNode1">
                    <dgm:varLst>
                      <dgm:bulletEnabled val="1"/>
                    </dgm:varLst>
                    <dgm:alg type="sp"/>
                    <dgm:shape xmlns:r="http://schemas.openxmlformats.org/officeDocument/2006/relationships" rot="-4" type="rect" r:blip="">
                      <dgm:adjLst/>
                    </dgm:shape>
                    <dgm:presOf/>
                    <dgm:constrLst/>
                    <dgm:ruleLst/>
                  </dgm:layoutNode>
                  <dgm:layoutNode name="left_1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2">
                  <dgm:choose name="Name23">
                    <dgm:if name="Name24" axis="ch ch" ptType="node node" st="2 1" cnt="1 0" func="cnt" op="equ" val="1">
                      <dgm:layoutNode name="balance_11" styleLbl="alignAccFollowNode1">
                        <dgm:varLst>
                          <dgm:bulletEnabled val="1"/>
                        </dgm:varLst>
                        <dgm:alg type="sp"/>
                        <dgm:shape xmlns:r="http://schemas.openxmlformats.org/officeDocument/2006/relationships" type="rect" r:blip="">
                          <dgm:adjLst/>
                        </dgm:shape>
                        <dgm:presOf/>
                        <dgm:constrLst/>
                        <dgm:ruleLst/>
                      </dgm:layoutNode>
                      <dgm:layoutNode name="left_11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1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5">
                      <dgm:choose name="Name26">
                        <dgm:if name="Name27" axis="ch ch" ptType="node node" st="2 1" cnt="1 0" func="cnt" op="equ" val="2">
                          <dgm:layoutNode name="balance_12" styleLbl="alignAccFollowNode1">
                            <dgm:varLst>
                              <dgm:bulletEnabled val="1"/>
                            </dgm:varLst>
                            <dgm:alg type="sp"/>
                            <dgm:shape xmlns:r="http://schemas.openxmlformats.org/officeDocument/2006/relationships" rot="4" type="rect" r:blip="">
                              <dgm:adjLst/>
                            </dgm:shape>
                            <dgm:presOf/>
                            <dgm:constrLst/>
                            <dgm:ruleLst/>
                          </dgm:layoutNode>
                          <dgm:layoutNode name="right_1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8">
                          <dgm:choose name="Name29">
                            <dgm:if name="Name30" axis="ch ch" ptType="node node" st="2 1" cnt="1 0" func="cnt" op="equ" val="3">
                              <dgm:layoutNode name="balance_13" styleLbl="alignAccFollowNode1">
                                <dgm:varLst>
                                  <dgm:bulletEnabled val="1"/>
                                </dgm:varLst>
                                <dgm:alg type="sp"/>
                                <dgm:shape xmlns:r="http://schemas.openxmlformats.org/officeDocument/2006/relationships" rot="4" type="rect" r:blip="">
                                  <dgm:adjLst/>
                                </dgm:shape>
                                <dgm:presOf/>
                                <dgm:constrLst/>
                                <dgm:ruleLst/>
                              </dgm:layoutNode>
                              <dgm:layoutNode name="right_1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1">
                              <dgm:choose name="Name32">
                                <dgm:if name="Name33" axis="ch ch" ptType="node node" st="2 1" cnt="1 0" func="cnt" op="gte" val="4">
                                  <dgm:layoutNode name="balance_14" styleLbl="alignAccFollowNode1">
                                    <dgm:varLst>
                                      <dgm:bulletEnabled val="1"/>
                                    </dgm:varLst>
                                    <dgm:alg type="sp"/>
                                    <dgm:shape xmlns:r="http://schemas.openxmlformats.org/officeDocument/2006/relationships" rot="4" type="rect" r:blip="">
                                      <dgm:adjLst/>
                                    </dgm:shape>
                                    <dgm:presOf/>
                                    <dgm:constrLst/>
                                    <dgm:ruleLst/>
                                  </dgm:layoutNode>
                                  <dgm:layoutNode name="right_1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4"/>
                              </dgm:choose>
                            </dgm:else>
                          </dgm:choose>
                        </dgm:else>
                      </dgm:choose>
                    </dgm:else>
                  </dgm:choose>
                </dgm:else>
              </dgm:choose>
            </dgm:if>
            <dgm:else name="Name35">
              <dgm:choose name="Name36">
                <dgm:if name="Name37" axis="ch ch" ptType="node node" st="1 1" cnt="1 0" func="cnt" op="equ" val="2">
                  <dgm:choose name="Name38">
                    <dgm:if name="Name39" axis="ch ch" ptType="node node" st="2 1" cnt="1 0" func="cnt" op="equ" val="0">
                      <dgm:layoutNode name="balance_20" styleLbl="alignAccFollowNode1">
                        <dgm:varLst>
                          <dgm:bulletEnabled val="1"/>
                        </dgm:varLst>
                        <dgm:alg type="sp"/>
                        <dgm:shape xmlns:r="http://schemas.openxmlformats.org/officeDocument/2006/relationships" rot="-4" type="rect" r:blip="">
                          <dgm:adjLst/>
                        </dgm:shape>
                        <dgm:presOf/>
                        <dgm:constrLst/>
                        <dgm:ruleLst/>
                      </dgm:layoutNode>
                      <dgm:layoutNode name="left_2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0">
                      <dgm:choose name="Name41">
                        <dgm:if name="Name42" axis="ch ch" ptType="node node" st="2 1" cnt="1 0" func="cnt" op="equ" val="1">
                          <dgm:layoutNode name="balance_21" styleLbl="alignAccFollowNode1">
                            <dgm:varLst>
                              <dgm:bulletEnabled val="1"/>
                            </dgm:varLst>
                            <dgm:alg type="sp"/>
                            <dgm:shape xmlns:r="http://schemas.openxmlformats.org/officeDocument/2006/relationships" rot="-4" type="rect" r:blip="">
                              <dgm:adjLst/>
                            </dgm:shape>
                            <dgm:presOf/>
                            <dgm:constrLst/>
                            <dgm:ruleLst/>
                          </dgm:layoutNode>
                          <dgm:layoutNode name="left_2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3">
                          <dgm:choose name="Name44">
                            <dgm:if name="Name45" axis="ch ch" ptType="node node" st="2 1" cnt="1 0" func="cnt" op="equ" val="2">
                              <dgm:layoutNode name="balance_22" styleLbl="alignAccFollowNode1">
                                <dgm:varLst>
                                  <dgm:bulletEnabled val="1"/>
                                </dgm:varLst>
                                <dgm:alg type="sp"/>
                                <dgm:shape xmlns:r="http://schemas.openxmlformats.org/officeDocument/2006/relationships" type="rect" r:blip="">
                                  <dgm:adjLst/>
                                </dgm:shape>
                                <dgm:presOf/>
                                <dgm:constrLst/>
                                <dgm:ruleLst/>
                              </dgm:layoutNode>
                              <dgm:layoutNode name="right_22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2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6">
                              <dgm:choose name="Name47">
                                <dgm:if name="Name48" axis="ch ch" ptType="node node" st="2 1" cnt="1 0" func="cnt" op="equ" val="3">
                                  <dgm:layoutNode name="balance_23" styleLbl="alignAccFollowNode1">
                                    <dgm:varLst>
                                      <dgm:bulletEnabled val="1"/>
                                    </dgm:varLst>
                                    <dgm:alg type="sp"/>
                                    <dgm:shape xmlns:r="http://schemas.openxmlformats.org/officeDocument/2006/relationships" rot="4" type="rect" r:blip="">
                                      <dgm:adjLst/>
                                    </dgm:shape>
                                    <dgm:presOf/>
                                    <dgm:constrLst/>
                                    <dgm:ruleLst/>
                                  </dgm:layoutNode>
                                  <dgm:layoutNode name="right_2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9">
                                  <dgm:choose name="Name50">
                                    <dgm:if name="Name51" axis="ch ch" ptType="node node" st="2 1" cnt="1 0" func="cnt" op="gte" val="4">
                                      <dgm:layoutNode name="balance_24" styleLbl="alignAccFollowNode1">
                                        <dgm:varLst>
                                          <dgm:bulletEnabled val="1"/>
                                        </dgm:varLst>
                                        <dgm:alg type="sp"/>
                                        <dgm:shape xmlns:r="http://schemas.openxmlformats.org/officeDocument/2006/relationships" rot="4" type="rect" r:blip="">
                                          <dgm:adjLst/>
                                        </dgm:shape>
                                        <dgm:presOf/>
                                        <dgm:constrLst/>
                                        <dgm:ruleLst/>
                                      </dgm:layoutNode>
                                      <dgm:layoutNode name="right_2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2"/>
                                  </dgm:choose>
                                </dgm:else>
                              </dgm:choose>
                            </dgm:else>
                          </dgm:choose>
                        </dgm:else>
                      </dgm:choose>
                    </dgm:else>
                  </dgm:choose>
                </dgm:if>
                <dgm:else name="Name53">
                  <dgm:choose name="Name54">
                    <dgm:if name="Name55" axis="ch ch" ptType="node node" st="1 1" cnt="1 0" func="cnt" op="equ" val="3">
                      <dgm:choose name="Name56">
                        <dgm:if name="Name57" axis="ch ch" ptType="node node" st="2 1" cnt="1 0" func="cnt" op="equ" val="0">
                          <dgm:layoutNode name="balance_30" styleLbl="alignAccFollowNode1">
                            <dgm:varLst>
                              <dgm:bulletEnabled val="1"/>
                            </dgm:varLst>
                            <dgm:alg type="sp"/>
                            <dgm:shape xmlns:r="http://schemas.openxmlformats.org/officeDocument/2006/relationships" rot="-4" type="rect" r:blip="">
                              <dgm:adjLst/>
                            </dgm:shape>
                            <dgm:presOf/>
                            <dgm:constrLst/>
                            <dgm:ruleLst/>
                          </dgm:layoutNode>
                          <dgm:layoutNode name="left_3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name="Name59">
                            <dgm:if name="Name60" axis="ch ch" ptType="node node" st="2 1" cnt="1 0" func="cnt" op="equ" val="1">
                              <dgm:layoutNode name="balance_31" styleLbl="alignAccFollowNode1">
                                <dgm:varLst>
                                  <dgm:bulletEnabled val="1"/>
                                </dgm:varLst>
                                <dgm:alg type="sp"/>
                                <dgm:shape xmlns:r="http://schemas.openxmlformats.org/officeDocument/2006/relationships" rot="-4" type="rect" r:blip="">
                                  <dgm:adjLst/>
                                </dgm:shape>
                                <dgm:presOf/>
                                <dgm:constrLst/>
                                <dgm:ruleLst/>
                              </dgm:layoutNode>
                              <dgm:layoutNode name="left_3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1">
                              <dgm:choose name="Name62">
                                <dgm:if name="Name63" axis="ch ch" ptType="node node" st="2 1" cnt="1 0" func="cnt" op="equ" val="2">
                                  <dgm:layoutNode name="balance_32" styleLbl="alignAccFollowNode1">
                                    <dgm:varLst>
                                      <dgm:bulletEnabled val="1"/>
                                    </dgm:varLst>
                                    <dgm:alg type="sp"/>
                                    <dgm:shape xmlns:r="http://schemas.openxmlformats.org/officeDocument/2006/relationships" rot="-4" type="rect" r:blip="">
                                      <dgm:adjLst/>
                                    </dgm:shape>
                                    <dgm:presOf/>
                                    <dgm:constrLst/>
                                    <dgm:ruleLst/>
                                  </dgm:layoutNode>
                                  <dgm:layoutNode name="left_3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4">
                                  <dgm:choose name="Name65">
                                    <dgm:if name="Name66" axis="ch ch" ptType="node node" st="2 1" cnt="1 0" func="cnt" op="equ" val="3">
                                      <dgm:layoutNode name="balance_33" styleLbl="alignAccFollowNode1">
                                        <dgm:varLst>
                                          <dgm:bulletEnabled val="1"/>
                                        </dgm:varLst>
                                        <dgm:alg type="sp"/>
                                        <dgm:shape xmlns:r="http://schemas.openxmlformats.org/officeDocument/2006/relationships" type="rect" r:blip="">
                                          <dgm:adjLst/>
                                        </dgm:shape>
                                        <dgm:presOf/>
                                        <dgm:constrLst/>
                                        <dgm:ruleLst/>
                                      </dgm:layoutNode>
                                      <dgm:layoutNode name="right_33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7">
                                      <dgm:choose name="Name68">
                                        <dgm:if name="Name69" axis="ch ch" ptType="node node" st="2 1" cnt="1 0" func="cnt" op="gte" val="4">
                                          <dgm:layoutNode name="balance_34" styleLbl="alignAccFollowNode1">
                                            <dgm:varLst>
                                              <dgm:bulletEnabled val="1"/>
                                            </dgm:varLst>
                                            <dgm:alg type="sp"/>
                                            <dgm:shape xmlns:r="http://schemas.openxmlformats.org/officeDocument/2006/relationships" rot="4" type="rect" r:blip="">
                                              <dgm:adjLst/>
                                            </dgm:shape>
                                            <dgm:presOf/>
                                            <dgm:constrLst/>
                                            <dgm:ruleLst/>
                                          </dgm:layoutNode>
                                          <dgm:layoutNode name="right_3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0"/>
                                      </dgm:choose>
                                    </dgm:else>
                                  </dgm:choose>
                                </dgm:else>
                              </dgm:choose>
                            </dgm:else>
                          </dgm:choose>
                        </dgm:else>
                      </dgm:choose>
                    </dgm:if>
                    <dgm:else name="Name71">
                      <dgm:choose name="Name72">
                        <dgm:if name="Name73" axis="ch ch" ptType="node node" st="1 1" cnt="1 0" func="cnt" op="gte" val="4">
                          <dgm:choose name="Name74">
                            <dgm:if name="Name75" axis="ch ch" ptType="node node" st="2 1" cnt="1 0" func="cnt" op="equ" val="0">
                              <dgm:layoutNode name="balance_40" styleLbl="alignAccFollowNode1">
                                <dgm:varLst>
                                  <dgm:bulletEnabled val="1"/>
                                </dgm:varLst>
                                <dgm:alg type="sp"/>
                                <dgm:shape xmlns:r="http://schemas.openxmlformats.org/officeDocument/2006/relationships" rot="-4" type="rect" r:blip="">
                                  <dgm:adjLst/>
                                </dgm:shape>
                                <dgm:presOf/>
                                <dgm:constrLst/>
                                <dgm:ruleLst/>
                              </dgm:layoutNode>
                              <dgm:layoutNode name="left_4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6">
                              <dgm:choose name="Name77">
                                <dgm:if name="Name78" axis="ch ch" ptType="node node" st="2 1" cnt="1 0" func="cnt" op="equ" val="1">
                                  <dgm:layoutNode name="balance_41" styleLbl="alignAccFollowNode1">
                                    <dgm:varLst>
                                      <dgm:bulletEnabled val="1"/>
                                    </dgm:varLst>
                                    <dgm:alg type="sp"/>
                                    <dgm:shape xmlns:r="http://schemas.openxmlformats.org/officeDocument/2006/relationships" rot="-4" type="rect" r:blip="">
                                      <dgm:adjLst/>
                                    </dgm:shape>
                                    <dgm:presOf/>
                                    <dgm:constrLst/>
                                    <dgm:ruleLst/>
                                  </dgm:layoutNode>
                                  <dgm:layoutNode name="left_4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name="Name80">
                                    <dgm:if name="Name81" axis="ch ch" ptType="node node" st="2 1" cnt="1 0" func="cnt" op="equ" val="2">
                                      <dgm:layoutNode name="balance_42" styleLbl="alignAccFollowNode1">
                                        <dgm:varLst>
                                          <dgm:bulletEnabled val="1"/>
                                        </dgm:varLst>
                                        <dgm:alg type="sp"/>
                                        <dgm:shape xmlns:r="http://schemas.openxmlformats.org/officeDocument/2006/relationships" rot="-4" type="rect" r:blip="">
                                          <dgm:adjLst/>
                                        </dgm:shape>
                                        <dgm:presOf/>
                                        <dgm:constrLst/>
                                        <dgm:ruleLst/>
                                      </dgm:layoutNode>
                                      <dgm:layoutNode name="left_4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2">
                                      <dgm:choose name="Name83">
                                        <dgm:if name="Name84" axis="ch ch" ptType="node node" st="2 1" cnt="1 0" func="cnt" op="equ" val="3">
                                          <dgm:layoutNode name="balance_43" styleLbl="alignAccFollowNode1">
                                            <dgm:varLst>
                                              <dgm:bulletEnabled val="1"/>
                                            </dgm:varLst>
                                            <dgm:alg type="sp"/>
                                            <dgm:shape xmlns:r="http://schemas.openxmlformats.org/officeDocument/2006/relationships" rot="-4" type="rect" r:blip="">
                                              <dgm:adjLst/>
                                            </dgm:shape>
                                            <dgm:presOf/>
                                            <dgm:constrLst/>
                                            <dgm:ruleLst/>
                                          </dgm:layoutNode>
                                          <dgm:layoutNode name="left_4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5">
                                          <dgm:choose name="Name86">
                                            <dgm:if name="Name87" axis="ch ch" ptType="node node" st="2 1" cnt="1 0" func="cnt" op="gte" val="4">
                                              <dgm:layoutNode name="balance_44" styleLbl="alignAccFollowNode1">
                                                <dgm:varLst>
                                                  <dgm:bulletEnabled val="1"/>
                                                </dgm:varLst>
                                                <dgm:alg type="sp"/>
                                                <dgm:shape xmlns:r="http://schemas.openxmlformats.org/officeDocument/2006/relationships" type="rect" r:blip="">
                                                  <dgm:adjLst/>
                                                </dgm:shape>
                                                <dgm:presOf/>
                                                <dgm:constrLst/>
                                                <dgm:ruleLst/>
                                              </dgm:layoutNode>
                                              <dgm:layoutNode name="right_44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4" styleLbl="node1">
                                                <dgm:varLst>
                                                  <dgm:bulletEnabled val="1"/>
                                                </dgm:varLst>
                                                <dgm:alg type="tx"/>
                                                <dgm:shape xmlns:r="http://schemas.openxmlformats.org/officeDocument/2006/relationships"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4" styleLbl="node1">
                                                <dgm:varLst>
                                                  <dgm:bulletEnabled val="1"/>
                                                </dgm:varLst>
                                                <dgm:alg type="tx"/>
                                                <dgm:shape xmlns:r="http://schemas.openxmlformats.org/officeDocument/2006/relationships"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8"/>
                                          </dgm:choose>
                                        </dgm:else>
                                      </dgm:choose>
                                    </dgm:else>
                                  </dgm:choose>
                                </dgm:else>
                              </dgm:choose>
                            </dgm:else>
                          </dgm:choose>
                        </dgm:if>
                        <dgm:else name="Name89"/>
                      </dgm:choose>
                    </dgm:else>
                  </dgm:choose>
                </dgm:else>
              </dgm:choose>
            </dgm:else>
          </dgm:choose>
        </dgm:else>
      </dgm:choose>
    </dgm:layoutNode>
  </dgm:layoutNode>
</dgm:layoutDef>
</file>

<file path=ppt/diagrams/layout5.xml><?xml version="1.0" encoding="utf-8"?>
<dgm:layoutDef xmlns:dgm="http://schemas.openxmlformats.org/drawingml/2006/diagram" xmlns:a="http://schemas.openxmlformats.org/drawingml/2006/main" uniqueId="urn:microsoft.com/office/officeart/2005/8/layout/balance1">
  <dgm:title val=""/>
  <dgm:desc val=""/>
  <dgm:catLst>
    <dgm:cat type="relationship" pri="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23">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25" srcId="2" destId="23" srcOrd="0" destOrd="0"/>
      </dgm:cxnLst>
      <dgm:bg/>
      <dgm:whole/>
    </dgm:dataModel>
  </dgm:sampData>
  <dgm:styleData>
    <dgm:dataModel>
      <dgm:ptLst>
        <dgm:pt modelId="0" type="doc"/>
        <dgm:pt modelId="1"/>
        <dgm:pt modelId="11"/>
        <dgm:pt modelId="12"/>
        <dgm:pt modelId="2"/>
        <dgm:pt modelId="21"/>
        <dgm:pt modelId="22"/>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tyleData>
  <dgm:clrData>
    <dgm:dataModel>
      <dgm:ptLst>
        <dgm:pt modelId="0" type="doc"/>
        <dgm:pt modelId="1"/>
        <dgm:pt modelId="11"/>
        <dgm:pt modelId="12"/>
        <dgm:pt modelId="13"/>
        <dgm:pt modelId="2"/>
        <dgm:pt modelId="21"/>
        <dgm:pt modelId="22"/>
        <dgm:pt modelId="23"/>
      </dgm:ptLst>
      <dgm:cxnLst>
        <dgm:cxn modelId="4" srcId="0" destId="1" srcOrd="0" destOrd="0"/>
        <dgm:cxn modelId="5" srcId="0" destId="2" srcOrd="1" destOrd="0"/>
        <dgm:cxn modelId="15" srcId="1" destId="11" srcOrd="0" destOrd="0"/>
        <dgm:cxn modelId="16" srcId="1" destId="12" srcOrd="0" destOrd="0"/>
        <dgm:cxn modelId="17" srcId="1" destId="13" srcOrd="0" destOrd="0"/>
        <dgm:cxn modelId="25" srcId="2" destId="21" srcOrd="0" destOrd="0"/>
        <dgm:cxn modelId="26" srcId="2" destId="22" srcOrd="0" destOrd="0"/>
        <dgm:cxn modelId="27" srcId="2" destId="23" srcOrd="0" destOrd="0"/>
      </dgm:cxnLst>
      <dgm:bg/>
      <dgm:whole/>
    </dgm:dataModel>
  </dgm:clrData>
  <dgm:layoutNode name="outerComposite">
    <dgm:varLst>
      <dgm:chMax val="2"/>
      <dgm:animLvl val="lvl"/>
      <dgm:resizeHandles val="exact"/>
    </dgm:varLst>
    <dgm:alg type="composite">
      <dgm:param type="ar" val="1"/>
    </dgm:alg>
    <dgm:shape xmlns:r="http://schemas.openxmlformats.org/officeDocument/2006/relationships" r:blip="">
      <dgm:adjLst/>
    </dgm:shape>
    <dgm:presOf/>
    <dgm:constrLst>
      <dgm:constr type="h" for="ch" forName="parentComposite" refType="h" refFor="ch" refForName="dummyMaxCanvas" op="equ" fact="0.2"/>
      <dgm:constr type="t" for="ch" forName="parentComposite"/>
      <dgm:constr type="h" for="ch" forName="childrenComposite" refType="h" refFor="ch" refForName="dummyMaxCanvas" op="equ" fact="0.8"/>
      <dgm:constr type="t" for="ch" forName="childrenComposite" refType="h" refFor="ch" refForName="dummyMaxCanvas" fact="0.2"/>
    </dgm:constrLst>
    <dgm:ruleLst/>
    <dgm:layoutNode name="dummyMaxCanvas">
      <dgm:alg type="sp"/>
      <dgm:shape xmlns:r="http://schemas.openxmlformats.org/officeDocument/2006/relationships" r:blip="">
        <dgm:adjLst/>
      </dgm:shape>
      <dgm:presOf/>
      <dgm:constrLst/>
      <dgm:ruleLst/>
    </dgm:layoutNode>
    <dgm:layoutNode name="parentComposite">
      <dgm:alg type="composite"/>
      <dgm:shape xmlns:r="http://schemas.openxmlformats.org/officeDocument/2006/relationships" r:blip="">
        <dgm:adjLst/>
      </dgm:shape>
      <dgm:presOf/>
      <dgm:constrLst>
        <dgm:constr type="w" for="ch" forName="parent1" refType="w" fact="0.36"/>
        <dgm:constr type="ctrX" for="ch" forName="parent1" refType="w" fact="0.24"/>
        <dgm:constr type="w" for="ch" forName="parent2" refType="w" fact="0.36"/>
        <dgm:constr type="ctrX" for="ch" forName="parent2" refType="w" fact="0.76"/>
        <dgm:constr type="primFontSz" for="ch" ptType="node" op="equ"/>
      </dgm:constrLst>
      <dgm:ruleLst/>
      <dgm:layoutNode name="parent1" styleLbl="alignAccFollowNode1">
        <dgm:varLst>
          <dgm:chMax val="4"/>
        </dgm:varLst>
        <dgm:alg type="tx"/>
        <dgm:shape xmlns:r="http://schemas.openxmlformats.org/officeDocument/2006/relationships" type="roundRect" r:blip="">
          <dgm:adjLst>
            <dgm:adj idx="1" val="0.1"/>
          </dgm:adjLst>
        </dgm:shape>
        <dgm:presOf axis="ch" ptType="node"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2" styleLbl="alignAccFollowNode1">
        <dgm:varLst>
          <dgm:chMax val="4"/>
        </dgm:varLst>
        <dgm:alg type="tx"/>
        <dgm:shape xmlns:r="http://schemas.openxmlformats.org/officeDocument/2006/relationships" type="roundRect" r:blip="">
          <dgm:adjLst>
            <dgm:adj idx="1" val="0.1"/>
          </dgm:adjLst>
        </dgm:shape>
        <dgm:presOf axis="ch" ptType="node" st="2"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Node name="childrenComposite">
      <dgm:alg type="composite"/>
      <dgm:shape xmlns:r="http://schemas.openxmlformats.org/officeDocument/2006/relationships" r:blip="">
        <dgm:adjLst/>
      </dgm:shape>
      <dgm:presOf/>
      <dgm:constrLst>
        <dgm:constr type="primFontSz" for="ch" ptType="node" op="equ" val="65"/>
        <dgm:constr type="w" for="ch" forName="fulcrum" refType="w" fact="0.15"/>
        <dgm:constr type="h" for="ch" forName="fulcrum" refType="w" refFor="ch" refForName="fulcrum"/>
        <dgm:constr type="b" for="ch" forName="fulcrum" refType="h"/>
        <dgm:constr type="ctrX" for="ch" forName="fulcrum" refType="w" fact="0.5"/>
        <dgm:constr type="w" for="ch" forName="balance_00" refType="w" fact="0.9"/>
        <dgm:constr type="h" for="ch" forName="balance_00" refType="h" fact="0.076"/>
        <dgm:constr type="b" for="ch" forName="balance_00" refType="h" fact="0.81"/>
        <dgm:constr type="ctrX" for="ch" forName="balance_00" refType="w" fact="0.5"/>
        <dgm:constr type="w" for="ch" forName="balance_01" refType="w"/>
        <dgm:constr type="h" for="ch" forName="balance_01" refType="h" fact="0.157"/>
        <dgm:constr type="b" for="ch" forName="balance_01" refType="h" fact="0.85"/>
        <dgm:constr type="ctrX" for="ch" forName="balance_01" refType="w" fact="0.5"/>
        <dgm:constr type="w" for="ch" forName="balance_02" refType="w"/>
        <dgm:constr type="h" for="ch" forName="balance_02" refType="h" fact="0.157"/>
        <dgm:constr type="b" for="ch" forName="balance_02" refType="h" fact="0.85"/>
        <dgm:constr type="ctrX" for="ch" forName="balance_02" refType="w" fact="0.5"/>
        <dgm:constr type="w" for="ch" forName="balance_03" refType="w"/>
        <dgm:constr type="h" for="ch" forName="balance_03" refType="h" fact="0.157"/>
        <dgm:constr type="b" for="ch" forName="balance_03" refType="h" fact="0.85"/>
        <dgm:constr type="ctrX" for="ch" forName="balance_03" refType="w" fact="0.5"/>
        <dgm:constr type="w" for="ch" forName="balance_04" refType="w"/>
        <dgm:constr type="h" for="ch" forName="balance_04" refType="h" fact="0.157"/>
        <dgm:constr type="b" for="ch" forName="balance_04" refType="h" fact="0.85"/>
        <dgm:constr type="ctrX" for="ch" forName="balance_04" refType="w" fact="0.5"/>
        <dgm:constr type="w" for="ch" forName="balance_10" refType="w"/>
        <dgm:constr type="h" for="ch" forName="balance_10" refType="h" fact="0.157"/>
        <dgm:constr type="b" for="ch" forName="balance_10" refType="h" fact="0.85"/>
        <dgm:constr type="ctrX" for="ch" forName="balance_10" refType="w" fact="0.5"/>
        <dgm:constr type="w" for="ch" forName="balance_11" refType="w" fact="0.9"/>
        <dgm:constr type="h" for="ch" forName="balance_11" refType="h" fact="0.076"/>
        <dgm:constr type="b" for="ch" forName="balance_11" refType="h" fact="0.81"/>
        <dgm:constr type="ctrX" for="ch" forName="balance_11" refType="w" fact="0.5"/>
        <dgm:constr type="w" for="ch" forName="balance_12" refType="w"/>
        <dgm:constr type="h" for="ch" forName="balance_12" refType="h" fact="0.157"/>
        <dgm:constr type="b" for="ch" forName="balance_12" refType="h" fact="0.85"/>
        <dgm:constr type="ctrX" for="ch" forName="balance_12" refType="w" fact="0.5"/>
        <dgm:constr type="w" for="ch" forName="balance_13" refType="w"/>
        <dgm:constr type="h" for="ch" forName="balance_13" refType="h" fact="0.157"/>
        <dgm:constr type="b" for="ch" forName="balance_13" refType="h" fact="0.85"/>
        <dgm:constr type="ctrX" for="ch" forName="balance_13" refType="w" fact="0.5"/>
        <dgm:constr type="w" for="ch" forName="balance_14" refType="w"/>
        <dgm:constr type="h" for="ch" forName="balance_14" refType="h" fact="0.157"/>
        <dgm:constr type="b" for="ch" forName="balance_14" refType="h" fact="0.85"/>
        <dgm:constr type="ctrX" for="ch" forName="balance_14" refType="w" fact="0.5"/>
        <dgm:constr type="w" for="ch" forName="balance_20" refType="w"/>
        <dgm:constr type="h" for="ch" forName="balance_20" refType="h" fact="0.157"/>
        <dgm:constr type="b" for="ch" forName="balance_20" refType="h" fact="0.85"/>
        <dgm:constr type="ctrX" for="ch" forName="balance_20" refType="w" fact="0.5"/>
        <dgm:constr type="w" for="ch" forName="balance_21" refType="w"/>
        <dgm:constr type="h" for="ch" forName="balance_21" refType="h" fact="0.157"/>
        <dgm:constr type="b" for="ch" forName="balance_21" refType="h" fact="0.85"/>
        <dgm:constr type="ctrX" for="ch" forName="balance_21" refType="w" fact="0.5"/>
        <dgm:constr type="w" for="ch" forName="balance_22" refType="w" fact="0.9"/>
        <dgm:constr type="h" for="ch" forName="balance_22" refType="h" fact="0.076"/>
        <dgm:constr type="b" for="ch" forName="balance_22" refType="h" fact="0.81"/>
        <dgm:constr type="ctrX" for="ch" forName="balance_22" refType="w" fact="0.5"/>
        <dgm:constr type="w" for="ch" forName="balance_23" refType="w"/>
        <dgm:constr type="h" for="ch" forName="balance_23" refType="h" fact="0.157"/>
        <dgm:constr type="b" for="ch" forName="balance_23" refType="h" fact="0.85"/>
        <dgm:constr type="ctrX" for="ch" forName="balance_23" refType="w" fact="0.5"/>
        <dgm:constr type="w" for="ch" forName="balance_24" refType="w"/>
        <dgm:constr type="h" for="ch" forName="balance_24" refType="h" fact="0.157"/>
        <dgm:constr type="b" for="ch" forName="balance_24" refType="h" fact="0.85"/>
        <dgm:constr type="ctrX" for="ch" forName="balance_24" refType="w" fact="0.5"/>
        <dgm:constr type="w" for="ch" forName="balance_30" refType="w"/>
        <dgm:constr type="h" for="ch" forName="balance_30" refType="h" fact="0.157"/>
        <dgm:constr type="b" for="ch" forName="balance_30" refType="h" fact="0.85"/>
        <dgm:constr type="ctrX" for="ch" forName="balance_30" refType="w" fact="0.5"/>
        <dgm:constr type="w" for="ch" forName="balance_31" refType="w"/>
        <dgm:constr type="h" for="ch" forName="balance_31" refType="h" fact="0.157"/>
        <dgm:constr type="b" for="ch" forName="balance_31" refType="h" fact="0.85"/>
        <dgm:constr type="ctrX" for="ch" forName="balance_31" refType="w" fact="0.5"/>
        <dgm:constr type="w" for="ch" forName="balance_32" refType="w"/>
        <dgm:constr type="h" for="ch" forName="balance_32" refType="h" fact="0.157"/>
        <dgm:constr type="b" for="ch" forName="balance_32" refType="h" fact="0.85"/>
        <dgm:constr type="ctrX" for="ch" forName="balance_32" refType="w" fact="0.5"/>
        <dgm:constr type="w" for="ch" forName="balance_33" refType="w" fact="0.9"/>
        <dgm:constr type="h" for="ch" forName="balance_33" refType="h" fact="0.076"/>
        <dgm:constr type="b" for="ch" forName="balance_33" refType="h" fact="0.81"/>
        <dgm:constr type="ctrX" for="ch" forName="balance_33" refType="w" fact="0.5"/>
        <dgm:constr type="w" for="ch" forName="balance_34" refType="w"/>
        <dgm:constr type="h" for="ch" forName="balance_34" refType="h" fact="0.157"/>
        <dgm:constr type="b" for="ch" forName="balance_34" refType="h" fact="0.85"/>
        <dgm:constr type="ctrX" for="ch" forName="balance_34" refType="w" fact="0.5"/>
        <dgm:constr type="w" for="ch" forName="balance_40" refType="w"/>
        <dgm:constr type="h" for="ch" forName="balance_40" refType="h" fact="0.157"/>
        <dgm:constr type="b" for="ch" forName="balance_40" refType="h" fact="0.85"/>
        <dgm:constr type="ctrX" for="ch" forName="balance_40" refType="w" fact="0.5"/>
        <dgm:constr type="w" for="ch" forName="balance_41" refType="w"/>
        <dgm:constr type="h" for="ch" forName="balance_41" refType="h" fact="0.157"/>
        <dgm:constr type="b" for="ch" forName="balance_41" refType="h" fact="0.85"/>
        <dgm:constr type="ctrX" for="ch" forName="balance_41" refType="w" fact="0.5"/>
        <dgm:constr type="w" for="ch" forName="balance_42" refType="w"/>
        <dgm:constr type="h" for="ch" forName="balance_42" refType="h" fact="0.157"/>
        <dgm:constr type="b" for="ch" forName="balance_42" refType="h" fact="0.85"/>
        <dgm:constr type="ctrX" for="ch" forName="balance_42" refType="w" fact="0.5"/>
        <dgm:constr type="w" for="ch" forName="balance_43" refType="w"/>
        <dgm:constr type="h" for="ch" forName="balance_43" refType="h" fact="0.157"/>
        <dgm:constr type="b" for="ch" forName="balance_43" refType="h" fact="0.85"/>
        <dgm:constr type="ctrX" for="ch" forName="balance_43" refType="w" fact="0.5"/>
        <dgm:constr type="w" for="ch" forName="balance_44" refType="w" fact="0.9"/>
        <dgm:constr type="h" for="ch" forName="balance_44" refType="h" fact="0.076"/>
        <dgm:constr type="b" for="ch" forName="balance_44" refType="h" fact="0.81"/>
        <dgm:constr type="ctrX" for="ch" forName="balance_44" refType="w" fact="0.5"/>
        <dgm:constr type="w" for="ch" forName="right_01_1" refType="w" fact="0.4"/>
        <dgm:constr type="h" for="ch" forName="right_01_1" refType="h" fact="0.7"/>
        <dgm:constr type="b" for="ch" forName="right_01_1" refType="h" fact="0.76"/>
        <dgm:constr type="ctrX" for="ch" forName="right_01_1" refType="w" fact="0.78"/>
        <dgm:constr type="w" for="ch" forName="left_10_1" refType="w" fact="0.4"/>
        <dgm:constr type="h" for="ch" forName="left_10_1" refType="h" fact="0.7"/>
        <dgm:constr type="b" for="ch" forName="left_10_1" refType="h" fact="0.76"/>
        <dgm:constr type="ctrX" for="ch" forName="left_10_1" refType="w" fact="0.22"/>
        <dgm:constr type="w" for="ch" forName="right_11_1" refType="w" fact="0.36"/>
        <dgm:constr type="h" for="ch" forName="right_11_1" refType="h" fact="0.67"/>
        <dgm:constr type="b" for="ch" forName="right_11_1" refType="h" fact="0.725"/>
        <dgm:constr type="ctrX" for="ch" forName="right_11_1" refType="w" fact="0.76"/>
        <dgm:constr type="w" for="ch" forName="left_11_1" refType="w" fact="0.36"/>
        <dgm:constr type="h" for="ch" forName="left_11_1" refType="h" fact="0.67"/>
        <dgm:constr type="b" for="ch" forName="left_11_1" refType="h" fact="0.725"/>
        <dgm:constr type="ctrX" for="ch" forName="left_11_1" refType="w" fact="0.24"/>
        <dgm:constr type="w" for="ch" forName="right_02_1" refType="w" fact="0.388"/>
        <dgm:constr type="h" for="ch" forName="right_02_1" refType="h" fact="0.36"/>
        <dgm:constr type="b" for="ch" forName="right_02_1" refType="h" fact="0.76"/>
        <dgm:constr type="ctrX" for="ch" forName="right_02_1" refType="w" fact="0.77"/>
        <dgm:constr type="w" for="ch" forName="right_02_2" refType="w" fact="0.388"/>
        <dgm:constr type="h" for="ch" forName="right_02_2" refType="h" fact="0.36"/>
        <dgm:constr type="b" for="ch" forName="right_02_2" refType="h" fact="0.42"/>
        <dgm:constr type="ctrX" for="ch" forName="right_02_2" refType="w" fact="0.79"/>
        <dgm:constr type="w" for="ch" forName="left_20_1" refType="w" fact="0.388"/>
        <dgm:constr type="h" for="ch" forName="left_20_1" refType="h" fact="0.36"/>
        <dgm:constr type="b" for="ch" forName="left_20_1" refType="h" fact="0.76"/>
        <dgm:constr type="ctrX" for="ch" forName="left_20_1" refType="w" fact="0.23"/>
        <dgm:constr type="w" for="ch" forName="left_20_2" refType="w" fact="0.388"/>
        <dgm:constr type="h" for="ch" forName="left_20_2" refType="h" fact="0.36"/>
        <dgm:constr type="b" for="ch" forName="left_20_2" refType="h" fact="0.42"/>
        <dgm:constr type="ctrX" for="ch" forName="left_20_2" refType="w" fact="0.21"/>
        <dgm:constr type="w" for="ch" forName="right_12_1" refType="w" fact="0.388"/>
        <dgm:constr type="h" for="ch" forName="right_12_1" refType="h" fact="0.36"/>
        <dgm:constr type="b" for="ch" forName="right_12_1" refType="h" fact="0.76"/>
        <dgm:constr type="ctrX" for="ch" forName="right_12_1" refType="w" fact="0.77"/>
        <dgm:constr type="w" for="ch" forName="right_12_2" refType="w" fact="0.388"/>
        <dgm:constr type="h" for="ch" forName="right_12_2" refType="h" fact="0.36"/>
        <dgm:constr type="b" for="ch" forName="right_12_2" refType="h" fact="0.42"/>
        <dgm:constr type="ctrX" for="ch" forName="right_12_2" refType="w" fact="0.79"/>
        <dgm:constr type="w" for="ch" forName="left_12_1" refType="w" fact="0.388"/>
        <dgm:constr type="h" for="ch" forName="left_12_1" refType="h" fact="0.36"/>
        <dgm:constr type="b" for="ch" forName="left_12_1" refType="h" fact="0.715"/>
        <dgm:constr type="ctrX" for="ch" forName="left_12_1" refType="w" fact="0.255"/>
        <dgm:constr type="w" for="ch" forName="right_22_1" refType="w" fact="0.36"/>
        <dgm:constr type="h" for="ch" forName="right_22_1" refType="h" fact="0.32"/>
        <dgm:constr type="b" for="ch" forName="right_22_1" refType="h" fact="0.725"/>
        <dgm:constr type="ctrX" for="ch" forName="right_22_1" refType="w" fact="0.76"/>
        <dgm:constr type="w" for="ch" forName="right_22_2" refType="w" fact="0.36"/>
        <dgm:constr type="h" for="ch" forName="right_22_2" refType="h" fact="0.32"/>
        <dgm:constr type="b" for="ch" forName="right_22_2" refType="h" fact="0.39"/>
        <dgm:constr type="ctrX" for="ch" forName="right_22_2" refType="w" fact="0.76"/>
        <dgm:constr type="w" for="ch" forName="left_22_1" refType="w" fact="0.36"/>
        <dgm:constr type="h" for="ch" forName="left_22_1" refType="h" fact="0.32"/>
        <dgm:constr type="b" for="ch" forName="left_22_1" refType="h" fact="0.725"/>
        <dgm:constr type="ctrX" for="ch" forName="left_22_1" refType="w" fact="0.24"/>
        <dgm:constr type="w" for="ch" forName="left_22_2" refType="w" fact="0.36"/>
        <dgm:constr type="h" for="ch" forName="left_22_2" refType="h" fact="0.32"/>
        <dgm:constr type="b" for="ch" forName="left_22_2" refType="h" fact="0.39"/>
        <dgm:constr type="ctrX" for="ch" forName="left_22_2" refType="w" fact="0.24"/>
        <dgm:constr type="w" for="ch" forName="left_21_1" refType="w" fact="0.388"/>
        <dgm:constr type="h" for="ch" forName="left_21_1" refType="h" fact="0.36"/>
        <dgm:constr type="b" for="ch" forName="left_21_1" refType="h" fact="0.76"/>
        <dgm:constr type="ctrX" for="ch" forName="left_21_1" refType="w" fact="0.23"/>
        <dgm:constr type="w" for="ch" forName="left_21_2" refType="w" fact="0.388"/>
        <dgm:constr type="h" for="ch" forName="left_21_2" refType="h" fact="0.36"/>
        <dgm:constr type="b" for="ch" forName="left_21_2" refType="h" fact="0.42"/>
        <dgm:constr type="ctrX" for="ch" forName="left_21_2" refType="w" fact="0.21"/>
        <dgm:constr type="w" for="ch" forName="right_21_1" refType="w" fact="0.388"/>
        <dgm:constr type="h" for="ch" forName="right_21_1" refType="h" fact="0.36"/>
        <dgm:constr type="b" for="ch" forName="right_21_1" refType="h" fact="0.715"/>
        <dgm:constr type="ctrX" for="ch" forName="right_21_1" refType="w" fact="0.745"/>
        <dgm:constr type="w" for="ch" forName="right_03_1" refType="w" fact="0.37"/>
        <dgm:constr type="h" for="ch" forName="right_03_1" refType="h" fact="0.24"/>
        <dgm:constr type="b" for="ch" forName="right_03_1" refType="h" fact="0.76"/>
        <dgm:constr type="ctrX" for="ch" forName="right_03_1" refType="w" fact="0.77"/>
        <dgm:constr type="w" for="ch" forName="right_03_2" refType="w" fact="0.37"/>
        <dgm:constr type="h" for="ch" forName="right_03_2" refType="h" fact="0.24"/>
        <dgm:constr type="b" for="ch" forName="right_03_2" refType="h" fact="0.535"/>
        <dgm:constr type="ctrX" for="ch" forName="right_03_2" refType="w" fact="0.783"/>
        <dgm:constr type="w" for="ch" forName="right_03_3" refType="w" fact="0.37"/>
        <dgm:constr type="h" for="ch" forName="right_03_3" refType="h" fact="0.24"/>
        <dgm:constr type="b" for="ch" forName="right_03_3" refType="h" fact="0.315"/>
        <dgm:constr type="ctrX" for="ch" forName="right_03_3" refType="w" fact="0.796"/>
        <dgm:constr type="w" for="ch" forName="left_30_1" refType="w" fact="0.37"/>
        <dgm:constr type="h" for="ch" forName="left_30_1" refType="h" fact="0.24"/>
        <dgm:constr type="b" for="ch" forName="left_30_1" refType="h" fact="0.76"/>
        <dgm:constr type="ctrX" for="ch" forName="left_30_1" refType="w" fact="0.23"/>
        <dgm:constr type="w" for="ch" forName="left_30_2" refType="w" fact="0.37"/>
        <dgm:constr type="h" for="ch" forName="left_30_2" refType="h" fact="0.24"/>
        <dgm:constr type="b" for="ch" forName="left_30_2" refType="h" fact="0.535"/>
        <dgm:constr type="ctrX" for="ch" forName="left_30_2" refType="w" fact="0.217"/>
        <dgm:constr type="w" for="ch" forName="left_30_3" refType="w" fact="0.37"/>
        <dgm:constr type="h" for="ch" forName="left_30_3" refType="h" fact="0.24"/>
        <dgm:constr type="b" for="ch" forName="left_30_3" refType="h" fact="0.315"/>
        <dgm:constr type="ctrX" for="ch" forName="left_30_3" refType="w" fact="0.204"/>
        <dgm:constr type="w" for="ch" forName="right_13_1" refType="w" fact="0.37"/>
        <dgm:constr type="h" for="ch" forName="right_13_1" refType="h" fact="0.24"/>
        <dgm:constr type="b" for="ch" forName="right_13_1" refType="h" fact="0.76"/>
        <dgm:constr type="ctrX" for="ch" forName="right_13_1" refType="w" fact="0.77"/>
        <dgm:constr type="w" for="ch" forName="right_13_2" refType="w" fact="0.37"/>
        <dgm:constr type="h" for="ch" forName="right_13_2" refType="h" fact="0.24"/>
        <dgm:constr type="b" for="ch" forName="right_13_2" refType="h" fact="0.535"/>
        <dgm:constr type="ctrX" for="ch" forName="right_13_2" refType="w" fact="0.783"/>
        <dgm:constr type="w" for="ch" forName="right_13_3" refType="w" fact="0.37"/>
        <dgm:constr type="h" for="ch" forName="right_13_3" refType="h" fact="0.24"/>
        <dgm:constr type="b" for="ch" forName="right_13_3" refType="h" fact="0.315"/>
        <dgm:constr type="ctrX" for="ch" forName="right_13_3" refType="w" fact="0.796"/>
        <dgm:constr type="w" for="ch" forName="left_13_1" refType="w" fact="0.37"/>
        <dgm:constr type="h" for="ch" forName="left_13_1" refType="h" fact="0.24"/>
        <dgm:constr type="b" for="ch" forName="left_13_1" refType="h" fact="0.715"/>
        <dgm:constr type="ctrX" for="ch" forName="left_13_1" refType="w" fact="0.255"/>
        <dgm:constr type="w" for="ch" forName="left_31_1" refType="w" fact="0.37"/>
        <dgm:constr type="h" for="ch" forName="left_31_1" refType="h" fact="0.24"/>
        <dgm:constr type="b" for="ch" forName="left_31_1" refType="h" fact="0.76"/>
        <dgm:constr type="ctrX" for="ch" forName="left_31_1" refType="w" fact="0.23"/>
        <dgm:constr type="w" for="ch" forName="left_31_2" refType="w" fact="0.37"/>
        <dgm:constr type="h" for="ch" forName="left_31_2" refType="h" fact="0.24"/>
        <dgm:constr type="b" for="ch" forName="left_31_2" refType="h" fact="0.535"/>
        <dgm:constr type="ctrX" for="ch" forName="left_31_2" refType="w" fact="0.217"/>
        <dgm:constr type="w" for="ch" forName="left_31_3" refType="w" fact="0.37"/>
        <dgm:constr type="h" for="ch" forName="left_31_3" refType="h" fact="0.24"/>
        <dgm:constr type="b" for="ch" forName="left_31_3" refType="h" fact="0.315"/>
        <dgm:constr type="ctrX" for="ch" forName="left_31_3" refType="w" fact="0.204"/>
        <dgm:constr type="w" for="ch" forName="right_31_1" refType="w" fact="0.37"/>
        <dgm:constr type="h" for="ch" forName="right_31_1" refType="h" fact="0.24"/>
        <dgm:constr type="b" for="ch" forName="right_31_1" refType="h" fact="0.715"/>
        <dgm:constr type="ctrX" for="ch" forName="right_31_1" refType="w" fact="0.745"/>
        <dgm:constr type="w" for="ch" forName="right_23_1" refType="w" fact="0.37"/>
        <dgm:constr type="h" for="ch" forName="right_23_1" refType="h" fact="0.24"/>
        <dgm:constr type="b" for="ch" forName="right_23_1" refType="h" fact="0.76"/>
        <dgm:constr type="ctrX" for="ch" forName="right_23_1" refType="w" fact="0.77"/>
        <dgm:constr type="w" for="ch" forName="right_23_2" refType="w" fact="0.37"/>
        <dgm:constr type="h" for="ch" forName="right_23_2" refType="h" fact="0.24"/>
        <dgm:constr type="b" for="ch" forName="right_23_2" refType="h" fact="0.535"/>
        <dgm:constr type="ctrX" for="ch" forName="right_23_2" refType="w" fact="0.783"/>
        <dgm:constr type="w" for="ch" forName="right_23_3" refType="w" fact="0.37"/>
        <dgm:constr type="h" for="ch" forName="right_23_3" refType="h" fact="0.24"/>
        <dgm:constr type="b" for="ch" forName="right_23_3" refType="h" fact="0.315"/>
        <dgm:constr type="ctrX" for="ch" forName="right_23_3" refType="w" fact="0.796"/>
        <dgm:constr type="w" for="ch" forName="left_23_1" refType="w" fact="0.37"/>
        <dgm:constr type="h" for="ch" forName="left_23_1" refType="h" fact="0.24"/>
        <dgm:constr type="b" for="ch" forName="left_23_1" refType="h" fact="0.715"/>
        <dgm:constr type="ctrX" for="ch" forName="left_23_1" refType="w" fact="0.255"/>
        <dgm:constr type="w" for="ch" forName="left_23_2" refType="w" fact="0.37"/>
        <dgm:constr type="h" for="ch" forName="left_23_2" refType="h" fact="0.24"/>
        <dgm:constr type="b" for="ch" forName="left_23_2" refType="h" fact="0.49"/>
        <dgm:constr type="ctrX" for="ch" forName="left_23_2" refType="w" fact="0.268"/>
        <dgm:constr type="w" for="ch" forName="left_32_1" refType="w" fact="0.37"/>
        <dgm:constr type="h" for="ch" forName="left_32_1" refType="h" fact="0.24"/>
        <dgm:constr type="b" for="ch" forName="left_32_1" refType="h" fact="0.76"/>
        <dgm:constr type="ctrX" for="ch" forName="left_32_1" refType="w" fact="0.23"/>
        <dgm:constr type="w" for="ch" forName="left_32_2" refType="w" fact="0.37"/>
        <dgm:constr type="h" for="ch" forName="left_32_2" refType="h" fact="0.24"/>
        <dgm:constr type="b" for="ch" forName="left_32_2" refType="h" fact="0.535"/>
        <dgm:constr type="ctrX" for="ch" forName="left_32_2" refType="w" fact="0.217"/>
        <dgm:constr type="w" for="ch" forName="left_32_3" refType="w" fact="0.37"/>
        <dgm:constr type="h" for="ch" forName="left_32_3" refType="h" fact="0.24"/>
        <dgm:constr type="b" for="ch" forName="left_32_3" refType="h" fact="0.315"/>
        <dgm:constr type="ctrX" for="ch" forName="left_32_3" refType="w" fact="0.204"/>
        <dgm:constr type="w" for="ch" forName="right_32_1" refType="w" fact="0.37"/>
        <dgm:constr type="h" for="ch" forName="right_32_1" refType="h" fact="0.24"/>
        <dgm:constr type="b" for="ch" forName="right_32_1" refType="h" fact="0.715"/>
        <dgm:constr type="ctrX" for="ch" forName="right_32_1" refType="w" fact="0.745"/>
        <dgm:constr type="w" for="ch" forName="right_32_2" refType="w" fact="0.37"/>
        <dgm:constr type="h" for="ch" forName="right_32_2" refType="h" fact="0.24"/>
        <dgm:constr type="b" for="ch" forName="right_32_2" refType="h" fact="0.49"/>
        <dgm:constr type="ctrX" for="ch" forName="right_32_2" refType="w" fact="0.732"/>
        <dgm:constr type="w" for="ch" forName="right_33_1" refType="w" fact="0.36"/>
        <dgm:constr type="h" for="ch" forName="right_33_1" refType="h" fact="0.21"/>
        <dgm:constr type="b" for="ch" forName="right_33_1" refType="h" fact="0.725"/>
        <dgm:constr type="ctrX" for="ch" forName="right_33_1" refType="w" fact="0.76"/>
        <dgm:constr type="w" for="ch" forName="right_33_2" refType="w" fact="0.36"/>
        <dgm:constr type="h" for="ch" forName="right_33_2" refType="h" fact="0.21"/>
        <dgm:constr type="b" for="ch" forName="right_33_2" refType="h" fact="0.5"/>
        <dgm:constr type="ctrX" for="ch" forName="right_33_2" refType="w" fact="0.76"/>
        <dgm:constr type="w" for="ch" forName="right_33_3" refType="w" fact="0.36"/>
        <dgm:constr type="h" for="ch" forName="right_33_3" refType="h" fact="0.21"/>
        <dgm:constr type="b" for="ch" forName="right_33_3" refType="h" fact="0.275"/>
        <dgm:constr type="ctrX" for="ch" forName="right_33_3" refType="w" fact="0.76"/>
        <dgm:constr type="w" for="ch" forName="left_33_1" refType="w" fact="0.36"/>
        <dgm:constr type="h" for="ch" forName="left_33_1" refType="h" fact="0.21"/>
        <dgm:constr type="b" for="ch" forName="left_33_1" refType="h" fact="0.725"/>
        <dgm:constr type="ctrX" for="ch" forName="left_33_1" refType="w" fact="0.24"/>
        <dgm:constr type="w" for="ch" forName="left_33_2" refType="w" fact="0.36"/>
        <dgm:constr type="h" for="ch" forName="left_33_2" refType="h" fact="0.21"/>
        <dgm:constr type="b" for="ch" forName="left_33_2" refType="h" fact="0.5"/>
        <dgm:constr type="ctrX" for="ch" forName="left_33_2" refType="w" fact="0.24"/>
        <dgm:constr type="w" for="ch" forName="left_33_3" refType="w" fact="0.36"/>
        <dgm:constr type="h" for="ch" forName="left_33_3" refType="h" fact="0.21"/>
        <dgm:constr type="b" for="ch" forName="left_33_3" refType="h" fact="0.275"/>
        <dgm:constr type="ctrX" for="ch" forName="left_33_3" refType="w" fact="0.24"/>
        <dgm:constr type="w" for="ch" forName="right_04_1" refType="w" fact="0.365"/>
        <dgm:constr type="h" for="ch" forName="right_04_1" refType="h" fact="0.185"/>
        <dgm:constr type="b" for="ch" forName="right_04_1" refType="h" fact="0.76"/>
        <dgm:constr type="ctrX" for="ch" forName="right_04_1" refType="w" fact="0.77"/>
        <dgm:constr type="w" for="ch" forName="right_04_2" refType="w" fact="0.365"/>
        <dgm:constr type="h" for="ch" forName="right_04_2" refType="h" fact="0.185"/>
        <dgm:constr type="b" for="ch" forName="right_04_2" refType="h" fact="0.595"/>
        <dgm:constr type="ctrX" for="ch" forName="right_04_2" refType="w" fact="0.78"/>
        <dgm:constr type="w" for="ch" forName="right_04_3" refType="w" fact="0.365"/>
        <dgm:constr type="h" for="ch" forName="right_04_3" refType="h" fact="0.185"/>
        <dgm:constr type="b" for="ch" forName="right_04_3" refType="h" fact="0.43"/>
        <dgm:constr type="ctrX" for="ch" forName="right_04_3" refType="w" fact="0.79"/>
        <dgm:constr type="w" for="ch" forName="right_04_4" refType="w" fact="0.365"/>
        <dgm:constr type="h" for="ch" forName="right_04_4" refType="h" fact="0.185"/>
        <dgm:constr type="b" for="ch" forName="right_04_4" refType="h" fact="0.265"/>
        <dgm:constr type="ctrX" for="ch" forName="right_04_4" refType="w" fact="0.8"/>
        <dgm:constr type="w" for="ch" forName="left_40_1" refType="w" fact="0.365"/>
        <dgm:constr type="h" for="ch" forName="left_40_1" refType="h" fact="0.185"/>
        <dgm:constr type="b" for="ch" forName="left_40_1" refType="h" fact="0.76"/>
        <dgm:constr type="ctrX" for="ch" forName="left_40_1" refType="w" fact="0.23"/>
        <dgm:constr type="w" for="ch" forName="left_40_2" refType="w" fact="0.365"/>
        <dgm:constr type="h" for="ch" forName="left_40_2" refType="h" fact="0.185"/>
        <dgm:constr type="b" for="ch" forName="left_40_2" refType="h" fact="0.595"/>
        <dgm:constr type="ctrX" for="ch" forName="left_40_2" refType="w" fact="0.22"/>
        <dgm:constr type="w" for="ch" forName="left_40_3" refType="w" fact="0.365"/>
        <dgm:constr type="h" for="ch" forName="left_40_3" refType="h" fact="0.185"/>
        <dgm:constr type="b" for="ch" forName="left_40_3" refType="h" fact="0.43"/>
        <dgm:constr type="ctrX" for="ch" forName="left_40_3" refType="w" fact="0.21"/>
        <dgm:constr type="w" for="ch" forName="left_40_4" refType="w" fact="0.365"/>
        <dgm:constr type="h" for="ch" forName="left_40_4" refType="h" fact="0.185"/>
        <dgm:constr type="b" for="ch" forName="left_40_4" refType="h" fact="0.265"/>
        <dgm:constr type="ctrX" for="ch" forName="left_40_4" refType="w" fact="0.2"/>
        <dgm:constr type="w" for="ch" forName="right_14_1" refType="w" fact="0.365"/>
        <dgm:constr type="h" for="ch" forName="right_14_1" refType="h" fact="0.185"/>
        <dgm:constr type="b" for="ch" forName="right_14_1" refType="h" fact="0.76"/>
        <dgm:constr type="ctrX" for="ch" forName="right_14_1" refType="w" fact="0.77"/>
        <dgm:constr type="w" for="ch" forName="right_14_2" refType="w" fact="0.365"/>
        <dgm:constr type="h" for="ch" forName="right_14_2" refType="h" fact="0.185"/>
        <dgm:constr type="b" for="ch" forName="right_14_2" refType="h" fact="0.595"/>
        <dgm:constr type="ctrX" for="ch" forName="right_14_2" refType="w" fact="0.78"/>
        <dgm:constr type="w" for="ch" forName="right_14_3" refType="w" fact="0.365"/>
        <dgm:constr type="h" for="ch" forName="right_14_3" refType="h" fact="0.185"/>
        <dgm:constr type="b" for="ch" forName="right_14_3" refType="h" fact="0.43"/>
        <dgm:constr type="ctrX" for="ch" forName="right_14_3" refType="w" fact="0.79"/>
        <dgm:constr type="w" for="ch" forName="right_14_4" refType="w" fact="0.365"/>
        <dgm:constr type="h" for="ch" forName="right_14_4" refType="h" fact="0.185"/>
        <dgm:constr type="b" for="ch" forName="right_14_4" refType="h" fact="0.265"/>
        <dgm:constr type="ctrX" for="ch" forName="right_14_4" refType="w" fact="0.8"/>
        <dgm:constr type="w" for="ch" forName="left_14_1" refType="w" fact="0.365"/>
        <dgm:constr type="h" for="ch" forName="left_14_1" refType="h" fact="0.185"/>
        <dgm:constr type="b" for="ch" forName="left_14_1" refType="h" fact="0.715"/>
        <dgm:constr type="ctrX" for="ch" forName="left_14_1" refType="w" fact="0.25"/>
        <dgm:constr type="w" for="ch" forName="left_41_1" refType="w" fact="0.365"/>
        <dgm:constr type="h" for="ch" forName="left_41_1" refType="h" fact="0.185"/>
        <dgm:constr type="b" for="ch" forName="left_41_1" refType="h" fact="0.76"/>
        <dgm:constr type="ctrX" for="ch" forName="left_41_1" refType="w" fact="0.23"/>
        <dgm:constr type="w" for="ch" forName="left_41_2" refType="w" fact="0.365"/>
        <dgm:constr type="h" for="ch" forName="left_41_2" refType="h" fact="0.185"/>
        <dgm:constr type="b" for="ch" forName="left_41_2" refType="h" fact="0.595"/>
        <dgm:constr type="ctrX" for="ch" forName="left_41_2" refType="w" fact="0.22"/>
        <dgm:constr type="w" for="ch" forName="left_41_3" refType="w" fact="0.365"/>
        <dgm:constr type="h" for="ch" forName="left_41_3" refType="h" fact="0.185"/>
        <dgm:constr type="b" for="ch" forName="left_41_3" refType="h" fact="0.43"/>
        <dgm:constr type="ctrX" for="ch" forName="left_41_3" refType="w" fact="0.21"/>
        <dgm:constr type="w" for="ch" forName="left_41_4" refType="w" fact="0.365"/>
        <dgm:constr type="h" for="ch" forName="left_41_4" refType="h" fact="0.185"/>
        <dgm:constr type="b" for="ch" forName="left_41_4" refType="h" fact="0.265"/>
        <dgm:constr type="ctrX" for="ch" forName="left_41_4" refType="w" fact="0.2"/>
        <dgm:constr type="w" for="ch" forName="right_41_1" refType="w" fact="0.365"/>
        <dgm:constr type="h" for="ch" forName="right_41_1" refType="h" fact="0.185"/>
        <dgm:constr type="b" for="ch" forName="right_41_1" refType="h" fact="0.715"/>
        <dgm:constr type="ctrX" for="ch" forName="right_41_1" refType="w" fact="0.75"/>
        <dgm:constr type="w" for="ch" forName="right_24_1" refType="w" fact="0.365"/>
        <dgm:constr type="h" for="ch" forName="right_24_1" refType="h" fact="0.185"/>
        <dgm:constr type="b" for="ch" forName="right_24_1" refType="h" fact="0.76"/>
        <dgm:constr type="ctrX" for="ch" forName="right_24_1" refType="w" fact="0.77"/>
        <dgm:constr type="w" for="ch" forName="right_24_2" refType="w" fact="0.365"/>
        <dgm:constr type="h" for="ch" forName="right_24_2" refType="h" fact="0.185"/>
        <dgm:constr type="b" for="ch" forName="right_24_2" refType="h" fact="0.595"/>
        <dgm:constr type="ctrX" for="ch" forName="right_24_2" refType="w" fact="0.78"/>
        <dgm:constr type="w" for="ch" forName="right_24_3" refType="w" fact="0.365"/>
        <dgm:constr type="h" for="ch" forName="right_24_3" refType="h" fact="0.185"/>
        <dgm:constr type="b" for="ch" forName="right_24_3" refType="h" fact="0.43"/>
        <dgm:constr type="ctrX" for="ch" forName="right_24_3" refType="w" fact="0.79"/>
        <dgm:constr type="w" for="ch" forName="right_24_4" refType="w" fact="0.365"/>
        <dgm:constr type="h" for="ch" forName="right_24_4" refType="h" fact="0.185"/>
        <dgm:constr type="b" for="ch" forName="right_24_4" refType="h" fact="0.265"/>
        <dgm:constr type="ctrX" for="ch" forName="right_24_4" refType="w" fact="0.8"/>
        <dgm:constr type="w" for="ch" forName="left_24_1" refType="w" fact="0.365"/>
        <dgm:constr type="h" for="ch" forName="left_24_1" refType="h" fact="0.185"/>
        <dgm:constr type="b" for="ch" forName="left_24_1" refType="h" fact="0.715"/>
        <dgm:constr type="ctrX" for="ch" forName="left_24_1" refType="w" fact="0.25"/>
        <dgm:constr type="w" for="ch" forName="left_24_2" refType="w" fact="0.365"/>
        <dgm:constr type="h" for="ch" forName="left_24_2" refType="h" fact="0.185"/>
        <dgm:constr type="b" for="ch" forName="left_24_2" refType="h" fact="0.55"/>
        <dgm:constr type="ctrX" for="ch" forName="left_24_2" refType="w" fact="0.26"/>
        <dgm:constr type="w" for="ch" forName="left_42_1" refType="w" fact="0.365"/>
        <dgm:constr type="h" for="ch" forName="left_42_1" refType="h" fact="0.185"/>
        <dgm:constr type="b" for="ch" forName="left_42_1" refType="h" fact="0.76"/>
        <dgm:constr type="ctrX" for="ch" forName="left_42_1" refType="w" fact="0.23"/>
        <dgm:constr type="w" for="ch" forName="left_42_2" refType="w" fact="0.365"/>
        <dgm:constr type="h" for="ch" forName="left_42_2" refType="h" fact="0.185"/>
        <dgm:constr type="b" for="ch" forName="left_42_2" refType="h" fact="0.595"/>
        <dgm:constr type="ctrX" for="ch" forName="left_42_2" refType="w" fact="0.22"/>
        <dgm:constr type="w" for="ch" forName="left_42_3" refType="w" fact="0.365"/>
        <dgm:constr type="h" for="ch" forName="left_42_3" refType="h" fact="0.185"/>
        <dgm:constr type="b" for="ch" forName="left_42_3" refType="h" fact="0.43"/>
        <dgm:constr type="ctrX" for="ch" forName="left_42_3" refType="w" fact="0.21"/>
        <dgm:constr type="w" for="ch" forName="left_42_4" refType="w" fact="0.365"/>
        <dgm:constr type="h" for="ch" forName="left_42_4" refType="h" fact="0.185"/>
        <dgm:constr type="b" for="ch" forName="left_42_4" refType="h" fact="0.265"/>
        <dgm:constr type="ctrX" for="ch" forName="left_42_4" refType="w" fact="0.2"/>
        <dgm:constr type="w" for="ch" forName="right_42_1" refType="w" fact="0.365"/>
        <dgm:constr type="h" for="ch" forName="right_42_1" refType="h" fact="0.185"/>
        <dgm:constr type="b" for="ch" forName="right_42_1" refType="h" fact="0.715"/>
        <dgm:constr type="ctrX" for="ch" forName="right_42_1" refType="w" fact="0.75"/>
        <dgm:constr type="w" for="ch" forName="right_42_2" refType="w" fact="0.365"/>
        <dgm:constr type="h" for="ch" forName="right_42_2" refType="h" fact="0.185"/>
        <dgm:constr type="b" for="ch" forName="right_42_2" refType="h" fact="0.55"/>
        <dgm:constr type="ctrX" for="ch" forName="right_42_2" refType="w" fact="0.74"/>
        <dgm:constr type="w" for="ch" forName="right_34_1" refType="w" fact="0.365"/>
        <dgm:constr type="h" for="ch" forName="right_34_1" refType="h" fact="0.185"/>
        <dgm:constr type="b" for="ch" forName="right_34_1" refType="h" fact="0.76"/>
        <dgm:constr type="ctrX" for="ch" forName="right_34_1" refType="w" fact="0.77"/>
        <dgm:constr type="w" for="ch" forName="right_34_2" refType="w" fact="0.365"/>
        <dgm:constr type="h" for="ch" forName="right_34_2" refType="h" fact="0.185"/>
        <dgm:constr type="b" for="ch" forName="right_34_2" refType="h" fact="0.595"/>
        <dgm:constr type="ctrX" for="ch" forName="right_34_2" refType="w" fact="0.78"/>
        <dgm:constr type="w" for="ch" forName="right_34_3" refType="w" fact="0.365"/>
        <dgm:constr type="h" for="ch" forName="right_34_3" refType="h" fact="0.185"/>
        <dgm:constr type="b" for="ch" forName="right_34_3" refType="h" fact="0.43"/>
        <dgm:constr type="ctrX" for="ch" forName="right_34_3" refType="w" fact="0.79"/>
        <dgm:constr type="w" for="ch" forName="right_34_4" refType="w" fact="0.365"/>
        <dgm:constr type="h" for="ch" forName="right_34_4" refType="h" fact="0.185"/>
        <dgm:constr type="b" for="ch" forName="right_34_4" refType="h" fact="0.265"/>
        <dgm:constr type="ctrX" for="ch" forName="right_34_4" refType="w" fact="0.8"/>
        <dgm:constr type="w" for="ch" forName="left_34_1" refType="w" fact="0.365"/>
        <dgm:constr type="h" for="ch" forName="left_34_1" refType="h" fact="0.185"/>
        <dgm:constr type="b" for="ch" forName="left_34_1" refType="h" fact="0.715"/>
        <dgm:constr type="ctrX" for="ch" forName="left_34_1" refType="w" fact="0.25"/>
        <dgm:constr type="w" for="ch" forName="left_34_2" refType="w" fact="0.365"/>
        <dgm:constr type="h" for="ch" forName="left_34_2" refType="h" fact="0.185"/>
        <dgm:constr type="b" for="ch" forName="left_34_2" refType="h" fact="0.55"/>
        <dgm:constr type="ctrX" for="ch" forName="left_34_2" refType="w" fact="0.26"/>
        <dgm:constr type="w" for="ch" forName="left_34_3" refType="w" fact="0.365"/>
        <dgm:constr type="h" for="ch" forName="left_34_3" refType="h" fact="0.185"/>
        <dgm:constr type="b" for="ch" forName="left_34_3" refType="h" fact="0.385"/>
        <dgm:constr type="ctrX" for="ch" forName="left_34_3" refType="w" fact="0.27"/>
        <dgm:constr type="w" for="ch" forName="left_43_1" refType="w" fact="0.365"/>
        <dgm:constr type="h" for="ch" forName="left_43_1" refType="h" fact="0.185"/>
        <dgm:constr type="b" for="ch" forName="left_43_1" refType="h" fact="0.76"/>
        <dgm:constr type="ctrX" for="ch" forName="left_43_1" refType="w" fact="0.23"/>
        <dgm:constr type="w" for="ch" forName="left_43_2" refType="w" fact="0.365"/>
        <dgm:constr type="h" for="ch" forName="left_43_2" refType="h" fact="0.185"/>
        <dgm:constr type="b" for="ch" forName="left_43_2" refType="h" fact="0.595"/>
        <dgm:constr type="ctrX" for="ch" forName="left_43_2" refType="w" fact="0.22"/>
        <dgm:constr type="w" for="ch" forName="left_43_3" refType="w" fact="0.365"/>
        <dgm:constr type="h" for="ch" forName="left_43_3" refType="h" fact="0.185"/>
        <dgm:constr type="b" for="ch" forName="left_43_3" refType="h" fact="0.43"/>
        <dgm:constr type="ctrX" for="ch" forName="left_43_3" refType="w" fact="0.21"/>
        <dgm:constr type="w" for="ch" forName="left_43_4" refType="w" fact="0.365"/>
        <dgm:constr type="h" for="ch" forName="left_43_4" refType="h" fact="0.185"/>
        <dgm:constr type="b" for="ch" forName="left_43_4" refType="h" fact="0.265"/>
        <dgm:constr type="ctrX" for="ch" forName="left_43_4" refType="w" fact="0.2"/>
        <dgm:constr type="w" for="ch" forName="right_43_1" refType="w" fact="0.365"/>
        <dgm:constr type="h" for="ch" forName="right_43_1" refType="h" fact="0.185"/>
        <dgm:constr type="b" for="ch" forName="right_43_1" refType="h" fact="0.715"/>
        <dgm:constr type="ctrX" for="ch" forName="right_43_1" refType="w" fact="0.75"/>
        <dgm:constr type="w" for="ch" forName="right_43_2" refType="w" fact="0.365"/>
        <dgm:constr type="h" for="ch" forName="right_43_2" refType="h" fact="0.185"/>
        <dgm:constr type="b" for="ch" forName="right_43_2" refType="h" fact="0.55"/>
        <dgm:constr type="ctrX" for="ch" forName="right_43_2" refType="w" fact="0.74"/>
        <dgm:constr type="w" for="ch" forName="right_43_3" refType="w" fact="0.365"/>
        <dgm:constr type="h" for="ch" forName="right_43_3" refType="h" fact="0.185"/>
        <dgm:constr type="b" for="ch" forName="right_43_3" refType="h" fact="0.385"/>
        <dgm:constr type="ctrX" for="ch" forName="right_43_3" refType="w" fact="0.73"/>
        <dgm:constr type="w" for="ch" forName="right_44_1" refType="w" fact="0.36"/>
        <dgm:constr type="h" for="ch" forName="right_44_1" refType="h" fact="0.154"/>
        <dgm:constr type="b" for="ch" forName="right_44_1" refType="h" fact="0.725"/>
        <dgm:constr type="ctrX" for="ch" forName="right_44_1" refType="w" fact="0.76"/>
        <dgm:constr type="w" for="ch" forName="right_44_2" refType="w" fact="0.36"/>
        <dgm:constr type="h" for="ch" forName="right_44_2" refType="h" fact="0.154"/>
        <dgm:constr type="b" for="ch" forName="right_44_2" refType="h" fact="0.559"/>
        <dgm:constr type="ctrX" for="ch" forName="right_44_2" refType="w" fact="0.76"/>
        <dgm:constr type="w" for="ch" forName="right_44_3" refType="w" fact="0.36"/>
        <dgm:constr type="h" for="ch" forName="right_44_3" refType="h" fact="0.154"/>
        <dgm:constr type="b" for="ch" forName="right_44_3" refType="h" fact="0.393"/>
        <dgm:constr type="ctrX" for="ch" forName="right_44_3" refType="w" fact="0.76"/>
        <dgm:constr type="w" for="ch" forName="right_44_4" refType="w" fact="0.36"/>
        <dgm:constr type="h" for="ch" forName="right_44_4" refType="h" fact="0.154"/>
        <dgm:constr type="b" for="ch" forName="right_44_4" refType="h" fact="0.224"/>
        <dgm:constr type="ctrX" for="ch" forName="right_44_4" refType="w" fact="0.76"/>
        <dgm:constr type="w" for="ch" forName="left_44_1" refType="w" fact="0.36"/>
        <dgm:constr type="h" for="ch" forName="left_44_1" refType="h" fact="0.154"/>
        <dgm:constr type="b" for="ch" forName="left_44_1" refType="h" fact="0.725"/>
        <dgm:constr type="ctrX" for="ch" forName="left_44_1" refType="w" fact="0.24"/>
        <dgm:constr type="w" for="ch" forName="left_44_2" refType="w" fact="0.36"/>
        <dgm:constr type="h" for="ch" forName="left_44_2" refType="h" fact="0.154"/>
        <dgm:constr type="b" for="ch" forName="left_44_2" refType="h" fact="0.559"/>
        <dgm:constr type="ctrX" for="ch" forName="left_44_2" refType="w" fact="0.24"/>
        <dgm:constr type="w" for="ch" forName="left_44_3" refType="w" fact="0.36"/>
        <dgm:constr type="h" for="ch" forName="left_44_3" refType="h" fact="0.154"/>
        <dgm:constr type="b" for="ch" forName="left_44_3" refType="h" fact="0.393"/>
        <dgm:constr type="ctrX" for="ch" forName="left_44_3" refType="w" fact="0.24"/>
        <dgm:constr type="w" for="ch" forName="left_44_4" refType="w" fact="0.36"/>
        <dgm:constr type="h" for="ch" forName="left_44_4" refType="h" fact="0.154"/>
        <dgm:constr type="b" for="ch" forName="left_44_4" refType="h" fact="0.224"/>
        <dgm:constr type="ctrX" for="ch" forName="left_44_4" refType="w" fact="0.24"/>
      </dgm:constrLst>
      <dgm:ruleLst/>
      <dgm:layoutNode name="dummyMaxCanvas_ChildArea">
        <dgm:alg type="sp"/>
        <dgm:shape xmlns:r="http://schemas.openxmlformats.org/officeDocument/2006/relationships" r:blip="">
          <dgm:adjLst/>
        </dgm:shape>
        <dgm:presOf/>
        <dgm:constrLst/>
        <dgm:ruleLst/>
      </dgm:layoutNode>
      <dgm:layoutNode name="fulcrum" styleLbl="alignAccFollowNode1">
        <dgm:alg type="sp"/>
        <dgm:shape xmlns:r="http://schemas.openxmlformats.org/officeDocument/2006/relationships" type="triangle" r:blip="">
          <dgm:adjLst/>
        </dgm:shape>
        <dgm:presOf/>
        <dgm:constrLst/>
        <dgm:ruleLst/>
      </dgm:layoutNode>
      <dgm:choose name="Name0">
        <dgm:if name="Name1" axis="ch ch" ptType="node node" st="1 1" cnt="1 0" func="cnt" op="equ" val="0">
          <dgm:choose name="Name2">
            <dgm:if name="Name3" axis="ch ch" ptType="node node" st="2 1" cnt="1 0" func="cnt" op="equ" val="0">
              <dgm:layoutNode name="balance_00" styleLbl="alignAccFollowNode1">
                <dgm:varLst>
                  <dgm:bulletEnabled val="1"/>
                </dgm:varLst>
                <dgm:alg type="sp"/>
                <dgm:shape xmlns:r="http://schemas.openxmlformats.org/officeDocument/2006/relationships" type="rect" r:blip="">
                  <dgm:adjLst/>
                </dgm:shape>
                <dgm:presOf/>
                <dgm:constrLst/>
                <dgm:ruleLst/>
              </dgm:layoutNode>
            </dgm:if>
            <dgm:else name="Name4">
              <dgm:choose name="Name5">
                <dgm:if name="Name6" axis="ch ch" ptType="node node" st="2 1" cnt="1 0" func="cnt" op="equ" val="1">
                  <dgm:layoutNode name="balance_01" styleLbl="alignAccFollowNode1">
                    <dgm:varLst>
                      <dgm:bulletEnabled val="1"/>
                    </dgm:varLst>
                    <dgm:alg type="sp"/>
                    <dgm:shape xmlns:r="http://schemas.openxmlformats.org/officeDocument/2006/relationships" rot="4" type="rect" r:blip="">
                      <dgm:adjLst/>
                    </dgm:shape>
                    <dgm:presOf/>
                    <dgm:constrLst/>
                    <dgm:ruleLst/>
                  </dgm:layoutNode>
                  <dgm:layoutNode name="right_0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
                  <dgm:choose name="Name8">
                    <dgm:if name="Name9" axis="ch ch" ptType="node node" st="2 1" cnt="1 0" func="cnt" op="equ" val="2">
                      <dgm:layoutNode name="balance_02" styleLbl="alignAccFollowNode1">
                        <dgm:varLst>
                          <dgm:bulletEnabled val="1"/>
                        </dgm:varLst>
                        <dgm:alg type="sp"/>
                        <dgm:shape xmlns:r="http://schemas.openxmlformats.org/officeDocument/2006/relationships" rot="4" type="rect" r:blip="">
                          <dgm:adjLst/>
                        </dgm:shape>
                        <dgm:presOf/>
                        <dgm:constrLst/>
                        <dgm:ruleLst/>
                      </dgm:layoutNode>
                      <dgm:layoutNode name="right_0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
                      <dgm:choose name="Name11">
                        <dgm:if name="Name12" axis="ch ch" ptType="node node" st="2 1" cnt="1 0" func="cnt" op="equ" val="3">
                          <dgm:layoutNode name="balance_03" styleLbl="alignAccFollowNode1">
                            <dgm:varLst>
                              <dgm:bulletEnabled val="1"/>
                            </dgm:varLst>
                            <dgm:alg type="sp"/>
                            <dgm:shape xmlns:r="http://schemas.openxmlformats.org/officeDocument/2006/relationships" rot="4" type="rect" r:blip="">
                              <dgm:adjLst/>
                            </dgm:shape>
                            <dgm:presOf/>
                            <dgm:constrLst/>
                            <dgm:ruleLst/>
                          </dgm:layoutNode>
                          <dgm:layoutNode name="right_0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3">
                          <dgm:choose name="Name14">
                            <dgm:if name="Name15" axis="ch ch" ptType="node node" st="2 1" cnt="1 0" func="cnt" op="gte" val="4">
                              <dgm:layoutNode name="balance_04" styleLbl="alignAccFollowNode1">
                                <dgm:varLst>
                                  <dgm:bulletEnabled val="1"/>
                                </dgm:varLst>
                                <dgm:alg type="sp"/>
                                <dgm:shape xmlns:r="http://schemas.openxmlformats.org/officeDocument/2006/relationships" rot="4" type="rect" r:blip="">
                                  <dgm:adjLst/>
                                </dgm:shape>
                                <dgm:presOf/>
                                <dgm:constrLst/>
                                <dgm:ruleLst/>
                              </dgm:layoutNode>
                              <dgm:layoutNode name="right_0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6"/>
                          </dgm:choose>
                        </dgm:else>
                      </dgm:choose>
                    </dgm:else>
                  </dgm:choose>
                </dgm:else>
              </dgm:choose>
            </dgm:else>
          </dgm:choose>
        </dgm:if>
        <dgm:else name="Name17">
          <dgm:choose name="Name18">
            <dgm:if name="Name19" axis="ch ch" ptType="node node" st="1 1" cnt="1 0" func="cnt" op="equ" val="1">
              <dgm:choose name="Name20">
                <dgm:if name="Name21" axis="ch ch" ptType="node node" st="2 1" cnt="1 0" func="cnt" op="equ" val="0">
                  <dgm:layoutNode name="balance_10" styleLbl="alignAccFollowNode1">
                    <dgm:varLst>
                      <dgm:bulletEnabled val="1"/>
                    </dgm:varLst>
                    <dgm:alg type="sp"/>
                    <dgm:shape xmlns:r="http://schemas.openxmlformats.org/officeDocument/2006/relationships" rot="-4" type="rect" r:blip="">
                      <dgm:adjLst/>
                    </dgm:shape>
                    <dgm:presOf/>
                    <dgm:constrLst/>
                    <dgm:ruleLst/>
                  </dgm:layoutNode>
                  <dgm:layoutNode name="left_1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2">
                  <dgm:choose name="Name23">
                    <dgm:if name="Name24" axis="ch ch" ptType="node node" st="2 1" cnt="1 0" func="cnt" op="equ" val="1">
                      <dgm:layoutNode name="balance_11" styleLbl="alignAccFollowNode1">
                        <dgm:varLst>
                          <dgm:bulletEnabled val="1"/>
                        </dgm:varLst>
                        <dgm:alg type="sp"/>
                        <dgm:shape xmlns:r="http://schemas.openxmlformats.org/officeDocument/2006/relationships" type="rect" r:blip="">
                          <dgm:adjLst/>
                        </dgm:shape>
                        <dgm:presOf/>
                        <dgm:constrLst/>
                        <dgm:ruleLst/>
                      </dgm:layoutNode>
                      <dgm:layoutNode name="left_11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1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5">
                      <dgm:choose name="Name26">
                        <dgm:if name="Name27" axis="ch ch" ptType="node node" st="2 1" cnt="1 0" func="cnt" op="equ" val="2">
                          <dgm:layoutNode name="balance_12" styleLbl="alignAccFollowNode1">
                            <dgm:varLst>
                              <dgm:bulletEnabled val="1"/>
                            </dgm:varLst>
                            <dgm:alg type="sp"/>
                            <dgm:shape xmlns:r="http://schemas.openxmlformats.org/officeDocument/2006/relationships" rot="4" type="rect" r:blip="">
                              <dgm:adjLst/>
                            </dgm:shape>
                            <dgm:presOf/>
                            <dgm:constrLst/>
                            <dgm:ruleLst/>
                          </dgm:layoutNode>
                          <dgm:layoutNode name="right_1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8">
                          <dgm:choose name="Name29">
                            <dgm:if name="Name30" axis="ch ch" ptType="node node" st="2 1" cnt="1 0" func="cnt" op="equ" val="3">
                              <dgm:layoutNode name="balance_13" styleLbl="alignAccFollowNode1">
                                <dgm:varLst>
                                  <dgm:bulletEnabled val="1"/>
                                </dgm:varLst>
                                <dgm:alg type="sp"/>
                                <dgm:shape xmlns:r="http://schemas.openxmlformats.org/officeDocument/2006/relationships" rot="4" type="rect" r:blip="">
                                  <dgm:adjLst/>
                                </dgm:shape>
                                <dgm:presOf/>
                                <dgm:constrLst/>
                                <dgm:ruleLst/>
                              </dgm:layoutNode>
                              <dgm:layoutNode name="right_1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1">
                              <dgm:choose name="Name32">
                                <dgm:if name="Name33" axis="ch ch" ptType="node node" st="2 1" cnt="1 0" func="cnt" op="gte" val="4">
                                  <dgm:layoutNode name="balance_14" styleLbl="alignAccFollowNode1">
                                    <dgm:varLst>
                                      <dgm:bulletEnabled val="1"/>
                                    </dgm:varLst>
                                    <dgm:alg type="sp"/>
                                    <dgm:shape xmlns:r="http://schemas.openxmlformats.org/officeDocument/2006/relationships" rot="4" type="rect" r:blip="">
                                      <dgm:adjLst/>
                                    </dgm:shape>
                                    <dgm:presOf/>
                                    <dgm:constrLst/>
                                    <dgm:ruleLst/>
                                  </dgm:layoutNode>
                                  <dgm:layoutNode name="right_1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4"/>
                              </dgm:choose>
                            </dgm:else>
                          </dgm:choose>
                        </dgm:else>
                      </dgm:choose>
                    </dgm:else>
                  </dgm:choose>
                </dgm:else>
              </dgm:choose>
            </dgm:if>
            <dgm:else name="Name35">
              <dgm:choose name="Name36">
                <dgm:if name="Name37" axis="ch ch" ptType="node node" st="1 1" cnt="1 0" func="cnt" op="equ" val="2">
                  <dgm:choose name="Name38">
                    <dgm:if name="Name39" axis="ch ch" ptType="node node" st="2 1" cnt="1 0" func="cnt" op="equ" val="0">
                      <dgm:layoutNode name="balance_20" styleLbl="alignAccFollowNode1">
                        <dgm:varLst>
                          <dgm:bulletEnabled val="1"/>
                        </dgm:varLst>
                        <dgm:alg type="sp"/>
                        <dgm:shape xmlns:r="http://schemas.openxmlformats.org/officeDocument/2006/relationships" rot="-4" type="rect" r:blip="">
                          <dgm:adjLst/>
                        </dgm:shape>
                        <dgm:presOf/>
                        <dgm:constrLst/>
                        <dgm:ruleLst/>
                      </dgm:layoutNode>
                      <dgm:layoutNode name="left_2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0">
                      <dgm:choose name="Name41">
                        <dgm:if name="Name42" axis="ch ch" ptType="node node" st="2 1" cnt="1 0" func="cnt" op="equ" val="1">
                          <dgm:layoutNode name="balance_21" styleLbl="alignAccFollowNode1">
                            <dgm:varLst>
                              <dgm:bulletEnabled val="1"/>
                            </dgm:varLst>
                            <dgm:alg type="sp"/>
                            <dgm:shape xmlns:r="http://schemas.openxmlformats.org/officeDocument/2006/relationships" rot="-4" type="rect" r:blip="">
                              <dgm:adjLst/>
                            </dgm:shape>
                            <dgm:presOf/>
                            <dgm:constrLst/>
                            <dgm:ruleLst/>
                          </dgm:layoutNode>
                          <dgm:layoutNode name="left_2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3">
                          <dgm:choose name="Name44">
                            <dgm:if name="Name45" axis="ch ch" ptType="node node" st="2 1" cnt="1 0" func="cnt" op="equ" val="2">
                              <dgm:layoutNode name="balance_22" styleLbl="alignAccFollowNode1">
                                <dgm:varLst>
                                  <dgm:bulletEnabled val="1"/>
                                </dgm:varLst>
                                <dgm:alg type="sp"/>
                                <dgm:shape xmlns:r="http://schemas.openxmlformats.org/officeDocument/2006/relationships" type="rect" r:blip="">
                                  <dgm:adjLst/>
                                </dgm:shape>
                                <dgm:presOf/>
                                <dgm:constrLst/>
                                <dgm:ruleLst/>
                              </dgm:layoutNode>
                              <dgm:layoutNode name="right_22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2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6">
                              <dgm:choose name="Name47">
                                <dgm:if name="Name48" axis="ch ch" ptType="node node" st="2 1" cnt="1 0" func="cnt" op="equ" val="3">
                                  <dgm:layoutNode name="balance_23" styleLbl="alignAccFollowNode1">
                                    <dgm:varLst>
                                      <dgm:bulletEnabled val="1"/>
                                    </dgm:varLst>
                                    <dgm:alg type="sp"/>
                                    <dgm:shape xmlns:r="http://schemas.openxmlformats.org/officeDocument/2006/relationships" rot="4" type="rect" r:blip="">
                                      <dgm:adjLst/>
                                    </dgm:shape>
                                    <dgm:presOf/>
                                    <dgm:constrLst/>
                                    <dgm:ruleLst/>
                                  </dgm:layoutNode>
                                  <dgm:layoutNode name="right_2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9">
                                  <dgm:choose name="Name50">
                                    <dgm:if name="Name51" axis="ch ch" ptType="node node" st="2 1" cnt="1 0" func="cnt" op="gte" val="4">
                                      <dgm:layoutNode name="balance_24" styleLbl="alignAccFollowNode1">
                                        <dgm:varLst>
                                          <dgm:bulletEnabled val="1"/>
                                        </dgm:varLst>
                                        <dgm:alg type="sp"/>
                                        <dgm:shape xmlns:r="http://schemas.openxmlformats.org/officeDocument/2006/relationships" rot="4" type="rect" r:blip="">
                                          <dgm:adjLst/>
                                        </dgm:shape>
                                        <dgm:presOf/>
                                        <dgm:constrLst/>
                                        <dgm:ruleLst/>
                                      </dgm:layoutNode>
                                      <dgm:layoutNode name="right_2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2"/>
                                  </dgm:choose>
                                </dgm:else>
                              </dgm:choose>
                            </dgm:else>
                          </dgm:choose>
                        </dgm:else>
                      </dgm:choose>
                    </dgm:else>
                  </dgm:choose>
                </dgm:if>
                <dgm:else name="Name53">
                  <dgm:choose name="Name54">
                    <dgm:if name="Name55" axis="ch ch" ptType="node node" st="1 1" cnt="1 0" func="cnt" op="equ" val="3">
                      <dgm:choose name="Name56">
                        <dgm:if name="Name57" axis="ch ch" ptType="node node" st="2 1" cnt="1 0" func="cnt" op="equ" val="0">
                          <dgm:layoutNode name="balance_30" styleLbl="alignAccFollowNode1">
                            <dgm:varLst>
                              <dgm:bulletEnabled val="1"/>
                            </dgm:varLst>
                            <dgm:alg type="sp"/>
                            <dgm:shape xmlns:r="http://schemas.openxmlformats.org/officeDocument/2006/relationships" rot="-4" type="rect" r:blip="">
                              <dgm:adjLst/>
                            </dgm:shape>
                            <dgm:presOf/>
                            <dgm:constrLst/>
                            <dgm:ruleLst/>
                          </dgm:layoutNode>
                          <dgm:layoutNode name="left_3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name="Name59">
                            <dgm:if name="Name60" axis="ch ch" ptType="node node" st="2 1" cnt="1 0" func="cnt" op="equ" val="1">
                              <dgm:layoutNode name="balance_31" styleLbl="alignAccFollowNode1">
                                <dgm:varLst>
                                  <dgm:bulletEnabled val="1"/>
                                </dgm:varLst>
                                <dgm:alg type="sp"/>
                                <dgm:shape xmlns:r="http://schemas.openxmlformats.org/officeDocument/2006/relationships" rot="-4" type="rect" r:blip="">
                                  <dgm:adjLst/>
                                </dgm:shape>
                                <dgm:presOf/>
                                <dgm:constrLst/>
                                <dgm:ruleLst/>
                              </dgm:layoutNode>
                              <dgm:layoutNode name="left_3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1">
                              <dgm:choose name="Name62">
                                <dgm:if name="Name63" axis="ch ch" ptType="node node" st="2 1" cnt="1 0" func="cnt" op="equ" val="2">
                                  <dgm:layoutNode name="balance_32" styleLbl="alignAccFollowNode1">
                                    <dgm:varLst>
                                      <dgm:bulletEnabled val="1"/>
                                    </dgm:varLst>
                                    <dgm:alg type="sp"/>
                                    <dgm:shape xmlns:r="http://schemas.openxmlformats.org/officeDocument/2006/relationships" rot="-4" type="rect" r:blip="">
                                      <dgm:adjLst/>
                                    </dgm:shape>
                                    <dgm:presOf/>
                                    <dgm:constrLst/>
                                    <dgm:ruleLst/>
                                  </dgm:layoutNode>
                                  <dgm:layoutNode name="left_3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4">
                                  <dgm:choose name="Name65">
                                    <dgm:if name="Name66" axis="ch ch" ptType="node node" st="2 1" cnt="1 0" func="cnt" op="equ" val="3">
                                      <dgm:layoutNode name="balance_33" styleLbl="alignAccFollowNode1">
                                        <dgm:varLst>
                                          <dgm:bulletEnabled val="1"/>
                                        </dgm:varLst>
                                        <dgm:alg type="sp"/>
                                        <dgm:shape xmlns:r="http://schemas.openxmlformats.org/officeDocument/2006/relationships" type="rect" r:blip="">
                                          <dgm:adjLst/>
                                        </dgm:shape>
                                        <dgm:presOf/>
                                        <dgm:constrLst/>
                                        <dgm:ruleLst/>
                                      </dgm:layoutNode>
                                      <dgm:layoutNode name="right_33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7">
                                      <dgm:choose name="Name68">
                                        <dgm:if name="Name69" axis="ch ch" ptType="node node" st="2 1" cnt="1 0" func="cnt" op="gte" val="4">
                                          <dgm:layoutNode name="balance_34" styleLbl="alignAccFollowNode1">
                                            <dgm:varLst>
                                              <dgm:bulletEnabled val="1"/>
                                            </dgm:varLst>
                                            <dgm:alg type="sp"/>
                                            <dgm:shape xmlns:r="http://schemas.openxmlformats.org/officeDocument/2006/relationships" rot="4" type="rect" r:blip="">
                                              <dgm:adjLst/>
                                            </dgm:shape>
                                            <dgm:presOf/>
                                            <dgm:constrLst/>
                                            <dgm:ruleLst/>
                                          </dgm:layoutNode>
                                          <dgm:layoutNode name="right_3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0"/>
                                      </dgm:choose>
                                    </dgm:else>
                                  </dgm:choose>
                                </dgm:else>
                              </dgm:choose>
                            </dgm:else>
                          </dgm:choose>
                        </dgm:else>
                      </dgm:choose>
                    </dgm:if>
                    <dgm:else name="Name71">
                      <dgm:choose name="Name72">
                        <dgm:if name="Name73" axis="ch ch" ptType="node node" st="1 1" cnt="1 0" func="cnt" op="gte" val="4">
                          <dgm:choose name="Name74">
                            <dgm:if name="Name75" axis="ch ch" ptType="node node" st="2 1" cnt="1 0" func="cnt" op="equ" val="0">
                              <dgm:layoutNode name="balance_40" styleLbl="alignAccFollowNode1">
                                <dgm:varLst>
                                  <dgm:bulletEnabled val="1"/>
                                </dgm:varLst>
                                <dgm:alg type="sp"/>
                                <dgm:shape xmlns:r="http://schemas.openxmlformats.org/officeDocument/2006/relationships" rot="-4" type="rect" r:blip="">
                                  <dgm:adjLst/>
                                </dgm:shape>
                                <dgm:presOf/>
                                <dgm:constrLst/>
                                <dgm:ruleLst/>
                              </dgm:layoutNode>
                              <dgm:layoutNode name="left_4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6">
                              <dgm:choose name="Name77">
                                <dgm:if name="Name78" axis="ch ch" ptType="node node" st="2 1" cnt="1 0" func="cnt" op="equ" val="1">
                                  <dgm:layoutNode name="balance_41" styleLbl="alignAccFollowNode1">
                                    <dgm:varLst>
                                      <dgm:bulletEnabled val="1"/>
                                    </dgm:varLst>
                                    <dgm:alg type="sp"/>
                                    <dgm:shape xmlns:r="http://schemas.openxmlformats.org/officeDocument/2006/relationships" rot="-4" type="rect" r:blip="">
                                      <dgm:adjLst/>
                                    </dgm:shape>
                                    <dgm:presOf/>
                                    <dgm:constrLst/>
                                    <dgm:ruleLst/>
                                  </dgm:layoutNode>
                                  <dgm:layoutNode name="left_4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name="Name80">
                                    <dgm:if name="Name81" axis="ch ch" ptType="node node" st="2 1" cnt="1 0" func="cnt" op="equ" val="2">
                                      <dgm:layoutNode name="balance_42" styleLbl="alignAccFollowNode1">
                                        <dgm:varLst>
                                          <dgm:bulletEnabled val="1"/>
                                        </dgm:varLst>
                                        <dgm:alg type="sp"/>
                                        <dgm:shape xmlns:r="http://schemas.openxmlformats.org/officeDocument/2006/relationships" rot="-4" type="rect" r:blip="">
                                          <dgm:adjLst/>
                                        </dgm:shape>
                                        <dgm:presOf/>
                                        <dgm:constrLst/>
                                        <dgm:ruleLst/>
                                      </dgm:layoutNode>
                                      <dgm:layoutNode name="left_4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2">
                                      <dgm:choose name="Name83">
                                        <dgm:if name="Name84" axis="ch ch" ptType="node node" st="2 1" cnt="1 0" func="cnt" op="equ" val="3">
                                          <dgm:layoutNode name="balance_43" styleLbl="alignAccFollowNode1">
                                            <dgm:varLst>
                                              <dgm:bulletEnabled val="1"/>
                                            </dgm:varLst>
                                            <dgm:alg type="sp"/>
                                            <dgm:shape xmlns:r="http://schemas.openxmlformats.org/officeDocument/2006/relationships" rot="-4" type="rect" r:blip="">
                                              <dgm:adjLst/>
                                            </dgm:shape>
                                            <dgm:presOf/>
                                            <dgm:constrLst/>
                                            <dgm:ruleLst/>
                                          </dgm:layoutNode>
                                          <dgm:layoutNode name="left_4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5">
                                          <dgm:choose name="Name86">
                                            <dgm:if name="Name87" axis="ch ch" ptType="node node" st="2 1" cnt="1 0" func="cnt" op="gte" val="4">
                                              <dgm:layoutNode name="balance_44" styleLbl="alignAccFollowNode1">
                                                <dgm:varLst>
                                                  <dgm:bulletEnabled val="1"/>
                                                </dgm:varLst>
                                                <dgm:alg type="sp"/>
                                                <dgm:shape xmlns:r="http://schemas.openxmlformats.org/officeDocument/2006/relationships" type="rect" r:blip="">
                                                  <dgm:adjLst/>
                                                </dgm:shape>
                                                <dgm:presOf/>
                                                <dgm:constrLst/>
                                                <dgm:ruleLst/>
                                              </dgm:layoutNode>
                                              <dgm:layoutNode name="right_44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4" styleLbl="node1">
                                                <dgm:varLst>
                                                  <dgm:bulletEnabled val="1"/>
                                                </dgm:varLst>
                                                <dgm:alg type="tx"/>
                                                <dgm:shape xmlns:r="http://schemas.openxmlformats.org/officeDocument/2006/relationships"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4" styleLbl="node1">
                                                <dgm:varLst>
                                                  <dgm:bulletEnabled val="1"/>
                                                </dgm:varLst>
                                                <dgm:alg type="tx"/>
                                                <dgm:shape xmlns:r="http://schemas.openxmlformats.org/officeDocument/2006/relationships"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8"/>
                                          </dgm:choose>
                                        </dgm:else>
                                      </dgm:choose>
                                    </dgm:else>
                                  </dgm:choose>
                                </dgm:else>
                              </dgm:choose>
                            </dgm:else>
                          </dgm:choose>
                        </dgm:if>
                        <dgm:else name="Name89"/>
                      </dgm:choose>
                    </dgm:else>
                  </dgm:choose>
                </dgm:else>
              </dgm:choose>
            </dgm:else>
          </dgm:choose>
        </dgm:else>
      </dgm:choose>
    </dgm:layoutNode>
  </dgm:layoutNode>
</dgm:layoutDef>
</file>

<file path=ppt/diagrams/layout6.xml><?xml version="1.0" encoding="utf-8"?>
<dgm:layoutDef xmlns:dgm="http://schemas.openxmlformats.org/drawingml/2006/diagram" xmlns:a="http://schemas.openxmlformats.org/drawingml/2006/main" uniqueId="urn:microsoft.com/office/officeart/2005/8/layout/balance1">
  <dgm:title val=""/>
  <dgm:desc val=""/>
  <dgm:catLst>
    <dgm:cat type="relationship" pri="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23">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25" srcId="2" destId="23" srcOrd="0" destOrd="0"/>
      </dgm:cxnLst>
      <dgm:bg/>
      <dgm:whole/>
    </dgm:dataModel>
  </dgm:sampData>
  <dgm:styleData>
    <dgm:dataModel>
      <dgm:ptLst>
        <dgm:pt modelId="0" type="doc"/>
        <dgm:pt modelId="1"/>
        <dgm:pt modelId="11"/>
        <dgm:pt modelId="12"/>
        <dgm:pt modelId="2"/>
        <dgm:pt modelId="21"/>
        <dgm:pt modelId="22"/>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tyleData>
  <dgm:clrData>
    <dgm:dataModel>
      <dgm:ptLst>
        <dgm:pt modelId="0" type="doc"/>
        <dgm:pt modelId="1"/>
        <dgm:pt modelId="11"/>
        <dgm:pt modelId="12"/>
        <dgm:pt modelId="13"/>
        <dgm:pt modelId="2"/>
        <dgm:pt modelId="21"/>
        <dgm:pt modelId="22"/>
        <dgm:pt modelId="23"/>
      </dgm:ptLst>
      <dgm:cxnLst>
        <dgm:cxn modelId="4" srcId="0" destId="1" srcOrd="0" destOrd="0"/>
        <dgm:cxn modelId="5" srcId="0" destId="2" srcOrd="1" destOrd="0"/>
        <dgm:cxn modelId="15" srcId="1" destId="11" srcOrd="0" destOrd="0"/>
        <dgm:cxn modelId="16" srcId="1" destId="12" srcOrd="0" destOrd="0"/>
        <dgm:cxn modelId="17" srcId="1" destId="13" srcOrd="0" destOrd="0"/>
        <dgm:cxn modelId="25" srcId="2" destId="21" srcOrd="0" destOrd="0"/>
        <dgm:cxn modelId="26" srcId="2" destId="22" srcOrd="0" destOrd="0"/>
        <dgm:cxn modelId="27" srcId="2" destId="23" srcOrd="0" destOrd="0"/>
      </dgm:cxnLst>
      <dgm:bg/>
      <dgm:whole/>
    </dgm:dataModel>
  </dgm:clrData>
  <dgm:layoutNode name="outerComposite">
    <dgm:varLst>
      <dgm:chMax val="2"/>
      <dgm:animLvl val="lvl"/>
      <dgm:resizeHandles val="exact"/>
    </dgm:varLst>
    <dgm:alg type="composite">
      <dgm:param type="ar" val="1"/>
    </dgm:alg>
    <dgm:shape xmlns:r="http://schemas.openxmlformats.org/officeDocument/2006/relationships" r:blip="">
      <dgm:adjLst/>
    </dgm:shape>
    <dgm:presOf/>
    <dgm:constrLst>
      <dgm:constr type="h" for="ch" forName="parentComposite" refType="h" refFor="ch" refForName="dummyMaxCanvas" op="equ" fact="0.2"/>
      <dgm:constr type="t" for="ch" forName="parentComposite"/>
      <dgm:constr type="h" for="ch" forName="childrenComposite" refType="h" refFor="ch" refForName="dummyMaxCanvas" op="equ" fact="0.8"/>
      <dgm:constr type="t" for="ch" forName="childrenComposite" refType="h" refFor="ch" refForName="dummyMaxCanvas" fact="0.2"/>
    </dgm:constrLst>
    <dgm:ruleLst/>
    <dgm:layoutNode name="dummyMaxCanvas">
      <dgm:alg type="sp"/>
      <dgm:shape xmlns:r="http://schemas.openxmlformats.org/officeDocument/2006/relationships" r:blip="">
        <dgm:adjLst/>
      </dgm:shape>
      <dgm:presOf/>
      <dgm:constrLst/>
      <dgm:ruleLst/>
    </dgm:layoutNode>
    <dgm:layoutNode name="parentComposite">
      <dgm:alg type="composite"/>
      <dgm:shape xmlns:r="http://schemas.openxmlformats.org/officeDocument/2006/relationships" r:blip="">
        <dgm:adjLst/>
      </dgm:shape>
      <dgm:presOf/>
      <dgm:constrLst>
        <dgm:constr type="w" for="ch" forName="parent1" refType="w" fact="0.36"/>
        <dgm:constr type="ctrX" for="ch" forName="parent1" refType="w" fact="0.24"/>
        <dgm:constr type="w" for="ch" forName="parent2" refType="w" fact="0.36"/>
        <dgm:constr type="ctrX" for="ch" forName="parent2" refType="w" fact="0.76"/>
        <dgm:constr type="primFontSz" for="ch" ptType="node" op="equ"/>
      </dgm:constrLst>
      <dgm:ruleLst/>
      <dgm:layoutNode name="parent1" styleLbl="alignAccFollowNode1">
        <dgm:varLst>
          <dgm:chMax val="4"/>
        </dgm:varLst>
        <dgm:alg type="tx"/>
        <dgm:shape xmlns:r="http://schemas.openxmlformats.org/officeDocument/2006/relationships" type="roundRect" r:blip="">
          <dgm:adjLst>
            <dgm:adj idx="1" val="0.1"/>
          </dgm:adjLst>
        </dgm:shape>
        <dgm:presOf axis="ch" ptType="node"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2" styleLbl="alignAccFollowNode1">
        <dgm:varLst>
          <dgm:chMax val="4"/>
        </dgm:varLst>
        <dgm:alg type="tx"/>
        <dgm:shape xmlns:r="http://schemas.openxmlformats.org/officeDocument/2006/relationships" type="roundRect" r:blip="">
          <dgm:adjLst>
            <dgm:adj idx="1" val="0.1"/>
          </dgm:adjLst>
        </dgm:shape>
        <dgm:presOf axis="ch" ptType="node" st="2"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Node name="childrenComposite">
      <dgm:alg type="composite"/>
      <dgm:shape xmlns:r="http://schemas.openxmlformats.org/officeDocument/2006/relationships" r:blip="">
        <dgm:adjLst/>
      </dgm:shape>
      <dgm:presOf/>
      <dgm:constrLst>
        <dgm:constr type="primFontSz" for="ch" ptType="node" op="equ" val="65"/>
        <dgm:constr type="w" for="ch" forName="fulcrum" refType="w" fact="0.15"/>
        <dgm:constr type="h" for="ch" forName="fulcrum" refType="w" refFor="ch" refForName="fulcrum"/>
        <dgm:constr type="b" for="ch" forName="fulcrum" refType="h"/>
        <dgm:constr type="ctrX" for="ch" forName="fulcrum" refType="w" fact="0.5"/>
        <dgm:constr type="w" for="ch" forName="balance_00" refType="w" fact="0.9"/>
        <dgm:constr type="h" for="ch" forName="balance_00" refType="h" fact="0.076"/>
        <dgm:constr type="b" for="ch" forName="balance_00" refType="h" fact="0.81"/>
        <dgm:constr type="ctrX" for="ch" forName="balance_00" refType="w" fact="0.5"/>
        <dgm:constr type="w" for="ch" forName="balance_01" refType="w"/>
        <dgm:constr type="h" for="ch" forName="balance_01" refType="h" fact="0.157"/>
        <dgm:constr type="b" for="ch" forName="balance_01" refType="h" fact="0.85"/>
        <dgm:constr type="ctrX" for="ch" forName="balance_01" refType="w" fact="0.5"/>
        <dgm:constr type="w" for="ch" forName="balance_02" refType="w"/>
        <dgm:constr type="h" for="ch" forName="balance_02" refType="h" fact="0.157"/>
        <dgm:constr type="b" for="ch" forName="balance_02" refType="h" fact="0.85"/>
        <dgm:constr type="ctrX" for="ch" forName="balance_02" refType="w" fact="0.5"/>
        <dgm:constr type="w" for="ch" forName="balance_03" refType="w"/>
        <dgm:constr type="h" for="ch" forName="balance_03" refType="h" fact="0.157"/>
        <dgm:constr type="b" for="ch" forName="balance_03" refType="h" fact="0.85"/>
        <dgm:constr type="ctrX" for="ch" forName="balance_03" refType="w" fact="0.5"/>
        <dgm:constr type="w" for="ch" forName="balance_04" refType="w"/>
        <dgm:constr type="h" for="ch" forName="balance_04" refType="h" fact="0.157"/>
        <dgm:constr type="b" for="ch" forName="balance_04" refType="h" fact="0.85"/>
        <dgm:constr type="ctrX" for="ch" forName="balance_04" refType="w" fact="0.5"/>
        <dgm:constr type="w" for="ch" forName="balance_10" refType="w"/>
        <dgm:constr type="h" for="ch" forName="balance_10" refType="h" fact="0.157"/>
        <dgm:constr type="b" for="ch" forName="balance_10" refType="h" fact="0.85"/>
        <dgm:constr type="ctrX" for="ch" forName="balance_10" refType="w" fact="0.5"/>
        <dgm:constr type="w" for="ch" forName="balance_11" refType="w" fact="0.9"/>
        <dgm:constr type="h" for="ch" forName="balance_11" refType="h" fact="0.076"/>
        <dgm:constr type="b" for="ch" forName="balance_11" refType="h" fact="0.81"/>
        <dgm:constr type="ctrX" for="ch" forName="balance_11" refType="w" fact="0.5"/>
        <dgm:constr type="w" for="ch" forName="balance_12" refType="w"/>
        <dgm:constr type="h" for="ch" forName="balance_12" refType="h" fact="0.157"/>
        <dgm:constr type="b" for="ch" forName="balance_12" refType="h" fact="0.85"/>
        <dgm:constr type="ctrX" for="ch" forName="balance_12" refType="w" fact="0.5"/>
        <dgm:constr type="w" for="ch" forName="balance_13" refType="w"/>
        <dgm:constr type="h" for="ch" forName="balance_13" refType="h" fact="0.157"/>
        <dgm:constr type="b" for="ch" forName="balance_13" refType="h" fact="0.85"/>
        <dgm:constr type="ctrX" for="ch" forName="balance_13" refType="w" fact="0.5"/>
        <dgm:constr type="w" for="ch" forName="balance_14" refType="w"/>
        <dgm:constr type="h" for="ch" forName="balance_14" refType="h" fact="0.157"/>
        <dgm:constr type="b" for="ch" forName="balance_14" refType="h" fact="0.85"/>
        <dgm:constr type="ctrX" for="ch" forName="balance_14" refType="w" fact="0.5"/>
        <dgm:constr type="w" for="ch" forName="balance_20" refType="w"/>
        <dgm:constr type="h" for="ch" forName="balance_20" refType="h" fact="0.157"/>
        <dgm:constr type="b" for="ch" forName="balance_20" refType="h" fact="0.85"/>
        <dgm:constr type="ctrX" for="ch" forName="balance_20" refType="w" fact="0.5"/>
        <dgm:constr type="w" for="ch" forName="balance_21" refType="w"/>
        <dgm:constr type="h" for="ch" forName="balance_21" refType="h" fact="0.157"/>
        <dgm:constr type="b" for="ch" forName="balance_21" refType="h" fact="0.85"/>
        <dgm:constr type="ctrX" for="ch" forName="balance_21" refType="w" fact="0.5"/>
        <dgm:constr type="w" for="ch" forName="balance_22" refType="w" fact="0.9"/>
        <dgm:constr type="h" for="ch" forName="balance_22" refType="h" fact="0.076"/>
        <dgm:constr type="b" for="ch" forName="balance_22" refType="h" fact="0.81"/>
        <dgm:constr type="ctrX" for="ch" forName="balance_22" refType="w" fact="0.5"/>
        <dgm:constr type="w" for="ch" forName="balance_23" refType="w"/>
        <dgm:constr type="h" for="ch" forName="balance_23" refType="h" fact="0.157"/>
        <dgm:constr type="b" for="ch" forName="balance_23" refType="h" fact="0.85"/>
        <dgm:constr type="ctrX" for="ch" forName="balance_23" refType="w" fact="0.5"/>
        <dgm:constr type="w" for="ch" forName="balance_24" refType="w"/>
        <dgm:constr type="h" for="ch" forName="balance_24" refType="h" fact="0.157"/>
        <dgm:constr type="b" for="ch" forName="balance_24" refType="h" fact="0.85"/>
        <dgm:constr type="ctrX" for="ch" forName="balance_24" refType="w" fact="0.5"/>
        <dgm:constr type="w" for="ch" forName="balance_30" refType="w"/>
        <dgm:constr type="h" for="ch" forName="balance_30" refType="h" fact="0.157"/>
        <dgm:constr type="b" for="ch" forName="balance_30" refType="h" fact="0.85"/>
        <dgm:constr type="ctrX" for="ch" forName="balance_30" refType="w" fact="0.5"/>
        <dgm:constr type="w" for="ch" forName="balance_31" refType="w"/>
        <dgm:constr type="h" for="ch" forName="balance_31" refType="h" fact="0.157"/>
        <dgm:constr type="b" for="ch" forName="balance_31" refType="h" fact="0.85"/>
        <dgm:constr type="ctrX" for="ch" forName="balance_31" refType="w" fact="0.5"/>
        <dgm:constr type="w" for="ch" forName="balance_32" refType="w"/>
        <dgm:constr type="h" for="ch" forName="balance_32" refType="h" fact="0.157"/>
        <dgm:constr type="b" for="ch" forName="balance_32" refType="h" fact="0.85"/>
        <dgm:constr type="ctrX" for="ch" forName="balance_32" refType="w" fact="0.5"/>
        <dgm:constr type="w" for="ch" forName="balance_33" refType="w" fact="0.9"/>
        <dgm:constr type="h" for="ch" forName="balance_33" refType="h" fact="0.076"/>
        <dgm:constr type="b" for="ch" forName="balance_33" refType="h" fact="0.81"/>
        <dgm:constr type="ctrX" for="ch" forName="balance_33" refType="w" fact="0.5"/>
        <dgm:constr type="w" for="ch" forName="balance_34" refType="w"/>
        <dgm:constr type="h" for="ch" forName="balance_34" refType="h" fact="0.157"/>
        <dgm:constr type="b" for="ch" forName="balance_34" refType="h" fact="0.85"/>
        <dgm:constr type="ctrX" for="ch" forName="balance_34" refType="w" fact="0.5"/>
        <dgm:constr type="w" for="ch" forName="balance_40" refType="w"/>
        <dgm:constr type="h" for="ch" forName="balance_40" refType="h" fact="0.157"/>
        <dgm:constr type="b" for="ch" forName="balance_40" refType="h" fact="0.85"/>
        <dgm:constr type="ctrX" for="ch" forName="balance_40" refType="w" fact="0.5"/>
        <dgm:constr type="w" for="ch" forName="balance_41" refType="w"/>
        <dgm:constr type="h" for="ch" forName="balance_41" refType="h" fact="0.157"/>
        <dgm:constr type="b" for="ch" forName="balance_41" refType="h" fact="0.85"/>
        <dgm:constr type="ctrX" for="ch" forName="balance_41" refType="w" fact="0.5"/>
        <dgm:constr type="w" for="ch" forName="balance_42" refType="w"/>
        <dgm:constr type="h" for="ch" forName="balance_42" refType="h" fact="0.157"/>
        <dgm:constr type="b" for="ch" forName="balance_42" refType="h" fact="0.85"/>
        <dgm:constr type="ctrX" for="ch" forName="balance_42" refType="w" fact="0.5"/>
        <dgm:constr type="w" for="ch" forName="balance_43" refType="w"/>
        <dgm:constr type="h" for="ch" forName="balance_43" refType="h" fact="0.157"/>
        <dgm:constr type="b" for="ch" forName="balance_43" refType="h" fact="0.85"/>
        <dgm:constr type="ctrX" for="ch" forName="balance_43" refType="w" fact="0.5"/>
        <dgm:constr type="w" for="ch" forName="balance_44" refType="w" fact="0.9"/>
        <dgm:constr type="h" for="ch" forName="balance_44" refType="h" fact="0.076"/>
        <dgm:constr type="b" for="ch" forName="balance_44" refType="h" fact="0.81"/>
        <dgm:constr type="ctrX" for="ch" forName="balance_44" refType="w" fact="0.5"/>
        <dgm:constr type="w" for="ch" forName="right_01_1" refType="w" fact="0.4"/>
        <dgm:constr type="h" for="ch" forName="right_01_1" refType="h" fact="0.7"/>
        <dgm:constr type="b" for="ch" forName="right_01_1" refType="h" fact="0.76"/>
        <dgm:constr type="ctrX" for="ch" forName="right_01_1" refType="w" fact="0.78"/>
        <dgm:constr type="w" for="ch" forName="left_10_1" refType="w" fact="0.4"/>
        <dgm:constr type="h" for="ch" forName="left_10_1" refType="h" fact="0.7"/>
        <dgm:constr type="b" for="ch" forName="left_10_1" refType="h" fact="0.76"/>
        <dgm:constr type="ctrX" for="ch" forName="left_10_1" refType="w" fact="0.22"/>
        <dgm:constr type="w" for="ch" forName="right_11_1" refType="w" fact="0.36"/>
        <dgm:constr type="h" for="ch" forName="right_11_1" refType="h" fact="0.67"/>
        <dgm:constr type="b" for="ch" forName="right_11_1" refType="h" fact="0.725"/>
        <dgm:constr type="ctrX" for="ch" forName="right_11_1" refType="w" fact="0.76"/>
        <dgm:constr type="w" for="ch" forName="left_11_1" refType="w" fact="0.36"/>
        <dgm:constr type="h" for="ch" forName="left_11_1" refType="h" fact="0.67"/>
        <dgm:constr type="b" for="ch" forName="left_11_1" refType="h" fact="0.725"/>
        <dgm:constr type="ctrX" for="ch" forName="left_11_1" refType="w" fact="0.24"/>
        <dgm:constr type="w" for="ch" forName="right_02_1" refType="w" fact="0.388"/>
        <dgm:constr type="h" for="ch" forName="right_02_1" refType="h" fact="0.36"/>
        <dgm:constr type="b" for="ch" forName="right_02_1" refType="h" fact="0.76"/>
        <dgm:constr type="ctrX" for="ch" forName="right_02_1" refType="w" fact="0.77"/>
        <dgm:constr type="w" for="ch" forName="right_02_2" refType="w" fact="0.388"/>
        <dgm:constr type="h" for="ch" forName="right_02_2" refType="h" fact="0.36"/>
        <dgm:constr type="b" for="ch" forName="right_02_2" refType="h" fact="0.42"/>
        <dgm:constr type="ctrX" for="ch" forName="right_02_2" refType="w" fact="0.79"/>
        <dgm:constr type="w" for="ch" forName="left_20_1" refType="w" fact="0.388"/>
        <dgm:constr type="h" for="ch" forName="left_20_1" refType="h" fact="0.36"/>
        <dgm:constr type="b" for="ch" forName="left_20_1" refType="h" fact="0.76"/>
        <dgm:constr type="ctrX" for="ch" forName="left_20_1" refType="w" fact="0.23"/>
        <dgm:constr type="w" for="ch" forName="left_20_2" refType="w" fact="0.388"/>
        <dgm:constr type="h" for="ch" forName="left_20_2" refType="h" fact="0.36"/>
        <dgm:constr type="b" for="ch" forName="left_20_2" refType="h" fact="0.42"/>
        <dgm:constr type="ctrX" for="ch" forName="left_20_2" refType="w" fact="0.21"/>
        <dgm:constr type="w" for="ch" forName="right_12_1" refType="w" fact="0.388"/>
        <dgm:constr type="h" for="ch" forName="right_12_1" refType="h" fact="0.36"/>
        <dgm:constr type="b" for="ch" forName="right_12_1" refType="h" fact="0.76"/>
        <dgm:constr type="ctrX" for="ch" forName="right_12_1" refType="w" fact="0.77"/>
        <dgm:constr type="w" for="ch" forName="right_12_2" refType="w" fact="0.388"/>
        <dgm:constr type="h" for="ch" forName="right_12_2" refType="h" fact="0.36"/>
        <dgm:constr type="b" for="ch" forName="right_12_2" refType="h" fact="0.42"/>
        <dgm:constr type="ctrX" for="ch" forName="right_12_2" refType="w" fact="0.79"/>
        <dgm:constr type="w" for="ch" forName="left_12_1" refType="w" fact="0.388"/>
        <dgm:constr type="h" for="ch" forName="left_12_1" refType="h" fact="0.36"/>
        <dgm:constr type="b" for="ch" forName="left_12_1" refType="h" fact="0.715"/>
        <dgm:constr type="ctrX" for="ch" forName="left_12_1" refType="w" fact="0.255"/>
        <dgm:constr type="w" for="ch" forName="right_22_1" refType="w" fact="0.36"/>
        <dgm:constr type="h" for="ch" forName="right_22_1" refType="h" fact="0.32"/>
        <dgm:constr type="b" for="ch" forName="right_22_1" refType="h" fact="0.725"/>
        <dgm:constr type="ctrX" for="ch" forName="right_22_1" refType="w" fact="0.76"/>
        <dgm:constr type="w" for="ch" forName="right_22_2" refType="w" fact="0.36"/>
        <dgm:constr type="h" for="ch" forName="right_22_2" refType="h" fact="0.32"/>
        <dgm:constr type="b" for="ch" forName="right_22_2" refType="h" fact="0.39"/>
        <dgm:constr type="ctrX" for="ch" forName="right_22_2" refType="w" fact="0.76"/>
        <dgm:constr type="w" for="ch" forName="left_22_1" refType="w" fact="0.36"/>
        <dgm:constr type="h" for="ch" forName="left_22_1" refType="h" fact="0.32"/>
        <dgm:constr type="b" for="ch" forName="left_22_1" refType="h" fact="0.725"/>
        <dgm:constr type="ctrX" for="ch" forName="left_22_1" refType="w" fact="0.24"/>
        <dgm:constr type="w" for="ch" forName="left_22_2" refType="w" fact="0.36"/>
        <dgm:constr type="h" for="ch" forName="left_22_2" refType="h" fact="0.32"/>
        <dgm:constr type="b" for="ch" forName="left_22_2" refType="h" fact="0.39"/>
        <dgm:constr type="ctrX" for="ch" forName="left_22_2" refType="w" fact="0.24"/>
        <dgm:constr type="w" for="ch" forName="left_21_1" refType="w" fact="0.388"/>
        <dgm:constr type="h" for="ch" forName="left_21_1" refType="h" fact="0.36"/>
        <dgm:constr type="b" for="ch" forName="left_21_1" refType="h" fact="0.76"/>
        <dgm:constr type="ctrX" for="ch" forName="left_21_1" refType="w" fact="0.23"/>
        <dgm:constr type="w" for="ch" forName="left_21_2" refType="w" fact="0.388"/>
        <dgm:constr type="h" for="ch" forName="left_21_2" refType="h" fact="0.36"/>
        <dgm:constr type="b" for="ch" forName="left_21_2" refType="h" fact="0.42"/>
        <dgm:constr type="ctrX" for="ch" forName="left_21_2" refType="w" fact="0.21"/>
        <dgm:constr type="w" for="ch" forName="right_21_1" refType="w" fact="0.388"/>
        <dgm:constr type="h" for="ch" forName="right_21_1" refType="h" fact="0.36"/>
        <dgm:constr type="b" for="ch" forName="right_21_1" refType="h" fact="0.715"/>
        <dgm:constr type="ctrX" for="ch" forName="right_21_1" refType="w" fact="0.745"/>
        <dgm:constr type="w" for="ch" forName="right_03_1" refType="w" fact="0.37"/>
        <dgm:constr type="h" for="ch" forName="right_03_1" refType="h" fact="0.24"/>
        <dgm:constr type="b" for="ch" forName="right_03_1" refType="h" fact="0.76"/>
        <dgm:constr type="ctrX" for="ch" forName="right_03_1" refType="w" fact="0.77"/>
        <dgm:constr type="w" for="ch" forName="right_03_2" refType="w" fact="0.37"/>
        <dgm:constr type="h" for="ch" forName="right_03_2" refType="h" fact="0.24"/>
        <dgm:constr type="b" for="ch" forName="right_03_2" refType="h" fact="0.535"/>
        <dgm:constr type="ctrX" for="ch" forName="right_03_2" refType="w" fact="0.783"/>
        <dgm:constr type="w" for="ch" forName="right_03_3" refType="w" fact="0.37"/>
        <dgm:constr type="h" for="ch" forName="right_03_3" refType="h" fact="0.24"/>
        <dgm:constr type="b" for="ch" forName="right_03_3" refType="h" fact="0.315"/>
        <dgm:constr type="ctrX" for="ch" forName="right_03_3" refType="w" fact="0.796"/>
        <dgm:constr type="w" for="ch" forName="left_30_1" refType="w" fact="0.37"/>
        <dgm:constr type="h" for="ch" forName="left_30_1" refType="h" fact="0.24"/>
        <dgm:constr type="b" for="ch" forName="left_30_1" refType="h" fact="0.76"/>
        <dgm:constr type="ctrX" for="ch" forName="left_30_1" refType="w" fact="0.23"/>
        <dgm:constr type="w" for="ch" forName="left_30_2" refType="w" fact="0.37"/>
        <dgm:constr type="h" for="ch" forName="left_30_2" refType="h" fact="0.24"/>
        <dgm:constr type="b" for="ch" forName="left_30_2" refType="h" fact="0.535"/>
        <dgm:constr type="ctrX" for="ch" forName="left_30_2" refType="w" fact="0.217"/>
        <dgm:constr type="w" for="ch" forName="left_30_3" refType="w" fact="0.37"/>
        <dgm:constr type="h" for="ch" forName="left_30_3" refType="h" fact="0.24"/>
        <dgm:constr type="b" for="ch" forName="left_30_3" refType="h" fact="0.315"/>
        <dgm:constr type="ctrX" for="ch" forName="left_30_3" refType="w" fact="0.204"/>
        <dgm:constr type="w" for="ch" forName="right_13_1" refType="w" fact="0.37"/>
        <dgm:constr type="h" for="ch" forName="right_13_1" refType="h" fact="0.24"/>
        <dgm:constr type="b" for="ch" forName="right_13_1" refType="h" fact="0.76"/>
        <dgm:constr type="ctrX" for="ch" forName="right_13_1" refType="w" fact="0.77"/>
        <dgm:constr type="w" for="ch" forName="right_13_2" refType="w" fact="0.37"/>
        <dgm:constr type="h" for="ch" forName="right_13_2" refType="h" fact="0.24"/>
        <dgm:constr type="b" for="ch" forName="right_13_2" refType="h" fact="0.535"/>
        <dgm:constr type="ctrX" for="ch" forName="right_13_2" refType="w" fact="0.783"/>
        <dgm:constr type="w" for="ch" forName="right_13_3" refType="w" fact="0.37"/>
        <dgm:constr type="h" for="ch" forName="right_13_3" refType="h" fact="0.24"/>
        <dgm:constr type="b" for="ch" forName="right_13_3" refType="h" fact="0.315"/>
        <dgm:constr type="ctrX" for="ch" forName="right_13_3" refType="w" fact="0.796"/>
        <dgm:constr type="w" for="ch" forName="left_13_1" refType="w" fact="0.37"/>
        <dgm:constr type="h" for="ch" forName="left_13_1" refType="h" fact="0.24"/>
        <dgm:constr type="b" for="ch" forName="left_13_1" refType="h" fact="0.715"/>
        <dgm:constr type="ctrX" for="ch" forName="left_13_1" refType="w" fact="0.255"/>
        <dgm:constr type="w" for="ch" forName="left_31_1" refType="w" fact="0.37"/>
        <dgm:constr type="h" for="ch" forName="left_31_1" refType="h" fact="0.24"/>
        <dgm:constr type="b" for="ch" forName="left_31_1" refType="h" fact="0.76"/>
        <dgm:constr type="ctrX" for="ch" forName="left_31_1" refType="w" fact="0.23"/>
        <dgm:constr type="w" for="ch" forName="left_31_2" refType="w" fact="0.37"/>
        <dgm:constr type="h" for="ch" forName="left_31_2" refType="h" fact="0.24"/>
        <dgm:constr type="b" for="ch" forName="left_31_2" refType="h" fact="0.535"/>
        <dgm:constr type="ctrX" for="ch" forName="left_31_2" refType="w" fact="0.217"/>
        <dgm:constr type="w" for="ch" forName="left_31_3" refType="w" fact="0.37"/>
        <dgm:constr type="h" for="ch" forName="left_31_3" refType="h" fact="0.24"/>
        <dgm:constr type="b" for="ch" forName="left_31_3" refType="h" fact="0.315"/>
        <dgm:constr type="ctrX" for="ch" forName="left_31_3" refType="w" fact="0.204"/>
        <dgm:constr type="w" for="ch" forName="right_31_1" refType="w" fact="0.37"/>
        <dgm:constr type="h" for="ch" forName="right_31_1" refType="h" fact="0.24"/>
        <dgm:constr type="b" for="ch" forName="right_31_1" refType="h" fact="0.715"/>
        <dgm:constr type="ctrX" for="ch" forName="right_31_1" refType="w" fact="0.745"/>
        <dgm:constr type="w" for="ch" forName="right_23_1" refType="w" fact="0.37"/>
        <dgm:constr type="h" for="ch" forName="right_23_1" refType="h" fact="0.24"/>
        <dgm:constr type="b" for="ch" forName="right_23_1" refType="h" fact="0.76"/>
        <dgm:constr type="ctrX" for="ch" forName="right_23_1" refType="w" fact="0.77"/>
        <dgm:constr type="w" for="ch" forName="right_23_2" refType="w" fact="0.37"/>
        <dgm:constr type="h" for="ch" forName="right_23_2" refType="h" fact="0.24"/>
        <dgm:constr type="b" for="ch" forName="right_23_2" refType="h" fact="0.535"/>
        <dgm:constr type="ctrX" for="ch" forName="right_23_2" refType="w" fact="0.783"/>
        <dgm:constr type="w" for="ch" forName="right_23_3" refType="w" fact="0.37"/>
        <dgm:constr type="h" for="ch" forName="right_23_3" refType="h" fact="0.24"/>
        <dgm:constr type="b" for="ch" forName="right_23_3" refType="h" fact="0.315"/>
        <dgm:constr type="ctrX" for="ch" forName="right_23_3" refType="w" fact="0.796"/>
        <dgm:constr type="w" for="ch" forName="left_23_1" refType="w" fact="0.37"/>
        <dgm:constr type="h" for="ch" forName="left_23_1" refType="h" fact="0.24"/>
        <dgm:constr type="b" for="ch" forName="left_23_1" refType="h" fact="0.715"/>
        <dgm:constr type="ctrX" for="ch" forName="left_23_1" refType="w" fact="0.255"/>
        <dgm:constr type="w" for="ch" forName="left_23_2" refType="w" fact="0.37"/>
        <dgm:constr type="h" for="ch" forName="left_23_2" refType="h" fact="0.24"/>
        <dgm:constr type="b" for="ch" forName="left_23_2" refType="h" fact="0.49"/>
        <dgm:constr type="ctrX" for="ch" forName="left_23_2" refType="w" fact="0.268"/>
        <dgm:constr type="w" for="ch" forName="left_32_1" refType="w" fact="0.37"/>
        <dgm:constr type="h" for="ch" forName="left_32_1" refType="h" fact="0.24"/>
        <dgm:constr type="b" for="ch" forName="left_32_1" refType="h" fact="0.76"/>
        <dgm:constr type="ctrX" for="ch" forName="left_32_1" refType="w" fact="0.23"/>
        <dgm:constr type="w" for="ch" forName="left_32_2" refType="w" fact="0.37"/>
        <dgm:constr type="h" for="ch" forName="left_32_2" refType="h" fact="0.24"/>
        <dgm:constr type="b" for="ch" forName="left_32_2" refType="h" fact="0.535"/>
        <dgm:constr type="ctrX" for="ch" forName="left_32_2" refType="w" fact="0.217"/>
        <dgm:constr type="w" for="ch" forName="left_32_3" refType="w" fact="0.37"/>
        <dgm:constr type="h" for="ch" forName="left_32_3" refType="h" fact="0.24"/>
        <dgm:constr type="b" for="ch" forName="left_32_3" refType="h" fact="0.315"/>
        <dgm:constr type="ctrX" for="ch" forName="left_32_3" refType="w" fact="0.204"/>
        <dgm:constr type="w" for="ch" forName="right_32_1" refType="w" fact="0.37"/>
        <dgm:constr type="h" for="ch" forName="right_32_1" refType="h" fact="0.24"/>
        <dgm:constr type="b" for="ch" forName="right_32_1" refType="h" fact="0.715"/>
        <dgm:constr type="ctrX" for="ch" forName="right_32_1" refType="w" fact="0.745"/>
        <dgm:constr type="w" for="ch" forName="right_32_2" refType="w" fact="0.37"/>
        <dgm:constr type="h" for="ch" forName="right_32_2" refType="h" fact="0.24"/>
        <dgm:constr type="b" for="ch" forName="right_32_2" refType="h" fact="0.49"/>
        <dgm:constr type="ctrX" for="ch" forName="right_32_2" refType="w" fact="0.732"/>
        <dgm:constr type="w" for="ch" forName="right_33_1" refType="w" fact="0.36"/>
        <dgm:constr type="h" for="ch" forName="right_33_1" refType="h" fact="0.21"/>
        <dgm:constr type="b" for="ch" forName="right_33_1" refType="h" fact="0.725"/>
        <dgm:constr type="ctrX" for="ch" forName="right_33_1" refType="w" fact="0.76"/>
        <dgm:constr type="w" for="ch" forName="right_33_2" refType="w" fact="0.36"/>
        <dgm:constr type="h" for="ch" forName="right_33_2" refType="h" fact="0.21"/>
        <dgm:constr type="b" for="ch" forName="right_33_2" refType="h" fact="0.5"/>
        <dgm:constr type="ctrX" for="ch" forName="right_33_2" refType="w" fact="0.76"/>
        <dgm:constr type="w" for="ch" forName="right_33_3" refType="w" fact="0.36"/>
        <dgm:constr type="h" for="ch" forName="right_33_3" refType="h" fact="0.21"/>
        <dgm:constr type="b" for="ch" forName="right_33_3" refType="h" fact="0.275"/>
        <dgm:constr type="ctrX" for="ch" forName="right_33_3" refType="w" fact="0.76"/>
        <dgm:constr type="w" for="ch" forName="left_33_1" refType="w" fact="0.36"/>
        <dgm:constr type="h" for="ch" forName="left_33_1" refType="h" fact="0.21"/>
        <dgm:constr type="b" for="ch" forName="left_33_1" refType="h" fact="0.725"/>
        <dgm:constr type="ctrX" for="ch" forName="left_33_1" refType="w" fact="0.24"/>
        <dgm:constr type="w" for="ch" forName="left_33_2" refType="w" fact="0.36"/>
        <dgm:constr type="h" for="ch" forName="left_33_2" refType="h" fact="0.21"/>
        <dgm:constr type="b" for="ch" forName="left_33_2" refType="h" fact="0.5"/>
        <dgm:constr type="ctrX" for="ch" forName="left_33_2" refType="w" fact="0.24"/>
        <dgm:constr type="w" for="ch" forName="left_33_3" refType="w" fact="0.36"/>
        <dgm:constr type="h" for="ch" forName="left_33_3" refType="h" fact="0.21"/>
        <dgm:constr type="b" for="ch" forName="left_33_3" refType="h" fact="0.275"/>
        <dgm:constr type="ctrX" for="ch" forName="left_33_3" refType="w" fact="0.24"/>
        <dgm:constr type="w" for="ch" forName="right_04_1" refType="w" fact="0.365"/>
        <dgm:constr type="h" for="ch" forName="right_04_1" refType="h" fact="0.185"/>
        <dgm:constr type="b" for="ch" forName="right_04_1" refType="h" fact="0.76"/>
        <dgm:constr type="ctrX" for="ch" forName="right_04_1" refType="w" fact="0.77"/>
        <dgm:constr type="w" for="ch" forName="right_04_2" refType="w" fact="0.365"/>
        <dgm:constr type="h" for="ch" forName="right_04_2" refType="h" fact="0.185"/>
        <dgm:constr type="b" for="ch" forName="right_04_2" refType="h" fact="0.595"/>
        <dgm:constr type="ctrX" for="ch" forName="right_04_2" refType="w" fact="0.78"/>
        <dgm:constr type="w" for="ch" forName="right_04_3" refType="w" fact="0.365"/>
        <dgm:constr type="h" for="ch" forName="right_04_3" refType="h" fact="0.185"/>
        <dgm:constr type="b" for="ch" forName="right_04_3" refType="h" fact="0.43"/>
        <dgm:constr type="ctrX" for="ch" forName="right_04_3" refType="w" fact="0.79"/>
        <dgm:constr type="w" for="ch" forName="right_04_4" refType="w" fact="0.365"/>
        <dgm:constr type="h" for="ch" forName="right_04_4" refType="h" fact="0.185"/>
        <dgm:constr type="b" for="ch" forName="right_04_4" refType="h" fact="0.265"/>
        <dgm:constr type="ctrX" for="ch" forName="right_04_4" refType="w" fact="0.8"/>
        <dgm:constr type="w" for="ch" forName="left_40_1" refType="w" fact="0.365"/>
        <dgm:constr type="h" for="ch" forName="left_40_1" refType="h" fact="0.185"/>
        <dgm:constr type="b" for="ch" forName="left_40_1" refType="h" fact="0.76"/>
        <dgm:constr type="ctrX" for="ch" forName="left_40_1" refType="w" fact="0.23"/>
        <dgm:constr type="w" for="ch" forName="left_40_2" refType="w" fact="0.365"/>
        <dgm:constr type="h" for="ch" forName="left_40_2" refType="h" fact="0.185"/>
        <dgm:constr type="b" for="ch" forName="left_40_2" refType="h" fact="0.595"/>
        <dgm:constr type="ctrX" for="ch" forName="left_40_2" refType="w" fact="0.22"/>
        <dgm:constr type="w" for="ch" forName="left_40_3" refType="w" fact="0.365"/>
        <dgm:constr type="h" for="ch" forName="left_40_3" refType="h" fact="0.185"/>
        <dgm:constr type="b" for="ch" forName="left_40_3" refType="h" fact="0.43"/>
        <dgm:constr type="ctrX" for="ch" forName="left_40_3" refType="w" fact="0.21"/>
        <dgm:constr type="w" for="ch" forName="left_40_4" refType="w" fact="0.365"/>
        <dgm:constr type="h" for="ch" forName="left_40_4" refType="h" fact="0.185"/>
        <dgm:constr type="b" for="ch" forName="left_40_4" refType="h" fact="0.265"/>
        <dgm:constr type="ctrX" for="ch" forName="left_40_4" refType="w" fact="0.2"/>
        <dgm:constr type="w" for="ch" forName="right_14_1" refType="w" fact="0.365"/>
        <dgm:constr type="h" for="ch" forName="right_14_1" refType="h" fact="0.185"/>
        <dgm:constr type="b" for="ch" forName="right_14_1" refType="h" fact="0.76"/>
        <dgm:constr type="ctrX" for="ch" forName="right_14_1" refType="w" fact="0.77"/>
        <dgm:constr type="w" for="ch" forName="right_14_2" refType="w" fact="0.365"/>
        <dgm:constr type="h" for="ch" forName="right_14_2" refType="h" fact="0.185"/>
        <dgm:constr type="b" for="ch" forName="right_14_2" refType="h" fact="0.595"/>
        <dgm:constr type="ctrX" for="ch" forName="right_14_2" refType="w" fact="0.78"/>
        <dgm:constr type="w" for="ch" forName="right_14_3" refType="w" fact="0.365"/>
        <dgm:constr type="h" for="ch" forName="right_14_3" refType="h" fact="0.185"/>
        <dgm:constr type="b" for="ch" forName="right_14_3" refType="h" fact="0.43"/>
        <dgm:constr type="ctrX" for="ch" forName="right_14_3" refType="w" fact="0.79"/>
        <dgm:constr type="w" for="ch" forName="right_14_4" refType="w" fact="0.365"/>
        <dgm:constr type="h" for="ch" forName="right_14_4" refType="h" fact="0.185"/>
        <dgm:constr type="b" for="ch" forName="right_14_4" refType="h" fact="0.265"/>
        <dgm:constr type="ctrX" for="ch" forName="right_14_4" refType="w" fact="0.8"/>
        <dgm:constr type="w" for="ch" forName="left_14_1" refType="w" fact="0.365"/>
        <dgm:constr type="h" for="ch" forName="left_14_1" refType="h" fact="0.185"/>
        <dgm:constr type="b" for="ch" forName="left_14_1" refType="h" fact="0.715"/>
        <dgm:constr type="ctrX" for="ch" forName="left_14_1" refType="w" fact="0.25"/>
        <dgm:constr type="w" for="ch" forName="left_41_1" refType="w" fact="0.365"/>
        <dgm:constr type="h" for="ch" forName="left_41_1" refType="h" fact="0.185"/>
        <dgm:constr type="b" for="ch" forName="left_41_1" refType="h" fact="0.76"/>
        <dgm:constr type="ctrX" for="ch" forName="left_41_1" refType="w" fact="0.23"/>
        <dgm:constr type="w" for="ch" forName="left_41_2" refType="w" fact="0.365"/>
        <dgm:constr type="h" for="ch" forName="left_41_2" refType="h" fact="0.185"/>
        <dgm:constr type="b" for="ch" forName="left_41_2" refType="h" fact="0.595"/>
        <dgm:constr type="ctrX" for="ch" forName="left_41_2" refType="w" fact="0.22"/>
        <dgm:constr type="w" for="ch" forName="left_41_3" refType="w" fact="0.365"/>
        <dgm:constr type="h" for="ch" forName="left_41_3" refType="h" fact="0.185"/>
        <dgm:constr type="b" for="ch" forName="left_41_3" refType="h" fact="0.43"/>
        <dgm:constr type="ctrX" for="ch" forName="left_41_3" refType="w" fact="0.21"/>
        <dgm:constr type="w" for="ch" forName="left_41_4" refType="w" fact="0.365"/>
        <dgm:constr type="h" for="ch" forName="left_41_4" refType="h" fact="0.185"/>
        <dgm:constr type="b" for="ch" forName="left_41_4" refType="h" fact="0.265"/>
        <dgm:constr type="ctrX" for="ch" forName="left_41_4" refType="w" fact="0.2"/>
        <dgm:constr type="w" for="ch" forName="right_41_1" refType="w" fact="0.365"/>
        <dgm:constr type="h" for="ch" forName="right_41_1" refType="h" fact="0.185"/>
        <dgm:constr type="b" for="ch" forName="right_41_1" refType="h" fact="0.715"/>
        <dgm:constr type="ctrX" for="ch" forName="right_41_1" refType="w" fact="0.75"/>
        <dgm:constr type="w" for="ch" forName="right_24_1" refType="w" fact="0.365"/>
        <dgm:constr type="h" for="ch" forName="right_24_1" refType="h" fact="0.185"/>
        <dgm:constr type="b" for="ch" forName="right_24_1" refType="h" fact="0.76"/>
        <dgm:constr type="ctrX" for="ch" forName="right_24_1" refType="w" fact="0.77"/>
        <dgm:constr type="w" for="ch" forName="right_24_2" refType="w" fact="0.365"/>
        <dgm:constr type="h" for="ch" forName="right_24_2" refType="h" fact="0.185"/>
        <dgm:constr type="b" for="ch" forName="right_24_2" refType="h" fact="0.595"/>
        <dgm:constr type="ctrX" for="ch" forName="right_24_2" refType="w" fact="0.78"/>
        <dgm:constr type="w" for="ch" forName="right_24_3" refType="w" fact="0.365"/>
        <dgm:constr type="h" for="ch" forName="right_24_3" refType="h" fact="0.185"/>
        <dgm:constr type="b" for="ch" forName="right_24_3" refType="h" fact="0.43"/>
        <dgm:constr type="ctrX" for="ch" forName="right_24_3" refType="w" fact="0.79"/>
        <dgm:constr type="w" for="ch" forName="right_24_4" refType="w" fact="0.365"/>
        <dgm:constr type="h" for="ch" forName="right_24_4" refType="h" fact="0.185"/>
        <dgm:constr type="b" for="ch" forName="right_24_4" refType="h" fact="0.265"/>
        <dgm:constr type="ctrX" for="ch" forName="right_24_4" refType="w" fact="0.8"/>
        <dgm:constr type="w" for="ch" forName="left_24_1" refType="w" fact="0.365"/>
        <dgm:constr type="h" for="ch" forName="left_24_1" refType="h" fact="0.185"/>
        <dgm:constr type="b" for="ch" forName="left_24_1" refType="h" fact="0.715"/>
        <dgm:constr type="ctrX" for="ch" forName="left_24_1" refType="w" fact="0.25"/>
        <dgm:constr type="w" for="ch" forName="left_24_2" refType="w" fact="0.365"/>
        <dgm:constr type="h" for="ch" forName="left_24_2" refType="h" fact="0.185"/>
        <dgm:constr type="b" for="ch" forName="left_24_2" refType="h" fact="0.55"/>
        <dgm:constr type="ctrX" for="ch" forName="left_24_2" refType="w" fact="0.26"/>
        <dgm:constr type="w" for="ch" forName="left_42_1" refType="w" fact="0.365"/>
        <dgm:constr type="h" for="ch" forName="left_42_1" refType="h" fact="0.185"/>
        <dgm:constr type="b" for="ch" forName="left_42_1" refType="h" fact="0.76"/>
        <dgm:constr type="ctrX" for="ch" forName="left_42_1" refType="w" fact="0.23"/>
        <dgm:constr type="w" for="ch" forName="left_42_2" refType="w" fact="0.365"/>
        <dgm:constr type="h" for="ch" forName="left_42_2" refType="h" fact="0.185"/>
        <dgm:constr type="b" for="ch" forName="left_42_2" refType="h" fact="0.595"/>
        <dgm:constr type="ctrX" for="ch" forName="left_42_2" refType="w" fact="0.22"/>
        <dgm:constr type="w" for="ch" forName="left_42_3" refType="w" fact="0.365"/>
        <dgm:constr type="h" for="ch" forName="left_42_3" refType="h" fact="0.185"/>
        <dgm:constr type="b" for="ch" forName="left_42_3" refType="h" fact="0.43"/>
        <dgm:constr type="ctrX" for="ch" forName="left_42_3" refType="w" fact="0.21"/>
        <dgm:constr type="w" for="ch" forName="left_42_4" refType="w" fact="0.365"/>
        <dgm:constr type="h" for="ch" forName="left_42_4" refType="h" fact="0.185"/>
        <dgm:constr type="b" for="ch" forName="left_42_4" refType="h" fact="0.265"/>
        <dgm:constr type="ctrX" for="ch" forName="left_42_4" refType="w" fact="0.2"/>
        <dgm:constr type="w" for="ch" forName="right_42_1" refType="w" fact="0.365"/>
        <dgm:constr type="h" for="ch" forName="right_42_1" refType="h" fact="0.185"/>
        <dgm:constr type="b" for="ch" forName="right_42_1" refType="h" fact="0.715"/>
        <dgm:constr type="ctrX" for="ch" forName="right_42_1" refType="w" fact="0.75"/>
        <dgm:constr type="w" for="ch" forName="right_42_2" refType="w" fact="0.365"/>
        <dgm:constr type="h" for="ch" forName="right_42_2" refType="h" fact="0.185"/>
        <dgm:constr type="b" for="ch" forName="right_42_2" refType="h" fact="0.55"/>
        <dgm:constr type="ctrX" for="ch" forName="right_42_2" refType="w" fact="0.74"/>
        <dgm:constr type="w" for="ch" forName="right_34_1" refType="w" fact="0.365"/>
        <dgm:constr type="h" for="ch" forName="right_34_1" refType="h" fact="0.185"/>
        <dgm:constr type="b" for="ch" forName="right_34_1" refType="h" fact="0.76"/>
        <dgm:constr type="ctrX" for="ch" forName="right_34_1" refType="w" fact="0.77"/>
        <dgm:constr type="w" for="ch" forName="right_34_2" refType="w" fact="0.365"/>
        <dgm:constr type="h" for="ch" forName="right_34_2" refType="h" fact="0.185"/>
        <dgm:constr type="b" for="ch" forName="right_34_2" refType="h" fact="0.595"/>
        <dgm:constr type="ctrX" for="ch" forName="right_34_2" refType="w" fact="0.78"/>
        <dgm:constr type="w" for="ch" forName="right_34_3" refType="w" fact="0.365"/>
        <dgm:constr type="h" for="ch" forName="right_34_3" refType="h" fact="0.185"/>
        <dgm:constr type="b" for="ch" forName="right_34_3" refType="h" fact="0.43"/>
        <dgm:constr type="ctrX" for="ch" forName="right_34_3" refType="w" fact="0.79"/>
        <dgm:constr type="w" for="ch" forName="right_34_4" refType="w" fact="0.365"/>
        <dgm:constr type="h" for="ch" forName="right_34_4" refType="h" fact="0.185"/>
        <dgm:constr type="b" for="ch" forName="right_34_4" refType="h" fact="0.265"/>
        <dgm:constr type="ctrX" for="ch" forName="right_34_4" refType="w" fact="0.8"/>
        <dgm:constr type="w" for="ch" forName="left_34_1" refType="w" fact="0.365"/>
        <dgm:constr type="h" for="ch" forName="left_34_1" refType="h" fact="0.185"/>
        <dgm:constr type="b" for="ch" forName="left_34_1" refType="h" fact="0.715"/>
        <dgm:constr type="ctrX" for="ch" forName="left_34_1" refType="w" fact="0.25"/>
        <dgm:constr type="w" for="ch" forName="left_34_2" refType="w" fact="0.365"/>
        <dgm:constr type="h" for="ch" forName="left_34_2" refType="h" fact="0.185"/>
        <dgm:constr type="b" for="ch" forName="left_34_2" refType="h" fact="0.55"/>
        <dgm:constr type="ctrX" for="ch" forName="left_34_2" refType="w" fact="0.26"/>
        <dgm:constr type="w" for="ch" forName="left_34_3" refType="w" fact="0.365"/>
        <dgm:constr type="h" for="ch" forName="left_34_3" refType="h" fact="0.185"/>
        <dgm:constr type="b" for="ch" forName="left_34_3" refType="h" fact="0.385"/>
        <dgm:constr type="ctrX" for="ch" forName="left_34_3" refType="w" fact="0.27"/>
        <dgm:constr type="w" for="ch" forName="left_43_1" refType="w" fact="0.365"/>
        <dgm:constr type="h" for="ch" forName="left_43_1" refType="h" fact="0.185"/>
        <dgm:constr type="b" for="ch" forName="left_43_1" refType="h" fact="0.76"/>
        <dgm:constr type="ctrX" for="ch" forName="left_43_1" refType="w" fact="0.23"/>
        <dgm:constr type="w" for="ch" forName="left_43_2" refType="w" fact="0.365"/>
        <dgm:constr type="h" for="ch" forName="left_43_2" refType="h" fact="0.185"/>
        <dgm:constr type="b" for="ch" forName="left_43_2" refType="h" fact="0.595"/>
        <dgm:constr type="ctrX" for="ch" forName="left_43_2" refType="w" fact="0.22"/>
        <dgm:constr type="w" for="ch" forName="left_43_3" refType="w" fact="0.365"/>
        <dgm:constr type="h" for="ch" forName="left_43_3" refType="h" fact="0.185"/>
        <dgm:constr type="b" for="ch" forName="left_43_3" refType="h" fact="0.43"/>
        <dgm:constr type="ctrX" for="ch" forName="left_43_3" refType="w" fact="0.21"/>
        <dgm:constr type="w" for="ch" forName="left_43_4" refType="w" fact="0.365"/>
        <dgm:constr type="h" for="ch" forName="left_43_4" refType="h" fact="0.185"/>
        <dgm:constr type="b" for="ch" forName="left_43_4" refType="h" fact="0.265"/>
        <dgm:constr type="ctrX" for="ch" forName="left_43_4" refType="w" fact="0.2"/>
        <dgm:constr type="w" for="ch" forName="right_43_1" refType="w" fact="0.365"/>
        <dgm:constr type="h" for="ch" forName="right_43_1" refType="h" fact="0.185"/>
        <dgm:constr type="b" for="ch" forName="right_43_1" refType="h" fact="0.715"/>
        <dgm:constr type="ctrX" for="ch" forName="right_43_1" refType="w" fact="0.75"/>
        <dgm:constr type="w" for="ch" forName="right_43_2" refType="w" fact="0.365"/>
        <dgm:constr type="h" for="ch" forName="right_43_2" refType="h" fact="0.185"/>
        <dgm:constr type="b" for="ch" forName="right_43_2" refType="h" fact="0.55"/>
        <dgm:constr type="ctrX" for="ch" forName="right_43_2" refType="w" fact="0.74"/>
        <dgm:constr type="w" for="ch" forName="right_43_3" refType="w" fact="0.365"/>
        <dgm:constr type="h" for="ch" forName="right_43_3" refType="h" fact="0.185"/>
        <dgm:constr type="b" for="ch" forName="right_43_3" refType="h" fact="0.385"/>
        <dgm:constr type="ctrX" for="ch" forName="right_43_3" refType="w" fact="0.73"/>
        <dgm:constr type="w" for="ch" forName="right_44_1" refType="w" fact="0.36"/>
        <dgm:constr type="h" for="ch" forName="right_44_1" refType="h" fact="0.154"/>
        <dgm:constr type="b" for="ch" forName="right_44_1" refType="h" fact="0.725"/>
        <dgm:constr type="ctrX" for="ch" forName="right_44_1" refType="w" fact="0.76"/>
        <dgm:constr type="w" for="ch" forName="right_44_2" refType="w" fact="0.36"/>
        <dgm:constr type="h" for="ch" forName="right_44_2" refType="h" fact="0.154"/>
        <dgm:constr type="b" for="ch" forName="right_44_2" refType="h" fact="0.559"/>
        <dgm:constr type="ctrX" for="ch" forName="right_44_2" refType="w" fact="0.76"/>
        <dgm:constr type="w" for="ch" forName="right_44_3" refType="w" fact="0.36"/>
        <dgm:constr type="h" for="ch" forName="right_44_3" refType="h" fact="0.154"/>
        <dgm:constr type="b" for="ch" forName="right_44_3" refType="h" fact="0.393"/>
        <dgm:constr type="ctrX" for="ch" forName="right_44_3" refType="w" fact="0.76"/>
        <dgm:constr type="w" for="ch" forName="right_44_4" refType="w" fact="0.36"/>
        <dgm:constr type="h" for="ch" forName="right_44_4" refType="h" fact="0.154"/>
        <dgm:constr type="b" for="ch" forName="right_44_4" refType="h" fact="0.224"/>
        <dgm:constr type="ctrX" for="ch" forName="right_44_4" refType="w" fact="0.76"/>
        <dgm:constr type="w" for="ch" forName="left_44_1" refType="w" fact="0.36"/>
        <dgm:constr type="h" for="ch" forName="left_44_1" refType="h" fact="0.154"/>
        <dgm:constr type="b" for="ch" forName="left_44_1" refType="h" fact="0.725"/>
        <dgm:constr type="ctrX" for="ch" forName="left_44_1" refType="w" fact="0.24"/>
        <dgm:constr type="w" for="ch" forName="left_44_2" refType="w" fact="0.36"/>
        <dgm:constr type="h" for="ch" forName="left_44_2" refType="h" fact="0.154"/>
        <dgm:constr type="b" for="ch" forName="left_44_2" refType="h" fact="0.559"/>
        <dgm:constr type="ctrX" for="ch" forName="left_44_2" refType="w" fact="0.24"/>
        <dgm:constr type="w" for="ch" forName="left_44_3" refType="w" fact="0.36"/>
        <dgm:constr type="h" for="ch" forName="left_44_3" refType="h" fact="0.154"/>
        <dgm:constr type="b" for="ch" forName="left_44_3" refType="h" fact="0.393"/>
        <dgm:constr type="ctrX" for="ch" forName="left_44_3" refType="w" fact="0.24"/>
        <dgm:constr type="w" for="ch" forName="left_44_4" refType="w" fact="0.36"/>
        <dgm:constr type="h" for="ch" forName="left_44_4" refType="h" fact="0.154"/>
        <dgm:constr type="b" for="ch" forName="left_44_4" refType="h" fact="0.224"/>
        <dgm:constr type="ctrX" for="ch" forName="left_44_4" refType="w" fact="0.24"/>
      </dgm:constrLst>
      <dgm:ruleLst/>
      <dgm:layoutNode name="dummyMaxCanvas_ChildArea">
        <dgm:alg type="sp"/>
        <dgm:shape xmlns:r="http://schemas.openxmlformats.org/officeDocument/2006/relationships" r:blip="">
          <dgm:adjLst/>
        </dgm:shape>
        <dgm:presOf/>
        <dgm:constrLst/>
        <dgm:ruleLst/>
      </dgm:layoutNode>
      <dgm:layoutNode name="fulcrum" styleLbl="alignAccFollowNode1">
        <dgm:alg type="sp"/>
        <dgm:shape xmlns:r="http://schemas.openxmlformats.org/officeDocument/2006/relationships" type="triangle" r:blip="">
          <dgm:adjLst/>
        </dgm:shape>
        <dgm:presOf/>
        <dgm:constrLst/>
        <dgm:ruleLst/>
      </dgm:layoutNode>
      <dgm:choose name="Name0">
        <dgm:if name="Name1" axis="ch ch" ptType="node node" st="1 1" cnt="1 0" func="cnt" op="equ" val="0">
          <dgm:choose name="Name2">
            <dgm:if name="Name3" axis="ch ch" ptType="node node" st="2 1" cnt="1 0" func="cnt" op="equ" val="0">
              <dgm:layoutNode name="balance_00" styleLbl="alignAccFollowNode1">
                <dgm:varLst>
                  <dgm:bulletEnabled val="1"/>
                </dgm:varLst>
                <dgm:alg type="sp"/>
                <dgm:shape xmlns:r="http://schemas.openxmlformats.org/officeDocument/2006/relationships" type="rect" r:blip="">
                  <dgm:adjLst/>
                </dgm:shape>
                <dgm:presOf/>
                <dgm:constrLst/>
                <dgm:ruleLst/>
              </dgm:layoutNode>
            </dgm:if>
            <dgm:else name="Name4">
              <dgm:choose name="Name5">
                <dgm:if name="Name6" axis="ch ch" ptType="node node" st="2 1" cnt="1 0" func="cnt" op="equ" val="1">
                  <dgm:layoutNode name="balance_01" styleLbl="alignAccFollowNode1">
                    <dgm:varLst>
                      <dgm:bulletEnabled val="1"/>
                    </dgm:varLst>
                    <dgm:alg type="sp"/>
                    <dgm:shape xmlns:r="http://schemas.openxmlformats.org/officeDocument/2006/relationships" rot="4" type="rect" r:blip="">
                      <dgm:adjLst/>
                    </dgm:shape>
                    <dgm:presOf/>
                    <dgm:constrLst/>
                    <dgm:ruleLst/>
                  </dgm:layoutNode>
                  <dgm:layoutNode name="right_0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
                  <dgm:choose name="Name8">
                    <dgm:if name="Name9" axis="ch ch" ptType="node node" st="2 1" cnt="1 0" func="cnt" op="equ" val="2">
                      <dgm:layoutNode name="balance_02" styleLbl="alignAccFollowNode1">
                        <dgm:varLst>
                          <dgm:bulletEnabled val="1"/>
                        </dgm:varLst>
                        <dgm:alg type="sp"/>
                        <dgm:shape xmlns:r="http://schemas.openxmlformats.org/officeDocument/2006/relationships" rot="4" type="rect" r:blip="">
                          <dgm:adjLst/>
                        </dgm:shape>
                        <dgm:presOf/>
                        <dgm:constrLst/>
                        <dgm:ruleLst/>
                      </dgm:layoutNode>
                      <dgm:layoutNode name="right_0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
                      <dgm:choose name="Name11">
                        <dgm:if name="Name12" axis="ch ch" ptType="node node" st="2 1" cnt="1 0" func="cnt" op="equ" val="3">
                          <dgm:layoutNode name="balance_03" styleLbl="alignAccFollowNode1">
                            <dgm:varLst>
                              <dgm:bulletEnabled val="1"/>
                            </dgm:varLst>
                            <dgm:alg type="sp"/>
                            <dgm:shape xmlns:r="http://schemas.openxmlformats.org/officeDocument/2006/relationships" rot="4" type="rect" r:blip="">
                              <dgm:adjLst/>
                            </dgm:shape>
                            <dgm:presOf/>
                            <dgm:constrLst/>
                            <dgm:ruleLst/>
                          </dgm:layoutNode>
                          <dgm:layoutNode name="right_0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3">
                          <dgm:choose name="Name14">
                            <dgm:if name="Name15" axis="ch ch" ptType="node node" st="2 1" cnt="1 0" func="cnt" op="gte" val="4">
                              <dgm:layoutNode name="balance_04" styleLbl="alignAccFollowNode1">
                                <dgm:varLst>
                                  <dgm:bulletEnabled val="1"/>
                                </dgm:varLst>
                                <dgm:alg type="sp"/>
                                <dgm:shape xmlns:r="http://schemas.openxmlformats.org/officeDocument/2006/relationships" rot="4" type="rect" r:blip="">
                                  <dgm:adjLst/>
                                </dgm:shape>
                                <dgm:presOf/>
                                <dgm:constrLst/>
                                <dgm:ruleLst/>
                              </dgm:layoutNode>
                              <dgm:layoutNode name="right_0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6"/>
                          </dgm:choose>
                        </dgm:else>
                      </dgm:choose>
                    </dgm:else>
                  </dgm:choose>
                </dgm:else>
              </dgm:choose>
            </dgm:else>
          </dgm:choose>
        </dgm:if>
        <dgm:else name="Name17">
          <dgm:choose name="Name18">
            <dgm:if name="Name19" axis="ch ch" ptType="node node" st="1 1" cnt="1 0" func="cnt" op="equ" val="1">
              <dgm:choose name="Name20">
                <dgm:if name="Name21" axis="ch ch" ptType="node node" st="2 1" cnt="1 0" func="cnt" op="equ" val="0">
                  <dgm:layoutNode name="balance_10" styleLbl="alignAccFollowNode1">
                    <dgm:varLst>
                      <dgm:bulletEnabled val="1"/>
                    </dgm:varLst>
                    <dgm:alg type="sp"/>
                    <dgm:shape xmlns:r="http://schemas.openxmlformats.org/officeDocument/2006/relationships" rot="-4" type="rect" r:blip="">
                      <dgm:adjLst/>
                    </dgm:shape>
                    <dgm:presOf/>
                    <dgm:constrLst/>
                    <dgm:ruleLst/>
                  </dgm:layoutNode>
                  <dgm:layoutNode name="left_1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2">
                  <dgm:choose name="Name23">
                    <dgm:if name="Name24" axis="ch ch" ptType="node node" st="2 1" cnt="1 0" func="cnt" op="equ" val="1">
                      <dgm:layoutNode name="balance_11" styleLbl="alignAccFollowNode1">
                        <dgm:varLst>
                          <dgm:bulletEnabled val="1"/>
                        </dgm:varLst>
                        <dgm:alg type="sp"/>
                        <dgm:shape xmlns:r="http://schemas.openxmlformats.org/officeDocument/2006/relationships" type="rect" r:blip="">
                          <dgm:adjLst/>
                        </dgm:shape>
                        <dgm:presOf/>
                        <dgm:constrLst/>
                        <dgm:ruleLst/>
                      </dgm:layoutNode>
                      <dgm:layoutNode name="left_11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1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5">
                      <dgm:choose name="Name26">
                        <dgm:if name="Name27" axis="ch ch" ptType="node node" st="2 1" cnt="1 0" func="cnt" op="equ" val="2">
                          <dgm:layoutNode name="balance_12" styleLbl="alignAccFollowNode1">
                            <dgm:varLst>
                              <dgm:bulletEnabled val="1"/>
                            </dgm:varLst>
                            <dgm:alg type="sp"/>
                            <dgm:shape xmlns:r="http://schemas.openxmlformats.org/officeDocument/2006/relationships" rot="4" type="rect" r:blip="">
                              <dgm:adjLst/>
                            </dgm:shape>
                            <dgm:presOf/>
                            <dgm:constrLst/>
                            <dgm:ruleLst/>
                          </dgm:layoutNode>
                          <dgm:layoutNode name="right_1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8">
                          <dgm:choose name="Name29">
                            <dgm:if name="Name30" axis="ch ch" ptType="node node" st="2 1" cnt="1 0" func="cnt" op="equ" val="3">
                              <dgm:layoutNode name="balance_13" styleLbl="alignAccFollowNode1">
                                <dgm:varLst>
                                  <dgm:bulletEnabled val="1"/>
                                </dgm:varLst>
                                <dgm:alg type="sp"/>
                                <dgm:shape xmlns:r="http://schemas.openxmlformats.org/officeDocument/2006/relationships" rot="4" type="rect" r:blip="">
                                  <dgm:adjLst/>
                                </dgm:shape>
                                <dgm:presOf/>
                                <dgm:constrLst/>
                                <dgm:ruleLst/>
                              </dgm:layoutNode>
                              <dgm:layoutNode name="right_1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1">
                              <dgm:choose name="Name32">
                                <dgm:if name="Name33" axis="ch ch" ptType="node node" st="2 1" cnt="1 0" func="cnt" op="gte" val="4">
                                  <dgm:layoutNode name="balance_14" styleLbl="alignAccFollowNode1">
                                    <dgm:varLst>
                                      <dgm:bulletEnabled val="1"/>
                                    </dgm:varLst>
                                    <dgm:alg type="sp"/>
                                    <dgm:shape xmlns:r="http://schemas.openxmlformats.org/officeDocument/2006/relationships" rot="4" type="rect" r:blip="">
                                      <dgm:adjLst/>
                                    </dgm:shape>
                                    <dgm:presOf/>
                                    <dgm:constrLst/>
                                    <dgm:ruleLst/>
                                  </dgm:layoutNode>
                                  <dgm:layoutNode name="right_1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4"/>
                              </dgm:choose>
                            </dgm:else>
                          </dgm:choose>
                        </dgm:else>
                      </dgm:choose>
                    </dgm:else>
                  </dgm:choose>
                </dgm:else>
              </dgm:choose>
            </dgm:if>
            <dgm:else name="Name35">
              <dgm:choose name="Name36">
                <dgm:if name="Name37" axis="ch ch" ptType="node node" st="1 1" cnt="1 0" func="cnt" op="equ" val="2">
                  <dgm:choose name="Name38">
                    <dgm:if name="Name39" axis="ch ch" ptType="node node" st="2 1" cnt="1 0" func="cnt" op="equ" val="0">
                      <dgm:layoutNode name="balance_20" styleLbl="alignAccFollowNode1">
                        <dgm:varLst>
                          <dgm:bulletEnabled val="1"/>
                        </dgm:varLst>
                        <dgm:alg type="sp"/>
                        <dgm:shape xmlns:r="http://schemas.openxmlformats.org/officeDocument/2006/relationships" rot="-4" type="rect" r:blip="">
                          <dgm:adjLst/>
                        </dgm:shape>
                        <dgm:presOf/>
                        <dgm:constrLst/>
                        <dgm:ruleLst/>
                      </dgm:layoutNode>
                      <dgm:layoutNode name="left_2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0">
                      <dgm:choose name="Name41">
                        <dgm:if name="Name42" axis="ch ch" ptType="node node" st="2 1" cnt="1 0" func="cnt" op="equ" val="1">
                          <dgm:layoutNode name="balance_21" styleLbl="alignAccFollowNode1">
                            <dgm:varLst>
                              <dgm:bulletEnabled val="1"/>
                            </dgm:varLst>
                            <dgm:alg type="sp"/>
                            <dgm:shape xmlns:r="http://schemas.openxmlformats.org/officeDocument/2006/relationships" rot="-4" type="rect" r:blip="">
                              <dgm:adjLst/>
                            </dgm:shape>
                            <dgm:presOf/>
                            <dgm:constrLst/>
                            <dgm:ruleLst/>
                          </dgm:layoutNode>
                          <dgm:layoutNode name="left_2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3">
                          <dgm:choose name="Name44">
                            <dgm:if name="Name45" axis="ch ch" ptType="node node" st="2 1" cnt="1 0" func="cnt" op="equ" val="2">
                              <dgm:layoutNode name="balance_22" styleLbl="alignAccFollowNode1">
                                <dgm:varLst>
                                  <dgm:bulletEnabled val="1"/>
                                </dgm:varLst>
                                <dgm:alg type="sp"/>
                                <dgm:shape xmlns:r="http://schemas.openxmlformats.org/officeDocument/2006/relationships" type="rect" r:blip="">
                                  <dgm:adjLst/>
                                </dgm:shape>
                                <dgm:presOf/>
                                <dgm:constrLst/>
                                <dgm:ruleLst/>
                              </dgm:layoutNode>
                              <dgm:layoutNode name="right_22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2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6">
                              <dgm:choose name="Name47">
                                <dgm:if name="Name48" axis="ch ch" ptType="node node" st="2 1" cnt="1 0" func="cnt" op="equ" val="3">
                                  <dgm:layoutNode name="balance_23" styleLbl="alignAccFollowNode1">
                                    <dgm:varLst>
                                      <dgm:bulletEnabled val="1"/>
                                    </dgm:varLst>
                                    <dgm:alg type="sp"/>
                                    <dgm:shape xmlns:r="http://schemas.openxmlformats.org/officeDocument/2006/relationships" rot="4" type="rect" r:blip="">
                                      <dgm:adjLst/>
                                    </dgm:shape>
                                    <dgm:presOf/>
                                    <dgm:constrLst/>
                                    <dgm:ruleLst/>
                                  </dgm:layoutNode>
                                  <dgm:layoutNode name="right_2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9">
                                  <dgm:choose name="Name50">
                                    <dgm:if name="Name51" axis="ch ch" ptType="node node" st="2 1" cnt="1 0" func="cnt" op="gte" val="4">
                                      <dgm:layoutNode name="balance_24" styleLbl="alignAccFollowNode1">
                                        <dgm:varLst>
                                          <dgm:bulletEnabled val="1"/>
                                        </dgm:varLst>
                                        <dgm:alg type="sp"/>
                                        <dgm:shape xmlns:r="http://schemas.openxmlformats.org/officeDocument/2006/relationships" rot="4" type="rect" r:blip="">
                                          <dgm:adjLst/>
                                        </dgm:shape>
                                        <dgm:presOf/>
                                        <dgm:constrLst/>
                                        <dgm:ruleLst/>
                                      </dgm:layoutNode>
                                      <dgm:layoutNode name="right_2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2"/>
                                  </dgm:choose>
                                </dgm:else>
                              </dgm:choose>
                            </dgm:else>
                          </dgm:choose>
                        </dgm:else>
                      </dgm:choose>
                    </dgm:else>
                  </dgm:choose>
                </dgm:if>
                <dgm:else name="Name53">
                  <dgm:choose name="Name54">
                    <dgm:if name="Name55" axis="ch ch" ptType="node node" st="1 1" cnt="1 0" func="cnt" op="equ" val="3">
                      <dgm:choose name="Name56">
                        <dgm:if name="Name57" axis="ch ch" ptType="node node" st="2 1" cnt="1 0" func="cnt" op="equ" val="0">
                          <dgm:layoutNode name="balance_30" styleLbl="alignAccFollowNode1">
                            <dgm:varLst>
                              <dgm:bulletEnabled val="1"/>
                            </dgm:varLst>
                            <dgm:alg type="sp"/>
                            <dgm:shape xmlns:r="http://schemas.openxmlformats.org/officeDocument/2006/relationships" rot="-4" type="rect" r:blip="">
                              <dgm:adjLst/>
                            </dgm:shape>
                            <dgm:presOf/>
                            <dgm:constrLst/>
                            <dgm:ruleLst/>
                          </dgm:layoutNode>
                          <dgm:layoutNode name="left_3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name="Name59">
                            <dgm:if name="Name60" axis="ch ch" ptType="node node" st="2 1" cnt="1 0" func="cnt" op="equ" val="1">
                              <dgm:layoutNode name="balance_31" styleLbl="alignAccFollowNode1">
                                <dgm:varLst>
                                  <dgm:bulletEnabled val="1"/>
                                </dgm:varLst>
                                <dgm:alg type="sp"/>
                                <dgm:shape xmlns:r="http://schemas.openxmlformats.org/officeDocument/2006/relationships" rot="-4" type="rect" r:blip="">
                                  <dgm:adjLst/>
                                </dgm:shape>
                                <dgm:presOf/>
                                <dgm:constrLst/>
                                <dgm:ruleLst/>
                              </dgm:layoutNode>
                              <dgm:layoutNode name="left_3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1">
                              <dgm:choose name="Name62">
                                <dgm:if name="Name63" axis="ch ch" ptType="node node" st="2 1" cnt="1 0" func="cnt" op="equ" val="2">
                                  <dgm:layoutNode name="balance_32" styleLbl="alignAccFollowNode1">
                                    <dgm:varLst>
                                      <dgm:bulletEnabled val="1"/>
                                    </dgm:varLst>
                                    <dgm:alg type="sp"/>
                                    <dgm:shape xmlns:r="http://schemas.openxmlformats.org/officeDocument/2006/relationships" rot="-4" type="rect" r:blip="">
                                      <dgm:adjLst/>
                                    </dgm:shape>
                                    <dgm:presOf/>
                                    <dgm:constrLst/>
                                    <dgm:ruleLst/>
                                  </dgm:layoutNode>
                                  <dgm:layoutNode name="left_3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4">
                                  <dgm:choose name="Name65">
                                    <dgm:if name="Name66" axis="ch ch" ptType="node node" st="2 1" cnt="1 0" func="cnt" op="equ" val="3">
                                      <dgm:layoutNode name="balance_33" styleLbl="alignAccFollowNode1">
                                        <dgm:varLst>
                                          <dgm:bulletEnabled val="1"/>
                                        </dgm:varLst>
                                        <dgm:alg type="sp"/>
                                        <dgm:shape xmlns:r="http://schemas.openxmlformats.org/officeDocument/2006/relationships" type="rect" r:blip="">
                                          <dgm:adjLst/>
                                        </dgm:shape>
                                        <dgm:presOf/>
                                        <dgm:constrLst/>
                                        <dgm:ruleLst/>
                                      </dgm:layoutNode>
                                      <dgm:layoutNode name="right_33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7">
                                      <dgm:choose name="Name68">
                                        <dgm:if name="Name69" axis="ch ch" ptType="node node" st="2 1" cnt="1 0" func="cnt" op="gte" val="4">
                                          <dgm:layoutNode name="balance_34" styleLbl="alignAccFollowNode1">
                                            <dgm:varLst>
                                              <dgm:bulletEnabled val="1"/>
                                            </dgm:varLst>
                                            <dgm:alg type="sp"/>
                                            <dgm:shape xmlns:r="http://schemas.openxmlformats.org/officeDocument/2006/relationships" rot="4" type="rect" r:blip="">
                                              <dgm:adjLst/>
                                            </dgm:shape>
                                            <dgm:presOf/>
                                            <dgm:constrLst/>
                                            <dgm:ruleLst/>
                                          </dgm:layoutNode>
                                          <dgm:layoutNode name="right_3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0"/>
                                      </dgm:choose>
                                    </dgm:else>
                                  </dgm:choose>
                                </dgm:else>
                              </dgm:choose>
                            </dgm:else>
                          </dgm:choose>
                        </dgm:else>
                      </dgm:choose>
                    </dgm:if>
                    <dgm:else name="Name71">
                      <dgm:choose name="Name72">
                        <dgm:if name="Name73" axis="ch ch" ptType="node node" st="1 1" cnt="1 0" func="cnt" op="gte" val="4">
                          <dgm:choose name="Name74">
                            <dgm:if name="Name75" axis="ch ch" ptType="node node" st="2 1" cnt="1 0" func="cnt" op="equ" val="0">
                              <dgm:layoutNode name="balance_40" styleLbl="alignAccFollowNode1">
                                <dgm:varLst>
                                  <dgm:bulletEnabled val="1"/>
                                </dgm:varLst>
                                <dgm:alg type="sp"/>
                                <dgm:shape xmlns:r="http://schemas.openxmlformats.org/officeDocument/2006/relationships" rot="-4" type="rect" r:blip="">
                                  <dgm:adjLst/>
                                </dgm:shape>
                                <dgm:presOf/>
                                <dgm:constrLst/>
                                <dgm:ruleLst/>
                              </dgm:layoutNode>
                              <dgm:layoutNode name="left_4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6">
                              <dgm:choose name="Name77">
                                <dgm:if name="Name78" axis="ch ch" ptType="node node" st="2 1" cnt="1 0" func="cnt" op="equ" val="1">
                                  <dgm:layoutNode name="balance_41" styleLbl="alignAccFollowNode1">
                                    <dgm:varLst>
                                      <dgm:bulletEnabled val="1"/>
                                    </dgm:varLst>
                                    <dgm:alg type="sp"/>
                                    <dgm:shape xmlns:r="http://schemas.openxmlformats.org/officeDocument/2006/relationships" rot="-4" type="rect" r:blip="">
                                      <dgm:adjLst/>
                                    </dgm:shape>
                                    <dgm:presOf/>
                                    <dgm:constrLst/>
                                    <dgm:ruleLst/>
                                  </dgm:layoutNode>
                                  <dgm:layoutNode name="left_4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name="Name80">
                                    <dgm:if name="Name81" axis="ch ch" ptType="node node" st="2 1" cnt="1 0" func="cnt" op="equ" val="2">
                                      <dgm:layoutNode name="balance_42" styleLbl="alignAccFollowNode1">
                                        <dgm:varLst>
                                          <dgm:bulletEnabled val="1"/>
                                        </dgm:varLst>
                                        <dgm:alg type="sp"/>
                                        <dgm:shape xmlns:r="http://schemas.openxmlformats.org/officeDocument/2006/relationships" rot="-4" type="rect" r:blip="">
                                          <dgm:adjLst/>
                                        </dgm:shape>
                                        <dgm:presOf/>
                                        <dgm:constrLst/>
                                        <dgm:ruleLst/>
                                      </dgm:layoutNode>
                                      <dgm:layoutNode name="left_4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2">
                                      <dgm:choose name="Name83">
                                        <dgm:if name="Name84" axis="ch ch" ptType="node node" st="2 1" cnt="1 0" func="cnt" op="equ" val="3">
                                          <dgm:layoutNode name="balance_43" styleLbl="alignAccFollowNode1">
                                            <dgm:varLst>
                                              <dgm:bulletEnabled val="1"/>
                                            </dgm:varLst>
                                            <dgm:alg type="sp"/>
                                            <dgm:shape xmlns:r="http://schemas.openxmlformats.org/officeDocument/2006/relationships" rot="-4" type="rect" r:blip="">
                                              <dgm:adjLst/>
                                            </dgm:shape>
                                            <dgm:presOf/>
                                            <dgm:constrLst/>
                                            <dgm:ruleLst/>
                                          </dgm:layoutNode>
                                          <dgm:layoutNode name="left_4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5">
                                          <dgm:choose name="Name86">
                                            <dgm:if name="Name87" axis="ch ch" ptType="node node" st="2 1" cnt="1 0" func="cnt" op="gte" val="4">
                                              <dgm:layoutNode name="balance_44" styleLbl="alignAccFollowNode1">
                                                <dgm:varLst>
                                                  <dgm:bulletEnabled val="1"/>
                                                </dgm:varLst>
                                                <dgm:alg type="sp"/>
                                                <dgm:shape xmlns:r="http://schemas.openxmlformats.org/officeDocument/2006/relationships" type="rect" r:blip="">
                                                  <dgm:adjLst/>
                                                </dgm:shape>
                                                <dgm:presOf/>
                                                <dgm:constrLst/>
                                                <dgm:ruleLst/>
                                              </dgm:layoutNode>
                                              <dgm:layoutNode name="right_44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4" styleLbl="node1">
                                                <dgm:varLst>
                                                  <dgm:bulletEnabled val="1"/>
                                                </dgm:varLst>
                                                <dgm:alg type="tx"/>
                                                <dgm:shape xmlns:r="http://schemas.openxmlformats.org/officeDocument/2006/relationships"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4" styleLbl="node1">
                                                <dgm:varLst>
                                                  <dgm:bulletEnabled val="1"/>
                                                </dgm:varLst>
                                                <dgm:alg type="tx"/>
                                                <dgm:shape xmlns:r="http://schemas.openxmlformats.org/officeDocument/2006/relationships"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8"/>
                                          </dgm:choose>
                                        </dgm:else>
                                      </dgm:choose>
                                    </dgm:else>
                                  </dgm:choose>
                                </dgm:else>
                              </dgm:choose>
                            </dgm:else>
                          </dgm:choose>
                        </dgm:if>
                        <dgm:else name="Name89"/>
                      </dgm:choose>
                    </dgm:else>
                  </dgm:choose>
                </dgm:else>
              </dgm:choose>
            </dgm:else>
          </dgm:choose>
        </dgm:else>
      </dgm:choose>
    </dgm:layoutNode>
  </dgm:layoutNode>
</dgm:layoutDef>
</file>

<file path=ppt/diagrams/layout7.xml><?xml version="1.0" encoding="utf-8"?>
<dgm:layoutDef xmlns:dgm="http://schemas.openxmlformats.org/drawingml/2006/diagram" xmlns:a="http://schemas.openxmlformats.org/drawingml/2006/main" uniqueId="urn:microsoft.com/office/officeart/2005/8/layout/balance1">
  <dgm:title val=""/>
  <dgm:desc val=""/>
  <dgm:catLst>
    <dgm:cat type="relationship" pri="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23">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25" srcId="2" destId="23" srcOrd="0" destOrd="0"/>
      </dgm:cxnLst>
      <dgm:bg/>
      <dgm:whole/>
    </dgm:dataModel>
  </dgm:sampData>
  <dgm:styleData>
    <dgm:dataModel>
      <dgm:ptLst>
        <dgm:pt modelId="0" type="doc"/>
        <dgm:pt modelId="1"/>
        <dgm:pt modelId="11"/>
        <dgm:pt modelId="12"/>
        <dgm:pt modelId="2"/>
        <dgm:pt modelId="21"/>
        <dgm:pt modelId="22"/>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tyleData>
  <dgm:clrData>
    <dgm:dataModel>
      <dgm:ptLst>
        <dgm:pt modelId="0" type="doc"/>
        <dgm:pt modelId="1"/>
        <dgm:pt modelId="11"/>
        <dgm:pt modelId="12"/>
        <dgm:pt modelId="13"/>
        <dgm:pt modelId="2"/>
        <dgm:pt modelId="21"/>
        <dgm:pt modelId="22"/>
        <dgm:pt modelId="23"/>
      </dgm:ptLst>
      <dgm:cxnLst>
        <dgm:cxn modelId="4" srcId="0" destId="1" srcOrd="0" destOrd="0"/>
        <dgm:cxn modelId="5" srcId="0" destId="2" srcOrd="1" destOrd="0"/>
        <dgm:cxn modelId="15" srcId="1" destId="11" srcOrd="0" destOrd="0"/>
        <dgm:cxn modelId="16" srcId="1" destId="12" srcOrd="0" destOrd="0"/>
        <dgm:cxn modelId="17" srcId="1" destId="13" srcOrd="0" destOrd="0"/>
        <dgm:cxn modelId="25" srcId="2" destId="21" srcOrd="0" destOrd="0"/>
        <dgm:cxn modelId="26" srcId="2" destId="22" srcOrd="0" destOrd="0"/>
        <dgm:cxn modelId="27" srcId="2" destId="23" srcOrd="0" destOrd="0"/>
      </dgm:cxnLst>
      <dgm:bg/>
      <dgm:whole/>
    </dgm:dataModel>
  </dgm:clrData>
  <dgm:layoutNode name="outerComposite">
    <dgm:varLst>
      <dgm:chMax val="2"/>
      <dgm:animLvl val="lvl"/>
      <dgm:resizeHandles val="exact"/>
    </dgm:varLst>
    <dgm:alg type="composite">
      <dgm:param type="ar" val="1"/>
    </dgm:alg>
    <dgm:shape xmlns:r="http://schemas.openxmlformats.org/officeDocument/2006/relationships" r:blip="">
      <dgm:adjLst/>
    </dgm:shape>
    <dgm:presOf/>
    <dgm:constrLst>
      <dgm:constr type="h" for="ch" forName="parentComposite" refType="h" refFor="ch" refForName="dummyMaxCanvas" op="equ" fact="0.2"/>
      <dgm:constr type="t" for="ch" forName="parentComposite"/>
      <dgm:constr type="h" for="ch" forName="childrenComposite" refType="h" refFor="ch" refForName="dummyMaxCanvas" op="equ" fact="0.8"/>
      <dgm:constr type="t" for="ch" forName="childrenComposite" refType="h" refFor="ch" refForName="dummyMaxCanvas" fact="0.2"/>
    </dgm:constrLst>
    <dgm:ruleLst/>
    <dgm:layoutNode name="dummyMaxCanvas">
      <dgm:alg type="sp"/>
      <dgm:shape xmlns:r="http://schemas.openxmlformats.org/officeDocument/2006/relationships" r:blip="">
        <dgm:adjLst/>
      </dgm:shape>
      <dgm:presOf/>
      <dgm:constrLst/>
      <dgm:ruleLst/>
    </dgm:layoutNode>
    <dgm:layoutNode name="parentComposite">
      <dgm:alg type="composite"/>
      <dgm:shape xmlns:r="http://schemas.openxmlformats.org/officeDocument/2006/relationships" r:blip="">
        <dgm:adjLst/>
      </dgm:shape>
      <dgm:presOf/>
      <dgm:constrLst>
        <dgm:constr type="w" for="ch" forName="parent1" refType="w" fact="0.36"/>
        <dgm:constr type="ctrX" for="ch" forName="parent1" refType="w" fact="0.24"/>
        <dgm:constr type="w" for="ch" forName="parent2" refType="w" fact="0.36"/>
        <dgm:constr type="ctrX" for="ch" forName="parent2" refType="w" fact="0.76"/>
        <dgm:constr type="primFontSz" for="ch" ptType="node" op="equ"/>
      </dgm:constrLst>
      <dgm:ruleLst/>
      <dgm:layoutNode name="parent1" styleLbl="alignAccFollowNode1">
        <dgm:varLst>
          <dgm:chMax val="4"/>
        </dgm:varLst>
        <dgm:alg type="tx"/>
        <dgm:shape xmlns:r="http://schemas.openxmlformats.org/officeDocument/2006/relationships" type="roundRect" r:blip="">
          <dgm:adjLst>
            <dgm:adj idx="1" val="0.1"/>
          </dgm:adjLst>
        </dgm:shape>
        <dgm:presOf axis="ch" ptType="node"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2" styleLbl="alignAccFollowNode1">
        <dgm:varLst>
          <dgm:chMax val="4"/>
        </dgm:varLst>
        <dgm:alg type="tx"/>
        <dgm:shape xmlns:r="http://schemas.openxmlformats.org/officeDocument/2006/relationships" type="roundRect" r:blip="">
          <dgm:adjLst>
            <dgm:adj idx="1" val="0.1"/>
          </dgm:adjLst>
        </dgm:shape>
        <dgm:presOf axis="ch" ptType="node" st="2"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Node name="childrenComposite">
      <dgm:alg type="composite"/>
      <dgm:shape xmlns:r="http://schemas.openxmlformats.org/officeDocument/2006/relationships" r:blip="">
        <dgm:adjLst/>
      </dgm:shape>
      <dgm:presOf/>
      <dgm:constrLst>
        <dgm:constr type="primFontSz" for="ch" ptType="node" op="equ" val="65"/>
        <dgm:constr type="w" for="ch" forName="fulcrum" refType="w" fact="0.15"/>
        <dgm:constr type="h" for="ch" forName="fulcrum" refType="w" refFor="ch" refForName="fulcrum"/>
        <dgm:constr type="b" for="ch" forName="fulcrum" refType="h"/>
        <dgm:constr type="ctrX" for="ch" forName="fulcrum" refType="w" fact="0.5"/>
        <dgm:constr type="w" for="ch" forName="balance_00" refType="w" fact="0.9"/>
        <dgm:constr type="h" for="ch" forName="balance_00" refType="h" fact="0.076"/>
        <dgm:constr type="b" for="ch" forName="balance_00" refType="h" fact="0.81"/>
        <dgm:constr type="ctrX" for="ch" forName="balance_00" refType="w" fact="0.5"/>
        <dgm:constr type="w" for="ch" forName="balance_01" refType="w"/>
        <dgm:constr type="h" for="ch" forName="balance_01" refType="h" fact="0.157"/>
        <dgm:constr type="b" for="ch" forName="balance_01" refType="h" fact="0.85"/>
        <dgm:constr type="ctrX" for="ch" forName="balance_01" refType="w" fact="0.5"/>
        <dgm:constr type="w" for="ch" forName="balance_02" refType="w"/>
        <dgm:constr type="h" for="ch" forName="balance_02" refType="h" fact="0.157"/>
        <dgm:constr type="b" for="ch" forName="balance_02" refType="h" fact="0.85"/>
        <dgm:constr type="ctrX" for="ch" forName="balance_02" refType="w" fact="0.5"/>
        <dgm:constr type="w" for="ch" forName="balance_03" refType="w"/>
        <dgm:constr type="h" for="ch" forName="balance_03" refType="h" fact="0.157"/>
        <dgm:constr type="b" for="ch" forName="balance_03" refType="h" fact="0.85"/>
        <dgm:constr type="ctrX" for="ch" forName="balance_03" refType="w" fact="0.5"/>
        <dgm:constr type="w" for="ch" forName="balance_04" refType="w"/>
        <dgm:constr type="h" for="ch" forName="balance_04" refType="h" fact="0.157"/>
        <dgm:constr type="b" for="ch" forName="balance_04" refType="h" fact="0.85"/>
        <dgm:constr type="ctrX" for="ch" forName="balance_04" refType="w" fact="0.5"/>
        <dgm:constr type="w" for="ch" forName="balance_10" refType="w"/>
        <dgm:constr type="h" for="ch" forName="balance_10" refType="h" fact="0.157"/>
        <dgm:constr type="b" for="ch" forName="balance_10" refType="h" fact="0.85"/>
        <dgm:constr type="ctrX" for="ch" forName="balance_10" refType="w" fact="0.5"/>
        <dgm:constr type="w" for="ch" forName="balance_11" refType="w" fact="0.9"/>
        <dgm:constr type="h" for="ch" forName="balance_11" refType="h" fact="0.076"/>
        <dgm:constr type="b" for="ch" forName="balance_11" refType="h" fact="0.81"/>
        <dgm:constr type="ctrX" for="ch" forName="balance_11" refType="w" fact="0.5"/>
        <dgm:constr type="w" for="ch" forName="balance_12" refType="w"/>
        <dgm:constr type="h" for="ch" forName="balance_12" refType="h" fact="0.157"/>
        <dgm:constr type="b" for="ch" forName="balance_12" refType="h" fact="0.85"/>
        <dgm:constr type="ctrX" for="ch" forName="balance_12" refType="w" fact="0.5"/>
        <dgm:constr type="w" for="ch" forName="balance_13" refType="w"/>
        <dgm:constr type="h" for="ch" forName="balance_13" refType="h" fact="0.157"/>
        <dgm:constr type="b" for="ch" forName="balance_13" refType="h" fact="0.85"/>
        <dgm:constr type="ctrX" for="ch" forName="balance_13" refType="w" fact="0.5"/>
        <dgm:constr type="w" for="ch" forName="balance_14" refType="w"/>
        <dgm:constr type="h" for="ch" forName="balance_14" refType="h" fact="0.157"/>
        <dgm:constr type="b" for="ch" forName="balance_14" refType="h" fact="0.85"/>
        <dgm:constr type="ctrX" for="ch" forName="balance_14" refType="w" fact="0.5"/>
        <dgm:constr type="w" for="ch" forName="balance_20" refType="w"/>
        <dgm:constr type="h" for="ch" forName="balance_20" refType="h" fact="0.157"/>
        <dgm:constr type="b" for="ch" forName="balance_20" refType="h" fact="0.85"/>
        <dgm:constr type="ctrX" for="ch" forName="balance_20" refType="w" fact="0.5"/>
        <dgm:constr type="w" for="ch" forName="balance_21" refType="w"/>
        <dgm:constr type="h" for="ch" forName="balance_21" refType="h" fact="0.157"/>
        <dgm:constr type="b" for="ch" forName="balance_21" refType="h" fact="0.85"/>
        <dgm:constr type="ctrX" for="ch" forName="balance_21" refType="w" fact="0.5"/>
        <dgm:constr type="w" for="ch" forName="balance_22" refType="w" fact="0.9"/>
        <dgm:constr type="h" for="ch" forName="balance_22" refType="h" fact="0.076"/>
        <dgm:constr type="b" for="ch" forName="balance_22" refType="h" fact="0.81"/>
        <dgm:constr type="ctrX" for="ch" forName="balance_22" refType="w" fact="0.5"/>
        <dgm:constr type="w" for="ch" forName="balance_23" refType="w"/>
        <dgm:constr type="h" for="ch" forName="balance_23" refType="h" fact="0.157"/>
        <dgm:constr type="b" for="ch" forName="balance_23" refType="h" fact="0.85"/>
        <dgm:constr type="ctrX" for="ch" forName="balance_23" refType="w" fact="0.5"/>
        <dgm:constr type="w" for="ch" forName="balance_24" refType="w"/>
        <dgm:constr type="h" for="ch" forName="balance_24" refType="h" fact="0.157"/>
        <dgm:constr type="b" for="ch" forName="balance_24" refType="h" fact="0.85"/>
        <dgm:constr type="ctrX" for="ch" forName="balance_24" refType="w" fact="0.5"/>
        <dgm:constr type="w" for="ch" forName="balance_30" refType="w"/>
        <dgm:constr type="h" for="ch" forName="balance_30" refType="h" fact="0.157"/>
        <dgm:constr type="b" for="ch" forName="balance_30" refType="h" fact="0.85"/>
        <dgm:constr type="ctrX" for="ch" forName="balance_30" refType="w" fact="0.5"/>
        <dgm:constr type="w" for="ch" forName="balance_31" refType="w"/>
        <dgm:constr type="h" for="ch" forName="balance_31" refType="h" fact="0.157"/>
        <dgm:constr type="b" for="ch" forName="balance_31" refType="h" fact="0.85"/>
        <dgm:constr type="ctrX" for="ch" forName="balance_31" refType="w" fact="0.5"/>
        <dgm:constr type="w" for="ch" forName="balance_32" refType="w"/>
        <dgm:constr type="h" for="ch" forName="balance_32" refType="h" fact="0.157"/>
        <dgm:constr type="b" for="ch" forName="balance_32" refType="h" fact="0.85"/>
        <dgm:constr type="ctrX" for="ch" forName="balance_32" refType="w" fact="0.5"/>
        <dgm:constr type="w" for="ch" forName="balance_33" refType="w" fact="0.9"/>
        <dgm:constr type="h" for="ch" forName="balance_33" refType="h" fact="0.076"/>
        <dgm:constr type="b" for="ch" forName="balance_33" refType="h" fact="0.81"/>
        <dgm:constr type="ctrX" for="ch" forName="balance_33" refType="w" fact="0.5"/>
        <dgm:constr type="w" for="ch" forName="balance_34" refType="w"/>
        <dgm:constr type="h" for="ch" forName="balance_34" refType="h" fact="0.157"/>
        <dgm:constr type="b" for="ch" forName="balance_34" refType="h" fact="0.85"/>
        <dgm:constr type="ctrX" for="ch" forName="balance_34" refType="w" fact="0.5"/>
        <dgm:constr type="w" for="ch" forName="balance_40" refType="w"/>
        <dgm:constr type="h" for="ch" forName="balance_40" refType="h" fact="0.157"/>
        <dgm:constr type="b" for="ch" forName="balance_40" refType="h" fact="0.85"/>
        <dgm:constr type="ctrX" for="ch" forName="balance_40" refType="w" fact="0.5"/>
        <dgm:constr type="w" for="ch" forName="balance_41" refType="w"/>
        <dgm:constr type="h" for="ch" forName="balance_41" refType="h" fact="0.157"/>
        <dgm:constr type="b" for="ch" forName="balance_41" refType="h" fact="0.85"/>
        <dgm:constr type="ctrX" for="ch" forName="balance_41" refType="w" fact="0.5"/>
        <dgm:constr type="w" for="ch" forName="balance_42" refType="w"/>
        <dgm:constr type="h" for="ch" forName="balance_42" refType="h" fact="0.157"/>
        <dgm:constr type="b" for="ch" forName="balance_42" refType="h" fact="0.85"/>
        <dgm:constr type="ctrX" for="ch" forName="balance_42" refType="w" fact="0.5"/>
        <dgm:constr type="w" for="ch" forName="balance_43" refType="w"/>
        <dgm:constr type="h" for="ch" forName="balance_43" refType="h" fact="0.157"/>
        <dgm:constr type="b" for="ch" forName="balance_43" refType="h" fact="0.85"/>
        <dgm:constr type="ctrX" for="ch" forName="balance_43" refType="w" fact="0.5"/>
        <dgm:constr type="w" for="ch" forName="balance_44" refType="w" fact="0.9"/>
        <dgm:constr type="h" for="ch" forName="balance_44" refType="h" fact="0.076"/>
        <dgm:constr type="b" for="ch" forName="balance_44" refType="h" fact="0.81"/>
        <dgm:constr type="ctrX" for="ch" forName="balance_44" refType="w" fact="0.5"/>
        <dgm:constr type="w" for="ch" forName="right_01_1" refType="w" fact="0.4"/>
        <dgm:constr type="h" for="ch" forName="right_01_1" refType="h" fact="0.7"/>
        <dgm:constr type="b" for="ch" forName="right_01_1" refType="h" fact="0.76"/>
        <dgm:constr type="ctrX" for="ch" forName="right_01_1" refType="w" fact="0.78"/>
        <dgm:constr type="w" for="ch" forName="left_10_1" refType="w" fact="0.4"/>
        <dgm:constr type="h" for="ch" forName="left_10_1" refType="h" fact="0.7"/>
        <dgm:constr type="b" for="ch" forName="left_10_1" refType="h" fact="0.76"/>
        <dgm:constr type="ctrX" for="ch" forName="left_10_1" refType="w" fact="0.22"/>
        <dgm:constr type="w" for="ch" forName="right_11_1" refType="w" fact="0.36"/>
        <dgm:constr type="h" for="ch" forName="right_11_1" refType="h" fact="0.67"/>
        <dgm:constr type="b" for="ch" forName="right_11_1" refType="h" fact="0.725"/>
        <dgm:constr type="ctrX" for="ch" forName="right_11_1" refType="w" fact="0.76"/>
        <dgm:constr type="w" for="ch" forName="left_11_1" refType="w" fact="0.36"/>
        <dgm:constr type="h" for="ch" forName="left_11_1" refType="h" fact="0.67"/>
        <dgm:constr type="b" for="ch" forName="left_11_1" refType="h" fact="0.725"/>
        <dgm:constr type="ctrX" for="ch" forName="left_11_1" refType="w" fact="0.24"/>
        <dgm:constr type="w" for="ch" forName="right_02_1" refType="w" fact="0.388"/>
        <dgm:constr type="h" for="ch" forName="right_02_1" refType="h" fact="0.36"/>
        <dgm:constr type="b" for="ch" forName="right_02_1" refType="h" fact="0.76"/>
        <dgm:constr type="ctrX" for="ch" forName="right_02_1" refType="w" fact="0.77"/>
        <dgm:constr type="w" for="ch" forName="right_02_2" refType="w" fact="0.388"/>
        <dgm:constr type="h" for="ch" forName="right_02_2" refType="h" fact="0.36"/>
        <dgm:constr type="b" for="ch" forName="right_02_2" refType="h" fact="0.42"/>
        <dgm:constr type="ctrX" for="ch" forName="right_02_2" refType="w" fact="0.79"/>
        <dgm:constr type="w" for="ch" forName="left_20_1" refType="w" fact="0.388"/>
        <dgm:constr type="h" for="ch" forName="left_20_1" refType="h" fact="0.36"/>
        <dgm:constr type="b" for="ch" forName="left_20_1" refType="h" fact="0.76"/>
        <dgm:constr type="ctrX" for="ch" forName="left_20_1" refType="w" fact="0.23"/>
        <dgm:constr type="w" for="ch" forName="left_20_2" refType="w" fact="0.388"/>
        <dgm:constr type="h" for="ch" forName="left_20_2" refType="h" fact="0.36"/>
        <dgm:constr type="b" for="ch" forName="left_20_2" refType="h" fact="0.42"/>
        <dgm:constr type="ctrX" for="ch" forName="left_20_2" refType="w" fact="0.21"/>
        <dgm:constr type="w" for="ch" forName="right_12_1" refType="w" fact="0.388"/>
        <dgm:constr type="h" for="ch" forName="right_12_1" refType="h" fact="0.36"/>
        <dgm:constr type="b" for="ch" forName="right_12_1" refType="h" fact="0.76"/>
        <dgm:constr type="ctrX" for="ch" forName="right_12_1" refType="w" fact="0.77"/>
        <dgm:constr type="w" for="ch" forName="right_12_2" refType="w" fact="0.388"/>
        <dgm:constr type="h" for="ch" forName="right_12_2" refType="h" fact="0.36"/>
        <dgm:constr type="b" for="ch" forName="right_12_2" refType="h" fact="0.42"/>
        <dgm:constr type="ctrX" for="ch" forName="right_12_2" refType="w" fact="0.79"/>
        <dgm:constr type="w" for="ch" forName="left_12_1" refType="w" fact="0.388"/>
        <dgm:constr type="h" for="ch" forName="left_12_1" refType="h" fact="0.36"/>
        <dgm:constr type="b" for="ch" forName="left_12_1" refType="h" fact="0.715"/>
        <dgm:constr type="ctrX" for="ch" forName="left_12_1" refType="w" fact="0.255"/>
        <dgm:constr type="w" for="ch" forName="right_22_1" refType="w" fact="0.36"/>
        <dgm:constr type="h" for="ch" forName="right_22_1" refType="h" fact="0.32"/>
        <dgm:constr type="b" for="ch" forName="right_22_1" refType="h" fact="0.725"/>
        <dgm:constr type="ctrX" for="ch" forName="right_22_1" refType="w" fact="0.76"/>
        <dgm:constr type="w" for="ch" forName="right_22_2" refType="w" fact="0.36"/>
        <dgm:constr type="h" for="ch" forName="right_22_2" refType="h" fact="0.32"/>
        <dgm:constr type="b" for="ch" forName="right_22_2" refType="h" fact="0.39"/>
        <dgm:constr type="ctrX" for="ch" forName="right_22_2" refType="w" fact="0.76"/>
        <dgm:constr type="w" for="ch" forName="left_22_1" refType="w" fact="0.36"/>
        <dgm:constr type="h" for="ch" forName="left_22_1" refType="h" fact="0.32"/>
        <dgm:constr type="b" for="ch" forName="left_22_1" refType="h" fact="0.725"/>
        <dgm:constr type="ctrX" for="ch" forName="left_22_1" refType="w" fact="0.24"/>
        <dgm:constr type="w" for="ch" forName="left_22_2" refType="w" fact="0.36"/>
        <dgm:constr type="h" for="ch" forName="left_22_2" refType="h" fact="0.32"/>
        <dgm:constr type="b" for="ch" forName="left_22_2" refType="h" fact="0.39"/>
        <dgm:constr type="ctrX" for="ch" forName="left_22_2" refType="w" fact="0.24"/>
        <dgm:constr type="w" for="ch" forName="left_21_1" refType="w" fact="0.388"/>
        <dgm:constr type="h" for="ch" forName="left_21_1" refType="h" fact="0.36"/>
        <dgm:constr type="b" for="ch" forName="left_21_1" refType="h" fact="0.76"/>
        <dgm:constr type="ctrX" for="ch" forName="left_21_1" refType="w" fact="0.23"/>
        <dgm:constr type="w" for="ch" forName="left_21_2" refType="w" fact="0.388"/>
        <dgm:constr type="h" for="ch" forName="left_21_2" refType="h" fact="0.36"/>
        <dgm:constr type="b" for="ch" forName="left_21_2" refType="h" fact="0.42"/>
        <dgm:constr type="ctrX" for="ch" forName="left_21_2" refType="w" fact="0.21"/>
        <dgm:constr type="w" for="ch" forName="right_21_1" refType="w" fact="0.388"/>
        <dgm:constr type="h" for="ch" forName="right_21_1" refType="h" fact="0.36"/>
        <dgm:constr type="b" for="ch" forName="right_21_1" refType="h" fact="0.715"/>
        <dgm:constr type="ctrX" for="ch" forName="right_21_1" refType="w" fact="0.745"/>
        <dgm:constr type="w" for="ch" forName="right_03_1" refType="w" fact="0.37"/>
        <dgm:constr type="h" for="ch" forName="right_03_1" refType="h" fact="0.24"/>
        <dgm:constr type="b" for="ch" forName="right_03_1" refType="h" fact="0.76"/>
        <dgm:constr type="ctrX" for="ch" forName="right_03_1" refType="w" fact="0.77"/>
        <dgm:constr type="w" for="ch" forName="right_03_2" refType="w" fact="0.37"/>
        <dgm:constr type="h" for="ch" forName="right_03_2" refType="h" fact="0.24"/>
        <dgm:constr type="b" for="ch" forName="right_03_2" refType="h" fact="0.535"/>
        <dgm:constr type="ctrX" for="ch" forName="right_03_2" refType="w" fact="0.783"/>
        <dgm:constr type="w" for="ch" forName="right_03_3" refType="w" fact="0.37"/>
        <dgm:constr type="h" for="ch" forName="right_03_3" refType="h" fact="0.24"/>
        <dgm:constr type="b" for="ch" forName="right_03_3" refType="h" fact="0.315"/>
        <dgm:constr type="ctrX" for="ch" forName="right_03_3" refType="w" fact="0.796"/>
        <dgm:constr type="w" for="ch" forName="left_30_1" refType="w" fact="0.37"/>
        <dgm:constr type="h" for="ch" forName="left_30_1" refType="h" fact="0.24"/>
        <dgm:constr type="b" for="ch" forName="left_30_1" refType="h" fact="0.76"/>
        <dgm:constr type="ctrX" for="ch" forName="left_30_1" refType="w" fact="0.23"/>
        <dgm:constr type="w" for="ch" forName="left_30_2" refType="w" fact="0.37"/>
        <dgm:constr type="h" for="ch" forName="left_30_2" refType="h" fact="0.24"/>
        <dgm:constr type="b" for="ch" forName="left_30_2" refType="h" fact="0.535"/>
        <dgm:constr type="ctrX" for="ch" forName="left_30_2" refType="w" fact="0.217"/>
        <dgm:constr type="w" for="ch" forName="left_30_3" refType="w" fact="0.37"/>
        <dgm:constr type="h" for="ch" forName="left_30_3" refType="h" fact="0.24"/>
        <dgm:constr type="b" for="ch" forName="left_30_3" refType="h" fact="0.315"/>
        <dgm:constr type="ctrX" for="ch" forName="left_30_3" refType="w" fact="0.204"/>
        <dgm:constr type="w" for="ch" forName="right_13_1" refType="w" fact="0.37"/>
        <dgm:constr type="h" for="ch" forName="right_13_1" refType="h" fact="0.24"/>
        <dgm:constr type="b" for="ch" forName="right_13_1" refType="h" fact="0.76"/>
        <dgm:constr type="ctrX" for="ch" forName="right_13_1" refType="w" fact="0.77"/>
        <dgm:constr type="w" for="ch" forName="right_13_2" refType="w" fact="0.37"/>
        <dgm:constr type="h" for="ch" forName="right_13_2" refType="h" fact="0.24"/>
        <dgm:constr type="b" for="ch" forName="right_13_2" refType="h" fact="0.535"/>
        <dgm:constr type="ctrX" for="ch" forName="right_13_2" refType="w" fact="0.783"/>
        <dgm:constr type="w" for="ch" forName="right_13_3" refType="w" fact="0.37"/>
        <dgm:constr type="h" for="ch" forName="right_13_3" refType="h" fact="0.24"/>
        <dgm:constr type="b" for="ch" forName="right_13_3" refType="h" fact="0.315"/>
        <dgm:constr type="ctrX" for="ch" forName="right_13_3" refType="w" fact="0.796"/>
        <dgm:constr type="w" for="ch" forName="left_13_1" refType="w" fact="0.37"/>
        <dgm:constr type="h" for="ch" forName="left_13_1" refType="h" fact="0.24"/>
        <dgm:constr type="b" for="ch" forName="left_13_1" refType="h" fact="0.715"/>
        <dgm:constr type="ctrX" for="ch" forName="left_13_1" refType="w" fact="0.255"/>
        <dgm:constr type="w" for="ch" forName="left_31_1" refType="w" fact="0.37"/>
        <dgm:constr type="h" for="ch" forName="left_31_1" refType="h" fact="0.24"/>
        <dgm:constr type="b" for="ch" forName="left_31_1" refType="h" fact="0.76"/>
        <dgm:constr type="ctrX" for="ch" forName="left_31_1" refType="w" fact="0.23"/>
        <dgm:constr type="w" for="ch" forName="left_31_2" refType="w" fact="0.37"/>
        <dgm:constr type="h" for="ch" forName="left_31_2" refType="h" fact="0.24"/>
        <dgm:constr type="b" for="ch" forName="left_31_2" refType="h" fact="0.535"/>
        <dgm:constr type="ctrX" for="ch" forName="left_31_2" refType="w" fact="0.217"/>
        <dgm:constr type="w" for="ch" forName="left_31_3" refType="w" fact="0.37"/>
        <dgm:constr type="h" for="ch" forName="left_31_3" refType="h" fact="0.24"/>
        <dgm:constr type="b" for="ch" forName="left_31_3" refType="h" fact="0.315"/>
        <dgm:constr type="ctrX" for="ch" forName="left_31_3" refType="w" fact="0.204"/>
        <dgm:constr type="w" for="ch" forName="right_31_1" refType="w" fact="0.37"/>
        <dgm:constr type="h" for="ch" forName="right_31_1" refType="h" fact="0.24"/>
        <dgm:constr type="b" for="ch" forName="right_31_1" refType="h" fact="0.715"/>
        <dgm:constr type="ctrX" for="ch" forName="right_31_1" refType="w" fact="0.745"/>
        <dgm:constr type="w" for="ch" forName="right_23_1" refType="w" fact="0.37"/>
        <dgm:constr type="h" for="ch" forName="right_23_1" refType="h" fact="0.24"/>
        <dgm:constr type="b" for="ch" forName="right_23_1" refType="h" fact="0.76"/>
        <dgm:constr type="ctrX" for="ch" forName="right_23_1" refType="w" fact="0.77"/>
        <dgm:constr type="w" for="ch" forName="right_23_2" refType="w" fact="0.37"/>
        <dgm:constr type="h" for="ch" forName="right_23_2" refType="h" fact="0.24"/>
        <dgm:constr type="b" for="ch" forName="right_23_2" refType="h" fact="0.535"/>
        <dgm:constr type="ctrX" for="ch" forName="right_23_2" refType="w" fact="0.783"/>
        <dgm:constr type="w" for="ch" forName="right_23_3" refType="w" fact="0.37"/>
        <dgm:constr type="h" for="ch" forName="right_23_3" refType="h" fact="0.24"/>
        <dgm:constr type="b" for="ch" forName="right_23_3" refType="h" fact="0.315"/>
        <dgm:constr type="ctrX" for="ch" forName="right_23_3" refType="w" fact="0.796"/>
        <dgm:constr type="w" for="ch" forName="left_23_1" refType="w" fact="0.37"/>
        <dgm:constr type="h" for="ch" forName="left_23_1" refType="h" fact="0.24"/>
        <dgm:constr type="b" for="ch" forName="left_23_1" refType="h" fact="0.715"/>
        <dgm:constr type="ctrX" for="ch" forName="left_23_1" refType="w" fact="0.255"/>
        <dgm:constr type="w" for="ch" forName="left_23_2" refType="w" fact="0.37"/>
        <dgm:constr type="h" for="ch" forName="left_23_2" refType="h" fact="0.24"/>
        <dgm:constr type="b" for="ch" forName="left_23_2" refType="h" fact="0.49"/>
        <dgm:constr type="ctrX" for="ch" forName="left_23_2" refType="w" fact="0.268"/>
        <dgm:constr type="w" for="ch" forName="left_32_1" refType="w" fact="0.37"/>
        <dgm:constr type="h" for="ch" forName="left_32_1" refType="h" fact="0.24"/>
        <dgm:constr type="b" for="ch" forName="left_32_1" refType="h" fact="0.76"/>
        <dgm:constr type="ctrX" for="ch" forName="left_32_1" refType="w" fact="0.23"/>
        <dgm:constr type="w" for="ch" forName="left_32_2" refType="w" fact="0.37"/>
        <dgm:constr type="h" for="ch" forName="left_32_2" refType="h" fact="0.24"/>
        <dgm:constr type="b" for="ch" forName="left_32_2" refType="h" fact="0.535"/>
        <dgm:constr type="ctrX" for="ch" forName="left_32_2" refType="w" fact="0.217"/>
        <dgm:constr type="w" for="ch" forName="left_32_3" refType="w" fact="0.37"/>
        <dgm:constr type="h" for="ch" forName="left_32_3" refType="h" fact="0.24"/>
        <dgm:constr type="b" for="ch" forName="left_32_3" refType="h" fact="0.315"/>
        <dgm:constr type="ctrX" for="ch" forName="left_32_3" refType="w" fact="0.204"/>
        <dgm:constr type="w" for="ch" forName="right_32_1" refType="w" fact="0.37"/>
        <dgm:constr type="h" for="ch" forName="right_32_1" refType="h" fact="0.24"/>
        <dgm:constr type="b" for="ch" forName="right_32_1" refType="h" fact="0.715"/>
        <dgm:constr type="ctrX" for="ch" forName="right_32_1" refType="w" fact="0.745"/>
        <dgm:constr type="w" for="ch" forName="right_32_2" refType="w" fact="0.37"/>
        <dgm:constr type="h" for="ch" forName="right_32_2" refType="h" fact="0.24"/>
        <dgm:constr type="b" for="ch" forName="right_32_2" refType="h" fact="0.49"/>
        <dgm:constr type="ctrX" for="ch" forName="right_32_2" refType="w" fact="0.732"/>
        <dgm:constr type="w" for="ch" forName="right_33_1" refType="w" fact="0.36"/>
        <dgm:constr type="h" for="ch" forName="right_33_1" refType="h" fact="0.21"/>
        <dgm:constr type="b" for="ch" forName="right_33_1" refType="h" fact="0.725"/>
        <dgm:constr type="ctrX" for="ch" forName="right_33_1" refType="w" fact="0.76"/>
        <dgm:constr type="w" for="ch" forName="right_33_2" refType="w" fact="0.36"/>
        <dgm:constr type="h" for="ch" forName="right_33_2" refType="h" fact="0.21"/>
        <dgm:constr type="b" for="ch" forName="right_33_2" refType="h" fact="0.5"/>
        <dgm:constr type="ctrX" for="ch" forName="right_33_2" refType="w" fact="0.76"/>
        <dgm:constr type="w" for="ch" forName="right_33_3" refType="w" fact="0.36"/>
        <dgm:constr type="h" for="ch" forName="right_33_3" refType="h" fact="0.21"/>
        <dgm:constr type="b" for="ch" forName="right_33_3" refType="h" fact="0.275"/>
        <dgm:constr type="ctrX" for="ch" forName="right_33_3" refType="w" fact="0.76"/>
        <dgm:constr type="w" for="ch" forName="left_33_1" refType="w" fact="0.36"/>
        <dgm:constr type="h" for="ch" forName="left_33_1" refType="h" fact="0.21"/>
        <dgm:constr type="b" for="ch" forName="left_33_1" refType="h" fact="0.725"/>
        <dgm:constr type="ctrX" for="ch" forName="left_33_1" refType="w" fact="0.24"/>
        <dgm:constr type="w" for="ch" forName="left_33_2" refType="w" fact="0.36"/>
        <dgm:constr type="h" for="ch" forName="left_33_2" refType="h" fact="0.21"/>
        <dgm:constr type="b" for="ch" forName="left_33_2" refType="h" fact="0.5"/>
        <dgm:constr type="ctrX" for="ch" forName="left_33_2" refType="w" fact="0.24"/>
        <dgm:constr type="w" for="ch" forName="left_33_3" refType="w" fact="0.36"/>
        <dgm:constr type="h" for="ch" forName="left_33_3" refType="h" fact="0.21"/>
        <dgm:constr type="b" for="ch" forName="left_33_3" refType="h" fact="0.275"/>
        <dgm:constr type="ctrX" for="ch" forName="left_33_3" refType="w" fact="0.24"/>
        <dgm:constr type="w" for="ch" forName="right_04_1" refType="w" fact="0.365"/>
        <dgm:constr type="h" for="ch" forName="right_04_1" refType="h" fact="0.185"/>
        <dgm:constr type="b" for="ch" forName="right_04_1" refType="h" fact="0.76"/>
        <dgm:constr type="ctrX" for="ch" forName="right_04_1" refType="w" fact="0.77"/>
        <dgm:constr type="w" for="ch" forName="right_04_2" refType="w" fact="0.365"/>
        <dgm:constr type="h" for="ch" forName="right_04_2" refType="h" fact="0.185"/>
        <dgm:constr type="b" for="ch" forName="right_04_2" refType="h" fact="0.595"/>
        <dgm:constr type="ctrX" for="ch" forName="right_04_2" refType="w" fact="0.78"/>
        <dgm:constr type="w" for="ch" forName="right_04_3" refType="w" fact="0.365"/>
        <dgm:constr type="h" for="ch" forName="right_04_3" refType="h" fact="0.185"/>
        <dgm:constr type="b" for="ch" forName="right_04_3" refType="h" fact="0.43"/>
        <dgm:constr type="ctrX" for="ch" forName="right_04_3" refType="w" fact="0.79"/>
        <dgm:constr type="w" for="ch" forName="right_04_4" refType="w" fact="0.365"/>
        <dgm:constr type="h" for="ch" forName="right_04_4" refType="h" fact="0.185"/>
        <dgm:constr type="b" for="ch" forName="right_04_4" refType="h" fact="0.265"/>
        <dgm:constr type="ctrX" for="ch" forName="right_04_4" refType="w" fact="0.8"/>
        <dgm:constr type="w" for="ch" forName="left_40_1" refType="w" fact="0.365"/>
        <dgm:constr type="h" for="ch" forName="left_40_1" refType="h" fact="0.185"/>
        <dgm:constr type="b" for="ch" forName="left_40_1" refType="h" fact="0.76"/>
        <dgm:constr type="ctrX" for="ch" forName="left_40_1" refType="w" fact="0.23"/>
        <dgm:constr type="w" for="ch" forName="left_40_2" refType="w" fact="0.365"/>
        <dgm:constr type="h" for="ch" forName="left_40_2" refType="h" fact="0.185"/>
        <dgm:constr type="b" for="ch" forName="left_40_2" refType="h" fact="0.595"/>
        <dgm:constr type="ctrX" for="ch" forName="left_40_2" refType="w" fact="0.22"/>
        <dgm:constr type="w" for="ch" forName="left_40_3" refType="w" fact="0.365"/>
        <dgm:constr type="h" for="ch" forName="left_40_3" refType="h" fact="0.185"/>
        <dgm:constr type="b" for="ch" forName="left_40_3" refType="h" fact="0.43"/>
        <dgm:constr type="ctrX" for="ch" forName="left_40_3" refType="w" fact="0.21"/>
        <dgm:constr type="w" for="ch" forName="left_40_4" refType="w" fact="0.365"/>
        <dgm:constr type="h" for="ch" forName="left_40_4" refType="h" fact="0.185"/>
        <dgm:constr type="b" for="ch" forName="left_40_4" refType="h" fact="0.265"/>
        <dgm:constr type="ctrX" for="ch" forName="left_40_4" refType="w" fact="0.2"/>
        <dgm:constr type="w" for="ch" forName="right_14_1" refType="w" fact="0.365"/>
        <dgm:constr type="h" for="ch" forName="right_14_1" refType="h" fact="0.185"/>
        <dgm:constr type="b" for="ch" forName="right_14_1" refType="h" fact="0.76"/>
        <dgm:constr type="ctrX" for="ch" forName="right_14_1" refType="w" fact="0.77"/>
        <dgm:constr type="w" for="ch" forName="right_14_2" refType="w" fact="0.365"/>
        <dgm:constr type="h" for="ch" forName="right_14_2" refType="h" fact="0.185"/>
        <dgm:constr type="b" for="ch" forName="right_14_2" refType="h" fact="0.595"/>
        <dgm:constr type="ctrX" for="ch" forName="right_14_2" refType="w" fact="0.78"/>
        <dgm:constr type="w" for="ch" forName="right_14_3" refType="w" fact="0.365"/>
        <dgm:constr type="h" for="ch" forName="right_14_3" refType="h" fact="0.185"/>
        <dgm:constr type="b" for="ch" forName="right_14_3" refType="h" fact="0.43"/>
        <dgm:constr type="ctrX" for="ch" forName="right_14_3" refType="w" fact="0.79"/>
        <dgm:constr type="w" for="ch" forName="right_14_4" refType="w" fact="0.365"/>
        <dgm:constr type="h" for="ch" forName="right_14_4" refType="h" fact="0.185"/>
        <dgm:constr type="b" for="ch" forName="right_14_4" refType="h" fact="0.265"/>
        <dgm:constr type="ctrX" for="ch" forName="right_14_4" refType="w" fact="0.8"/>
        <dgm:constr type="w" for="ch" forName="left_14_1" refType="w" fact="0.365"/>
        <dgm:constr type="h" for="ch" forName="left_14_1" refType="h" fact="0.185"/>
        <dgm:constr type="b" for="ch" forName="left_14_1" refType="h" fact="0.715"/>
        <dgm:constr type="ctrX" for="ch" forName="left_14_1" refType="w" fact="0.25"/>
        <dgm:constr type="w" for="ch" forName="left_41_1" refType="w" fact="0.365"/>
        <dgm:constr type="h" for="ch" forName="left_41_1" refType="h" fact="0.185"/>
        <dgm:constr type="b" for="ch" forName="left_41_1" refType="h" fact="0.76"/>
        <dgm:constr type="ctrX" for="ch" forName="left_41_1" refType="w" fact="0.23"/>
        <dgm:constr type="w" for="ch" forName="left_41_2" refType="w" fact="0.365"/>
        <dgm:constr type="h" for="ch" forName="left_41_2" refType="h" fact="0.185"/>
        <dgm:constr type="b" for="ch" forName="left_41_2" refType="h" fact="0.595"/>
        <dgm:constr type="ctrX" for="ch" forName="left_41_2" refType="w" fact="0.22"/>
        <dgm:constr type="w" for="ch" forName="left_41_3" refType="w" fact="0.365"/>
        <dgm:constr type="h" for="ch" forName="left_41_3" refType="h" fact="0.185"/>
        <dgm:constr type="b" for="ch" forName="left_41_3" refType="h" fact="0.43"/>
        <dgm:constr type="ctrX" for="ch" forName="left_41_3" refType="w" fact="0.21"/>
        <dgm:constr type="w" for="ch" forName="left_41_4" refType="w" fact="0.365"/>
        <dgm:constr type="h" for="ch" forName="left_41_4" refType="h" fact="0.185"/>
        <dgm:constr type="b" for="ch" forName="left_41_4" refType="h" fact="0.265"/>
        <dgm:constr type="ctrX" for="ch" forName="left_41_4" refType="w" fact="0.2"/>
        <dgm:constr type="w" for="ch" forName="right_41_1" refType="w" fact="0.365"/>
        <dgm:constr type="h" for="ch" forName="right_41_1" refType="h" fact="0.185"/>
        <dgm:constr type="b" for="ch" forName="right_41_1" refType="h" fact="0.715"/>
        <dgm:constr type="ctrX" for="ch" forName="right_41_1" refType="w" fact="0.75"/>
        <dgm:constr type="w" for="ch" forName="right_24_1" refType="w" fact="0.365"/>
        <dgm:constr type="h" for="ch" forName="right_24_1" refType="h" fact="0.185"/>
        <dgm:constr type="b" for="ch" forName="right_24_1" refType="h" fact="0.76"/>
        <dgm:constr type="ctrX" for="ch" forName="right_24_1" refType="w" fact="0.77"/>
        <dgm:constr type="w" for="ch" forName="right_24_2" refType="w" fact="0.365"/>
        <dgm:constr type="h" for="ch" forName="right_24_2" refType="h" fact="0.185"/>
        <dgm:constr type="b" for="ch" forName="right_24_2" refType="h" fact="0.595"/>
        <dgm:constr type="ctrX" for="ch" forName="right_24_2" refType="w" fact="0.78"/>
        <dgm:constr type="w" for="ch" forName="right_24_3" refType="w" fact="0.365"/>
        <dgm:constr type="h" for="ch" forName="right_24_3" refType="h" fact="0.185"/>
        <dgm:constr type="b" for="ch" forName="right_24_3" refType="h" fact="0.43"/>
        <dgm:constr type="ctrX" for="ch" forName="right_24_3" refType="w" fact="0.79"/>
        <dgm:constr type="w" for="ch" forName="right_24_4" refType="w" fact="0.365"/>
        <dgm:constr type="h" for="ch" forName="right_24_4" refType="h" fact="0.185"/>
        <dgm:constr type="b" for="ch" forName="right_24_4" refType="h" fact="0.265"/>
        <dgm:constr type="ctrX" for="ch" forName="right_24_4" refType="w" fact="0.8"/>
        <dgm:constr type="w" for="ch" forName="left_24_1" refType="w" fact="0.365"/>
        <dgm:constr type="h" for="ch" forName="left_24_1" refType="h" fact="0.185"/>
        <dgm:constr type="b" for="ch" forName="left_24_1" refType="h" fact="0.715"/>
        <dgm:constr type="ctrX" for="ch" forName="left_24_1" refType="w" fact="0.25"/>
        <dgm:constr type="w" for="ch" forName="left_24_2" refType="w" fact="0.365"/>
        <dgm:constr type="h" for="ch" forName="left_24_2" refType="h" fact="0.185"/>
        <dgm:constr type="b" for="ch" forName="left_24_2" refType="h" fact="0.55"/>
        <dgm:constr type="ctrX" for="ch" forName="left_24_2" refType="w" fact="0.26"/>
        <dgm:constr type="w" for="ch" forName="left_42_1" refType="w" fact="0.365"/>
        <dgm:constr type="h" for="ch" forName="left_42_1" refType="h" fact="0.185"/>
        <dgm:constr type="b" for="ch" forName="left_42_1" refType="h" fact="0.76"/>
        <dgm:constr type="ctrX" for="ch" forName="left_42_1" refType="w" fact="0.23"/>
        <dgm:constr type="w" for="ch" forName="left_42_2" refType="w" fact="0.365"/>
        <dgm:constr type="h" for="ch" forName="left_42_2" refType="h" fact="0.185"/>
        <dgm:constr type="b" for="ch" forName="left_42_2" refType="h" fact="0.595"/>
        <dgm:constr type="ctrX" for="ch" forName="left_42_2" refType="w" fact="0.22"/>
        <dgm:constr type="w" for="ch" forName="left_42_3" refType="w" fact="0.365"/>
        <dgm:constr type="h" for="ch" forName="left_42_3" refType="h" fact="0.185"/>
        <dgm:constr type="b" for="ch" forName="left_42_3" refType="h" fact="0.43"/>
        <dgm:constr type="ctrX" for="ch" forName="left_42_3" refType="w" fact="0.21"/>
        <dgm:constr type="w" for="ch" forName="left_42_4" refType="w" fact="0.365"/>
        <dgm:constr type="h" for="ch" forName="left_42_4" refType="h" fact="0.185"/>
        <dgm:constr type="b" for="ch" forName="left_42_4" refType="h" fact="0.265"/>
        <dgm:constr type="ctrX" for="ch" forName="left_42_4" refType="w" fact="0.2"/>
        <dgm:constr type="w" for="ch" forName="right_42_1" refType="w" fact="0.365"/>
        <dgm:constr type="h" for="ch" forName="right_42_1" refType="h" fact="0.185"/>
        <dgm:constr type="b" for="ch" forName="right_42_1" refType="h" fact="0.715"/>
        <dgm:constr type="ctrX" for="ch" forName="right_42_1" refType="w" fact="0.75"/>
        <dgm:constr type="w" for="ch" forName="right_42_2" refType="w" fact="0.365"/>
        <dgm:constr type="h" for="ch" forName="right_42_2" refType="h" fact="0.185"/>
        <dgm:constr type="b" for="ch" forName="right_42_2" refType="h" fact="0.55"/>
        <dgm:constr type="ctrX" for="ch" forName="right_42_2" refType="w" fact="0.74"/>
        <dgm:constr type="w" for="ch" forName="right_34_1" refType="w" fact="0.365"/>
        <dgm:constr type="h" for="ch" forName="right_34_1" refType="h" fact="0.185"/>
        <dgm:constr type="b" for="ch" forName="right_34_1" refType="h" fact="0.76"/>
        <dgm:constr type="ctrX" for="ch" forName="right_34_1" refType="w" fact="0.77"/>
        <dgm:constr type="w" for="ch" forName="right_34_2" refType="w" fact="0.365"/>
        <dgm:constr type="h" for="ch" forName="right_34_2" refType="h" fact="0.185"/>
        <dgm:constr type="b" for="ch" forName="right_34_2" refType="h" fact="0.595"/>
        <dgm:constr type="ctrX" for="ch" forName="right_34_2" refType="w" fact="0.78"/>
        <dgm:constr type="w" for="ch" forName="right_34_3" refType="w" fact="0.365"/>
        <dgm:constr type="h" for="ch" forName="right_34_3" refType="h" fact="0.185"/>
        <dgm:constr type="b" for="ch" forName="right_34_3" refType="h" fact="0.43"/>
        <dgm:constr type="ctrX" for="ch" forName="right_34_3" refType="w" fact="0.79"/>
        <dgm:constr type="w" for="ch" forName="right_34_4" refType="w" fact="0.365"/>
        <dgm:constr type="h" for="ch" forName="right_34_4" refType="h" fact="0.185"/>
        <dgm:constr type="b" for="ch" forName="right_34_4" refType="h" fact="0.265"/>
        <dgm:constr type="ctrX" for="ch" forName="right_34_4" refType="w" fact="0.8"/>
        <dgm:constr type="w" for="ch" forName="left_34_1" refType="w" fact="0.365"/>
        <dgm:constr type="h" for="ch" forName="left_34_1" refType="h" fact="0.185"/>
        <dgm:constr type="b" for="ch" forName="left_34_1" refType="h" fact="0.715"/>
        <dgm:constr type="ctrX" for="ch" forName="left_34_1" refType="w" fact="0.25"/>
        <dgm:constr type="w" for="ch" forName="left_34_2" refType="w" fact="0.365"/>
        <dgm:constr type="h" for="ch" forName="left_34_2" refType="h" fact="0.185"/>
        <dgm:constr type="b" for="ch" forName="left_34_2" refType="h" fact="0.55"/>
        <dgm:constr type="ctrX" for="ch" forName="left_34_2" refType="w" fact="0.26"/>
        <dgm:constr type="w" for="ch" forName="left_34_3" refType="w" fact="0.365"/>
        <dgm:constr type="h" for="ch" forName="left_34_3" refType="h" fact="0.185"/>
        <dgm:constr type="b" for="ch" forName="left_34_3" refType="h" fact="0.385"/>
        <dgm:constr type="ctrX" for="ch" forName="left_34_3" refType="w" fact="0.27"/>
        <dgm:constr type="w" for="ch" forName="left_43_1" refType="w" fact="0.365"/>
        <dgm:constr type="h" for="ch" forName="left_43_1" refType="h" fact="0.185"/>
        <dgm:constr type="b" for="ch" forName="left_43_1" refType="h" fact="0.76"/>
        <dgm:constr type="ctrX" for="ch" forName="left_43_1" refType="w" fact="0.23"/>
        <dgm:constr type="w" for="ch" forName="left_43_2" refType="w" fact="0.365"/>
        <dgm:constr type="h" for="ch" forName="left_43_2" refType="h" fact="0.185"/>
        <dgm:constr type="b" for="ch" forName="left_43_2" refType="h" fact="0.595"/>
        <dgm:constr type="ctrX" for="ch" forName="left_43_2" refType="w" fact="0.22"/>
        <dgm:constr type="w" for="ch" forName="left_43_3" refType="w" fact="0.365"/>
        <dgm:constr type="h" for="ch" forName="left_43_3" refType="h" fact="0.185"/>
        <dgm:constr type="b" for="ch" forName="left_43_3" refType="h" fact="0.43"/>
        <dgm:constr type="ctrX" for="ch" forName="left_43_3" refType="w" fact="0.21"/>
        <dgm:constr type="w" for="ch" forName="left_43_4" refType="w" fact="0.365"/>
        <dgm:constr type="h" for="ch" forName="left_43_4" refType="h" fact="0.185"/>
        <dgm:constr type="b" for="ch" forName="left_43_4" refType="h" fact="0.265"/>
        <dgm:constr type="ctrX" for="ch" forName="left_43_4" refType="w" fact="0.2"/>
        <dgm:constr type="w" for="ch" forName="right_43_1" refType="w" fact="0.365"/>
        <dgm:constr type="h" for="ch" forName="right_43_1" refType="h" fact="0.185"/>
        <dgm:constr type="b" for="ch" forName="right_43_1" refType="h" fact="0.715"/>
        <dgm:constr type="ctrX" for="ch" forName="right_43_1" refType="w" fact="0.75"/>
        <dgm:constr type="w" for="ch" forName="right_43_2" refType="w" fact="0.365"/>
        <dgm:constr type="h" for="ch" forName="right_43_2" refType="h" fact="0.185"/>
        <dgm:constr type="b" for="ch" forName="right_43_2" refType="h" fact="0.55"/>
        <dgm:constr type="ctrX" for="ch" forName="right_43_2" refType="w" fact="0.74"/>
        <dgm:constr type="w" for="ch" forName="right_43_3" refType="w" fact="0.365"/>
        <dgm:constr type="h" for="ch" forName="right_43_3" refType="h" fact="0.185"/>
        <dgm:constr type="b" for="ch" forName="right_43_3" refType="h" fact="0.385"/>
        <dgm:constr type="ctrX" for="ch" forName="right_43_3" refType="w" fact="0.73"/>
        <dgm:constr type="w" for="ch" forName="right_44_1" refType="w" fact="0.36"/>
        <dgm:constr type="h" for="ch" forName="right_44_1" refType="h" fact="0.154"/>
        <dgm:constr type="b" for="ch" forName="right_44_1" refType="h" fact="0.725"/>
        <dgm:constr type="ctrX" for="ch" forName="right_44_1" refType="w" fact="0.76"/>
        <dgm:constr type="w" for="ch" forName="right_44_2" refType="w" fact="0.36"/>
        <dgm:constr type="h" for="ch" forName="right_44_2" refType="h" fact="0.154"/>
        <dgm:constr type="b" for="ch" forName="right_44_2" refType="h" fact="0.559"/>
        <dgm:constr type="ctrX" for="ch" forName="right_44_2" refType="w" fact="0.76"/>
        <dgm:constr type="w" for="ch" forName="right_44_3" refType="w" fact="0.36"/>
        <dgm:constr type="h" for="ch" forName="right_44_3" refType="h" fact="0.154"/>
        <dgm:constr type="b" for="ch" forName="right_44_3" refType="h" fact="0.393"/>
        <dgm:constr type="ctrX" for="ch" forName="right_44_3" refType="w" fact="0.76"/>
        <dgm:constr type="w" for="ch" forName="right_44_4" refType="w" fact="0.36"/>
        <dgm:constr type="h" for="ch" forName="right_44_4" refType="h" fact="0.154"/>
        <dgm:constr type="b" for="ch" forName="right_44_4" refType="h" fact="0.224"/>
        <dgm:constr type="ctrX" for="ch" forName="right_44_4" refType="w" fact="0.76"/>
        <dgm:constr type="w" for="ch" forName="left_44_1" refType="w" fact="0.36"/>
        <dgm:constr type="h" for="ch" forName="left_44_1" refType="h" fact="0.154"/>
        <dgm:constr type="b" for="ch" forName="left_44_1" refType="h" fact="0.725"/>
        <dgm:constr type="ctrX" for="ch" forName="left_44_1" refType="w" fact="0.24"/>
        <dgm:constr type="w" for="ch" forName="left_44_2" refType="w" fact="0.36"/>
        <dgm:constr type="h" for="ch" forName="left_44_2" refType="h" fact="0.154"/>
        <dgm:constr type="b" for="ch" forName="left_44_2" refType="h" fact="0.559"/>
        <dgm:constr type="ctrX" for="ch" forName="left_44_2" refType="w" fact="0.24"/>
        <dgm:constr type="w" for="ch" forName="left_44_3" refType="w" fact="0.36"/>
        <dgm:constr type="h" for="ch" forName="left_44_3" refType="h" fact="0.154"/>
        <dgm:constr type="b" for="ch" forName="left_44_3" refType="h" fact="0.393"/>
        <dgm:constr type="ctrX" for="ch" forName="left_44_3" refType="w" fact="0.24"/>
        <dgm:constr type="w" for="ch" forName="left_44_4" refType="w" fact="0.36"/>
        <dgm:constr type="h" for="ch" forName="left_44_4" refType="h" fact="0.154"/>
        <dgm:constr type="b" for="ch" forName="left_44_4" refType="h" fact="0.224"/>
        <dgm:constr type="ctrX" for="ch" forName="left_44_4" refType="w" fact="0.24"/>
      </dgm:constrLst>
      <dgm:ruleLst/>
      <dgm:layoutNode name="dummyMaxCanvas_ChildArea">
        <dgm:alg type="sp"/>
        <dgm:shape xmlns:r="http://schemas.openxmlformats.org/officeDocument/2006/relationships" r:blip="">
          <dgm:adjLst/>
        </dgm:shape>
        <dgm:presOf/>
        <dgm:constrLst/>
        <dgm:ruleLst/>
      </dgm:layoutNode>
      <dgm:layoutNode name="fulcrum" styleLbl="alignAccFollowNode1">
        <dgm:alg type="sp"/>
        <dgm:shape xmlns:r="http://schemas.openxmlformats.org/officeDocument/2006/relationships" type="triangle" r:blip="">
          <dgm:adjLst/>
        </dgm:shape>
        <dgm:presOf/>
        <dgm:constrLst/>
        <dgm:ruleLst/>
      </dgm:layoutNode>
      <dgm:choose name="Name0">
        <dgm:if name="Name1" axis="ch ch" ptType="node node" st="1 1" cnt="1 0" func="cnt" op="equ" val="0">
          <dgm:choose name="Name2">
            <dgm:if name="Name3" axis="ch ch" ptType="node node" st="2 1" cnt="1 0" func="cnt" op="equ" val="0">
              <dgm:layoutNode name="balance_00" styleLbl="alignAccFollowNode1">
                <dgm:varLst>
                  <dgm:bulletEnabled val="1"/>
                </dgm:varLst>
                <dgm:alg type="sp"/>
                <dgm:shape xmlns:r="http://schemas.openxmlformats.org/officeDocument/2006/relationships" type="rect" r:blip="">
                  <dgm:adjLst/>
                </dgm:shape>
                <dgm:presOf/>
                <dgm:constrLst/>
                <dgm:ruleLst/>
              </dgm:layoutNode>
            </dgm:if>
            <dgm:else name="Name4">
              <dgm:choose name="Name5">
                <dgm:if name="Name6" axis="ch ch" ptType="node node" st="2 1" cnt="1 0" func="cnt" op="equ" val="1">
                  <dgm:layoutNode name="balance_01" styleLbl="alignAccFollowNode1">
                    <dgm:varLst>
                      <dgm:bulletEnabled val="1"/>
                    </dgm:varLst>
                    <dgm:alg type="sp"/>
                    <dgm:shape xmlns:r="http://schemas.openxmlformats.org/officeDocument/2006/relationships" rot="4" type="rect" r:blip="">
                      <dgm:adjLst/>
                    </dgm:shape>
                    <dgm:presOf/>
                    <dgm:constrLst/>
                    <dgm:ruleLst/>
                  </dgm:layoutNode>
                  <dgm:layoutNode name="right_0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
                  <dgm:choose name="Name8">
                    <dgm:if name="Name9" axis="ch ch" ptType="node node" st="2 1" cnt="1 0" func="cnt" op="equ" val="2">
                      <dgm:layoutNode name="balance_02" styleLbl="alignAccFollowNode1">
                        <dgm:varLst>
                          <dgm:bulletEnabled val="1"/>
                        </dgm:varLst>
                        <dgm:alg type="sp"/>
                        <dgm:shape xmlns:r="http://schemas.openxmlformats.org/officeDocument/2006/relationships" rot="4" type="rect" r:blip="">
                          <dgm:adjLst/>
                        </dgm:shape>
                        <dgm:presOf/>
                        <dgm:constrLst/>
                        <dgm:ruleLst/>
                      </dgm:layoutNode>
                      <dgm:layoutNode name="right_0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
                      <dgm:choose name="Name11">
                        <dgm:if name="Name12" axis="ch ch" ptType="node node" st="2 1" cnt="1 0" func="cnt" op="equ" val="3">
                          <dgm:layoutNode name="balance_03" styleLbl="alignAccFollowNode1">
                            <dgm:varLst>
                              <dgm:bulletEnabled val="1"/>
                            </dgm:varLst>
                            <dgm:alg type="sp"/>
                            <dgm:shape xmlns:r="http://schemas.openxmlformats.org/officeDocument/2006/relationships" rot="4" type="rect" r:blip="">
                              <dgm:adjLst/>
                            </dgm:shape>
                            <dgm:presOf/>
                            <dgm:constrLst/>
                            <dgm:ruleLst/>
                          </dgm:layoutNode>
                          <dgm:layoutNode name="right_0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3">
                          <dgm:choose name="Name14">
                            <dgm:if name="Name15" axis="ch ch" ptType="node node" st="2 1" cnt="1 0" func="cnt" op="gte" val="4">
                              <dgm:layoutNode name="balance_04" styleLbl="alignAccFollowNode1">
                                <dgm:varLst>
                                  <dgm:bulletEnabled val="1"/>
                                </dgm:varLst>
                                <dgm:alg type="sp"/>
                                <dgm:shape xmlns:r="http://schemas.openxmlformats.org/officeDocument/2006/relationships" rot="4" type="rect" r:blip="">
                                  <dgm:adjLst/>
                                </dgm:shape>
                                <dgm:presOf/>
                                <dgm:constrLst/>
                                <dgm:ruleLst/>
                              </dgm:layoutNode>
                              <dgm:layoutNode name="right_0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6"/>
                          </dgm:choose>
                        </dgm:else>
                      </dgm:choose>
                    </dgm:else>
                  </dgm:choose>
                </dgm:else>
              </dgm:choose>
            </dgm:else>
          </dgm:choose>
        </dgm:if>
        <dgm:else name="Name17">
          <dgm:choose name="Name18">
            <dgm:if name="Name19" axis="ch ch" ptType="node node" st="1 1" cnt="1 0" func="cnt" op="equ" val="1">
              <dgm:choose name="Name20">
                <dgm:if name="Name21" axis="ch ch" ptType="node node" st="2 1" cnt="1 0" func="cnt" op="equ" val="0">
                  <dgm:layoutNode name="balance_10" styleLbl="alignAccFollowNode1">
                    <dgm:varLst>
                      <dgm:bulletEnabled val="1"/>
                    </dgm:varLst>
                    <dgm:alg type="sp"/>
                    <dgm:shape xmlns:r="http://schemas.openxmlformats.org/officeDocument/2006/relationships" rot="-4" type="rect" r:blip="">
                      <dgm:adjLst/>
                    </dgm:shape>
                    <dgm:presOf/>
                    <dgm:constrLst/>
                    <dgm:ruleLst/>
                  </dgm:layoutNode>
                  <dgm:layoutNode name="left_1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2">
                  <dgm:choose name="Name23">
                    <dgm:if name="Name24" axis="ch ch" ptType="node node" st="2 1" cnt="1 0" func="cnt" op="equ" val="1">
                      <dgm:layoutNode name="balance_11" styleLbl="alignAccFollowNode1">
                        <dgm:varLst>
                          <dgm:bulletEnabled val="1"/>
                        </dgm:varLst>
                        <dgm:alg type="sp"/>
                        <dgm:shape xmlns:r="http://schemas.openxmlformats.org/officeDocument/2006/relationships" type="rect" r:blip="">
                          <dgm:adjLst/>
                        </dgm:shape>
                        <dgm:presOf/>
                        <dgm:constrLst/>
                        <dgm:ruleLst/>
                      </dgm:layoutNode>
                      <dgm:layoutNode name="left_11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1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5">
                      <dgm:choose name="Name26">
                        <dgm:if name="Name27" axis="ch ch" ptType="node node" st="2 1" cnt="1 0" func="cnt" op="equ" val="2">
                          <dgm:layoutNode name="balance_12" styleLbl="alignAccFollowNode1">
                            <dgm:varLst>
                              <dgm:bulletEnabled val="1"/>
                            </dgm:varLst>
                            <dgm:alg type="sp"/>
                            <dgm:shape xmlns:r="http://schemas.openxmlformats.org/officeDocument/2006/relationships" rot="4" type="rect" r:blip="">
                              <dgm:adjLst/>
                            </dgm:shape>
                            <dgm:presOf/>
                            <dgm:constrLst/>
                            <dgm:ruleLst/>
                          </dgm:layoutNode>
                          <dgm:layoutNode name="right_1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8">
                          <dgm:choose name="Name29">
                            <dgm:if name="Name30" axis="ch ch" ptType="node node" st="2 1" cnt="1 0" func="cnt" op="equ" val="3">
                              <dgm:layoutNode name="balance_13" styleLbl="alignAccFollowNode1">
                                <dgm:varLst>
                                  <dgm:bulletEnabled val="1"/>
                                </dgm:varLst>
                                <dgm:alg type="sp"/>
                                <dgm:shape xmlns:r="http://schemas.openxmlformats.org/officeDocument/2006/relationships" rot="4" type="rect" r:blip="">
                                  <dgm:adjLst/>
                                </dgm:shape>
                                <dgm:presOf/>
                                <dgm:constrLst/>
                                <dgm:ruleLst/>
                              </dgm:layoutNode>
                              <dgm:layoutNode name="right_1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1">
                              <dgm:choose name="Name32">
                                <dgm:if name="Name33" axis="ch ch" ptType="node node" st="2 1" cnt="1 0" func="cnt" op="gte" val="4">
                                  <dgm:layoutNode name="balance_14" styleLbl="alignAccFollowNode1">
                                    <dgm:varLst>
                                      <dgm:bulletEnabled val="1"/>
                                    </dgm:varLst>
                                    <dgm:alg type="sp"/>
                                    <dgm:shape xmlns:r="http://schemas.openxmlformats.org/officeDocument/2006/relationships" rot="4" type="rect" r:blip="">
                                      <dgm:adjLst/>
                                    </dgm:shape>
                                    <dgm:presOf/>
                                    <dgm:constrLst/>
                                    <dgm:ruleLst/>
                                  </dgm:layoutNode>
                                  <dgm:layoutNode name="right_1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4"/>
                              </dgm:choose>
                            </dgm:else>
                          </dgm:choose>
                        </dgm:else>
                      </dgm:choose>
                    </dgm:else>
                  </dgm:choose>
                </dgm:else>
              </dgm:choose>
            </dgm:if>
            <dgm:else name="Name35">
              <dgm:choose name="Name36">
                <dgm:if name="Name37" axis="ch ch" ptType="node node" st="1 1" cnt="1 0" func="cnt" op="equ" val="2">
                  <dgm:choose name="Name38">
                    <dgm:if name="Name39" axis="ch ch" ptType="node node" st="2 1" cnt="1 0" func="cnt" op="equ" val="0">
                      <dgm:layoutNode name="balance_20" styleLbl="alignAccFollowNode1">
                        <dgm:varLst>
                          <dgm:bulletEnabled val="1"/>
                        </dgm:varLst>
                        <dgm:alg type="sp"/>
                        <dgm:shape xmlns:r="http://schemas.openxmlformats.org/officeDocument/2006/relationships" rot="-4" type="rect" r:blip="">
                          <dgm:adjLst/>
                        </dgm:shape>
                        <dgm:presOf/>
                        <dgm:constrLst/>
                        <dgm:ruleLst/>
                      </dgm:layoutNode>
                      <dgm:layoutNode name="left_2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0">
                      <dgm:choose name="Name41">
                        <dgm:if name="Name42" axis="ch ch" ptType="node node" st="2 1" cnt="1 0" func="cnt" op="equ" val="1">
                          <dgm:layoutNode name="balance_21" styleLbl="alignAccFollowNode1">
                            <dgm:varLst>
                              <dgm:bulletEnabled val="1"/>
                            </dgm:varLst>
                            <dgm:alg type="sp"/>
                            <dgm:shape xmlns:r="http://schemas.openxmlformats.org/officeDocument/2006/relationships" rot="-4" type="rect" r:blip="">
                              <dgm:adjLst/>
                            </dgm:shape>
                            <dgm:presOf/>
                            <dgm:constrLst/>
                            <dgm:ruleLst/>
                          </dgm:layoutNode>
                          <dgm:layoutNode name="left_2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3">
                          <dgm:choose name="Name44">
                            <dgm:if name="Name45" axis="ch ch" ptType="node node" st="2 1" cnt="1 0" func="cnt" op="equ" val="2">
                              <dgm:layoutNode name="balance_22" styleLbl="alignAccFollowNode1">
                                <dgm:varLst>
                                  <dgm:bulletEnabled val="1"/>
                                </dgm:varLst>
                                <dgm:alg type="sp"/>
                                <dgm:shape xmlns:r="http://schemas.openxmlformats.org/officeDocument/2006/relationships" type="rect" r:blip="">
                                  <dgm:adjLst/>
                                </dgm:shape>
                                <dgm:presOf/>
                                <dgm:constrLst/>
                                <dgm:ruleLst/>
                              </dgm:layoutNode>
                              <dgm:layoutNode name="right_22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2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6">
                              <dgm:choose name="Name47">
                                <dgm:if name="Name48" axis="ch ch" ptType="node node" st="2 1" cnt="1 0" func="cnt" op="equ" val="3">
                                  <dgm:layoutNode name="balance_23" styleLbl="alignAccFollowNode1">
                                    <dgm:varLst>
                                      <dgm:bulletEnabled val="1"/>
                                    </dgm:varLst>
                                    <dgm:alg type="sp"/>
                                    <dgm:shape xmlns:r="http://schemas.openxmlformats.org/officeDocument/2006/relationships" rot="4" type="rect" r:blip="">
                                      <dgm:adjLst/>
                                    </dgm:shape>
                                    <dgm:presOf/>
                                    <dgm:constrLst/>
                                    <dgm:ruleLst/>
                                  </dgm:layoutNode>
                                  <dgm:layoutNode name="right_2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9">
                                  <dgm:choose name="Name50">
                                    <dgm:if name="Name51" axis="ch ch" ptType="node node" st="2 1" cnt="1 0" func="cnt" op="gte" val="4">
                                      <dgm:layoutNode name="balance_24" styleLbl="alignAccFollowNode1">
                                        <dgm:varLst>
                                          <dgm:bulletEnabled val="1"/>
                                        </dgm:varLst>
                                        <dgm:alg type="sp"/>
                                        <dgm:shape xmlns:r="http://schemas.openxmlformats.org/officeDocument/2006/relationships" rot="4" type="rect" r:blip="">
                                          <dgm:adjLst/>
                                        </dgm:shape>
                                        <dgm:presOf/>
                                        <dgm:constrLst/>
                                        <dgm:ruleLst/>
                                      </dgm:layoutNode>
                                      <dgm:layoutNode name="right_2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2"/>
                                  </dgm:choose>
                                </dgm:else>
                              </dgm:choose>
                            </dgm:else>
                          </dgm:choose>
                        </dgm:else>
                      </dgm:choose>
                    </dgm:else>
                  </dgm:choose>
                </dgm:if>
                <dgm:else name="Name53">
                  <dgm:choose name="Name54">
                    <dgm:if name="Name55" axis="ch ch" ptType="node node" st="1 1" cnt="1 0" func="cnt" op="equ" val="3">
                      <dgm:choose name="Name56">
                        <dgm:if name="Name57" axis="ch ch" ptType="node node" st="2 1" cnt="1 0" func="cnt" op="equ" val="0">
                          <dgm:layoutNode name="balance_30" styleLbl="alignAccFollowNode1">
                            <dgm:varLst>
                              <dgm:bulletEnabled val="1"/>
                            </dgm:varLst>
                            <dgm:alg type="sp"/>
                            <dgm:shape xmlns:r="http://schemas.openxmlformats.org/officeDocument/2006/relationships" rot="-4" type="rect" r:blip="">
                              <dgm:adjLst/>
                            </dgm:shape>
                            <dgm:presOf/>
                            <dgm:constrLst/>
                            <dgm:ruleLst/>
                          </dgm:layoutNode>
                          <dgm:layoutNode name="left_3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name="Name59">
                            <dgm:if name="Name60" axis="ch ch" ptType="node node" st="2 1" cnt="1 0" func="cnt" op="equ" val="1">
                              <dgm:layoutNode name="balance_31" styleLbl="alignAccFollowNode1">
                                <dgm:varLst>
                                  <dgm:bulletEnabled val="1"/>
                                </dgm:varLst>
                                <dgm:alg type="sp"/>
                                <dgm:shape xmlns:r="http://schemas.openxmlformats.org/officeDocument/2006/relationships" rot="-4" type="rect" r:blip="">
                                  <dgm:adjLst/>
                                </dgm:shape>
                                <dgm:presOf/>
                                <dgm:constrLst/>
                                <dgm:ruleLst/>
                              </dgm:layoutNode>
                              <dgm:layoutNode name="left_3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1">
                              <dgm:choose name="Name62">
                                <dgm:if name="Name63" axis="ch ch" ptType="node node" st="2 1" cnt="1 0" func="cnt" op="equ" val="2">
                                  <dgm:layoutNode name="balance_32" styleLbl="alignAccFollowNode1">
                                    <dgm:varLst>
                                      <dgm:bulletEnabled val="1"/>
                                    </dgm:varLst>
                                    <dgm:alg type="sp"/>
                                    <dgm:shape xmlns:r="http://schemas.openxmlformats.org/officeDocument/2006/relationships" rot="-4" type="rect" r:blip="">
                                      <dgm:adjLst/>
                                    </dgm:shape>
                                    <dgm:presOf/>
                                    <dgm:constrLst/>
                                    <dgm:ruleLst/>
                                  </dgm:layoutNode>
                                  <dgm:layoutNode name="left_3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4">
                                  <dgm:choose name="Name65">
                                    <dgm:if name="Name66" axis="ch ch" ptType="node node" st="2 1" cnt="1 0" func="cnt" op="equ" val="3">
                                      <dgm:layoutNode name="balance_33" styleLbl="alignAccFollowNode1">
                                        <dgm:varLst>
                                          <dgm:bulletEnabled val="1"/>
                                        </dgm:varLst>
                                        <dgm:alg type="sp"/>
                                        <dgm:shape xmlns:r="http://schemas.openxmlformats.org/officeDocument/2006/relationships" type="rect" r:blip="">
                                          <dgm:adjLst/>
                                        </dgm:shape>
                                        <dgm:presOf/>
                                        <dgm:constrLst/>
                                        <dgm:ruleLst/>
                                      </dgm:layoutNode>
                                      <dgm:layoutNode name="right_33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7">
                                      <dgm:choose name="Name68">
                                        <dgm:if name="Name69" axis="ch ch" ptType="node node" st="2 1" cnt="1 0" func="cnt" op="gte" val="4">
                                          <dgm:layoutNode name="balance_34" styleLbl="alignAccFollowNode1">
                                            <dgm:varLst>
                                              <dgm:bulletEnabled val="1"/>
                                            </dgm:varLst>
                                            <dgm:alg type="sp"/>
                                            <dgm:shape xmlns:r="http://schemas.openxmlformats.org/officeDocument/2006/relationships" rot="4" type="rect" r:blip="">
                                              <dgm:adjLst/>
                                            </dgm:shape>
                                            <dgm:presOf/>
                                            <dgm:constrLst/>
                                            <dgm:ruleLst/>
                                          </dgm:layoutNode>
                                          <dgm:layoutNode name="right_3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0"/>
                                      </dgm:choose>
                                    </dgm:else>
                                  </dgm:choose>
                                </dgm:else>
                              </dgm:choose>
                            </dgm:else>
                          </dgm:choose>
                        </dgm:else>
                      </dgm:choose>
                    </dgm:if>
                    <dgm:else name="Name71">
                      <dgm:choose name="Name72">
                        <dgm:if name="Name73" axis="ch ch" ptType="node node" st="1 1" cnt="1 0" func="cnt" op="gte" val="4">
                          <dgm:choose name="Name74">
                            <dgm:if name="Name75" axis="ch ch" ptType="node node" st="2 1" cnt="1 0" func="cnt" op="equ" val="0">
                              <dgm:layoutNode name="balance_40" styleLbl="alignAccFollowNode1">
                                <dgm:varLst>
                                  <dgm:bulletEnabled val="1"/>
                                </dgm:varLst>
                                <dgm:alg type="sp"/>
                                <dgm:shape xmlns:r="http://schemas.openxmlformats.org/officeDocument/2006/relationships" rot="-4" type="rect" r:blip="">
                                  <dgm:adjLst/>
                                </dgm:shape>
                                <dgm:presOf/>
                                <dgm:constrLst/>
                                <dgm:ruleLst/>
                              </dgm:layoutNode>
                              <dgm:layoutNode name="left_4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6">
                              <dgm:choose name="Name77">
                                <dgm:if name="Name78" axis="ch ch" ptType="node node" st="2 1" cnt="1 0" func="cnt" op="equ" val="1">
                                  <dgm:layoutNode name="balance_41" styleLbl="alignAccFollowNode1">
                                    <dgm:varLst>
                                      <dgm:bulletEnabled val="1"/>
                                    </dgm:varLst>
                                    <dgm:alg type="sp"/>
                                    <dgm:shape xmlns:r="http://schemas.openxmlformats.org/officeDocument/2006/relationships" rot="-4" type="rect" r:blip="">
                                      <dgm:adjLst/>
                                    </dgm:shape>
                                    <dgm:presOf/>
                                    <dgm:constrLst/>
                                    <dgm:ruleLst/>
                                  </dgm:layoutNode>
                                  <dgm:layoutNode name="left_4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name="Name80">
                                    <dgm:if name="Name81" axis="ch ch" ptType="node node" st="2 1" cnt="1 0" func="cnt" op="equ" val="2">
                                      <dgm:layoutNode name="balance_42" styleLbl="alignAccFollowNode1">
                                        <dgm:varLst>
                                          <dgm:bulletEnabled val="1"/>
                                        </dgm:varLst>
                                        <dgm:alg type="sp"/>
                                        <dgm:shape xmlns:r="http://schemas.openxmlformats.org/officeDocument/2006/relationships" rot="-4" type="rect" r:blip="">
                                          <dgm:adjLst/>
                                        </dgm:shape>
                                        <dgm:presOf/>
                                        <dgm:constrLst/>
                                        <dgm:ruleLst/>
                                      </dgm:layoutNode>
                                      <dgm:layoutNode name="left_4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2">
                                      <dgm:choose name="Name83">
                                        <dgm:if name="Name84" axis="ch ch" ptType="node node" st="2 1" cnt="1 0" func="cnt" op="equ" val="3">
                                          <dgm:layoutNode name="balance_43" styleLbl="alignAccFollowNode1">
                                            <dgm:varLst>
                                              <dgm:bulletEnabled val="1"/>
                                            </dgm:varLst>
                                            <dgm:alg type="sp"/>
                                            <dgm:shape xmlns:r="http://schemas.openxmlformats.org/officeDocument/2006/relationships" rot="-4" type="rect" r:blip="">
                                              <dgm:adjLst/>
                                            </dgm:shape>
                                            <dgm:presOf/>
                                            <dgm:constrLst/>
                                            <dgm:ruleLst/>
                                          </dgm:layoutNode>
                                          <dgm:layoutNode name="left_4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5">
                                          <dgm:choose name="Name86">
                                            <dgm:if name="Name87" axis="ch ch" ptType="node node" st="2 1" cnt="1 0" func="cnt" op="gte" val="4">
                                              <dgm:layoutNode name="balance_44" styleLbl="alignAccFollowNode1">
                                                <dgm:varLst>
                                                  <dgm:bulletEnabled val="1"/>
                                                </dgm:varLst>
                                                <dgm:alg type="sp"/>
                                                <dgm:shape xmlns:r="http://schemas.openxmlformats.org/officeDocument/2006/relationships" type="rect" r:blip="">
                                                  <dgm:adjLst/>
                                                </dgm:shape>
                                                <dgm:presOf/>
                                                <dgm:constrLst/>
                                                <dgm:ruleLst/>
                                              </dgm:layoutNode>
                                              <dgm:layoutNode name="right_44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4" styleLbl="node1">
                                                <dgm:varLst>
                                                  <dgm:bulletEnabled val="1"/>
                                                </dgm:varLst>
                                                <dgm:alg type="tx"/>
                                                <dgm:shape xmlns:r="http://schemas.openxmlformats.org/officeDocument/2006/relationships"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4" styleLbl="node1">
                                                <dgm:varLst>
                                                  <dgm:bulletEnabled val="1"/>
                                                </dgm:varLst>
                                                <dgm:alg type="tx"/>
                                                <dgm:shape xmlns:r="http://schemas.openxmlformats.org/officeDocument/2006/relationships"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8"/>
                                          </dgm:choose>
                                        </dgm:else>
                                      </dgm:choose>
                                    </dgm:else>
                                  </dgm:choose>
                                </dgm:else>
                              </dgm:choose>
                            </dgm:else>
                          </dgm:choose>
                        </dgm:if>
                        <dgm:else name="Name89"/>
                      </dgm:choose>
                    </dgm:else>
                  </dgm:choose>
                </dgm:else>
              </dgm:choose>
            </dgm:else>
          </dgm:choose>
        </dgm:else>
      </dgm:choose>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170238" cy="481013"/>
          </a:xfrm>
          <a:prstGeom prst="rect">
            <a:avLst/>
          </a:prstGeom>
        </p:spPr>
        <p:txBody>
          <a:bodyPr vert="horz" lIns="91426" tIns="45713" rIns="91426" bIns="45713" rtlCol="0"/>
          <a:lstStyle>
            <a:lvl1pPr algn="l">
              <a:defRPr sz="1300"/>
            </a:lvl1pPr>
          </a:lstStyle>
          <a:p>
            <a:endParaRPr lang="en-US"/>
          </a:p>
        </p:txBody>
      </p:sp>
      <p:sp>
        <p:nvSpPr>
          <p:cNvPr id="3" name="Date Placeholder 2"/>
          <p:cNvSpPr>
            <a:spLocks noGrp="1"/>
          </p:cNvSpPr>
          <p:nvPr>
            <p:ph type="dt" sz="quarter" idx="1"/>
          </p:nvPr>
        </p:nvSpPr>
        <p:spPr>
          <a:xfrm>
            <a:off x="4143376" y="1"/>
            <a:ext cx="3170238" cy="481013"/>
          </a:xfrm>
          <a:prstGeom prst="rect">
            <a:avLst/>
          </a:prstGeom>
        </p:spPr>
        <p:txBody>
          <a:bodyPr vert="horz" lIns="91426" tIns="45713" rIns="91426" bIns="45713" rtlCol="0"/>
          <a:lstStyle>
            <a:lvl1pPr algn="r">
              <a:defRPr sz="1300"/>
            </a:lvl1pPr>
          </a:lstStyle>
          <a:p>
            <a:fld id="{61164744-F6D5-4B51-AA08-412A873979A4}" type="datetimeFigureOut">
              <a:rPr lang="en-US" smtClean="0"/>
              <a:t>11/20/2017</a:t>
            </a:fld>
            <a:endParaRPr lang="en-US"/>
          </a:p>
        </p:txBody>
      </p:sp>
      <p:sp>
        <p:nvSpPr>
          <p:cNvPr id="4" name="Footer Placeholder 3"/>
          <p:cNvSpPr>
            <a:spLocks noGrp="1"/>
          </p:cNvSpPr>
          <p:nvPr>
            <p:ph type="ftr" sz="quarter" idx="2"/>
          </p:nvPr>
        </p:nvSpPr>
        <p:spPr>
          <a:xfrm>
            <a:off x="1" y="9120188"/>
            <a:ext cx="3170238" cy="481012"/>
          </a:xfrm>
          <a:prstGeom prst="rect">
            <a:avLst/>
          </a:prstGeom>
        </p:spPr>
        <p:txBody>
          <a:bodyPr vert="horz" lIns="91426" tIns="45713" rIns="91426" bIns="45713" rtlCol="0" anchor="b"/>
          <a:lstStyle>
            <a:lvl1pPr algn="l">
              <a:defRPr sz="1300"/>
            </a:lvl1pPr>
          </a:lstStyle>
          <a:p>
            <a:endParaRPr lang="en-US"/>
          </a:p>
        </p:txBody>
      </p:sp>
      <p:sp>
        <p:nvSpPr>
          <p:cNvPr id="5" name="Slide Number Placeholder 4"/>
          <p:cNvSpPr>
            <a:spLocks noGrp="1"/>
          </p:cNvSpPr>
          <p:nvPr>
            <p:ph type="sldNum" sz="quarter" idx="3"/>
          </p:nvPr>
        </p:nvSpPr>
        <p:spPr>
          <a:xfrm>
            <a:off x="4143376" y="9120188"/>
            <a:ext cx="3170238" cy="481012"/>
          </a:xfrm>
          <a:prstGeom prst="rect">
            <a:avLst/>
          </a:prstGeom>
        </p:spPr>
        <p:txBody>
          <a:bodyPr vert="horz" lIns="91426" tIns="45713" rIns="91426" bIns="45713" rtlCol="0" anchor="b"/>
          <a:lstStyle>
            <a:lvl1pPr algn="r">
              <a:defRPr sz="1300"/>
            </a:lvl1pPr>
          </a:lstStyle>
          <a:p>
            <a:fld id="{3831EEAB-6593-420B-A3CC-56B9AF395922}" type="slidenum">
              <a:rPr lang="en-US" smtClean="0"/>
              <a:t>‹#›</a:t>
            </a:fld>
            <a:endParaRPr lang="en-US"/>
          </a:p>
        </p:txBody>
      </p:sp>
    </p:spTree>
    <p:extLst>
      <p:ext uri="{BB962C8B-B14F-4D97-AF65-F5344CB8AC3E}">
        <p14:creationId xmlns:p14="http://schemas.microsoft.com/office/powerpoint/2010/main" val="22562577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1727"/>
          </a:xfrm>
          <a:prstGeom prst="rect">
            <a:avLst/>
          </a:prstGeom>
        </p:spPr>
        <p:txBody>
          <a:bodyPr vert="horz" lIns="95732" tIns="47866" rIns="95732" bIns="47866" rtlCol="0"/>
          <a:lstStyle>
            <a:lvl1pPr algn="l">
              <a:defRPr sz="1400"/>
            </a:lvl1pPr>
          </a:lstStyle>
          <a:p>
            <a:endParaRPr lang="en-US"/>
          </a:p>
        </p:txBody>
      </p:sp>
      <p:sp>
        <p:nvSpPr>
          <p:cNvPr id="3" name="Date Placeholder 2"/>
          <p:cNvSpPr>
            <a:spLocks noGrp="1"/>
          </p:cNvSpPr>
          <p:nvPr>
            <p:ph type="dt" idx="1"/>
          </p:nvPr>
        </p:nvSpPr>
        <p:spPr>
          <a:xfrm>
            <a:off x="4143587" y="1"/>
            <a:ext cx="3169920" cy="481727"/>
          </a:xfrm>
          <a:prstGeom prst="rect">
            <a:avLst/>
          </a:prstGeom>
        </p:spPr>
        <p:txBody>
          <a:bodyPr vert="horz" lIns="95732" tIns="47866" rIns="95732" bIns="47866" rtlCol="0"/>
          <a:lstStyle>
            <a:lvl1pPr algn="r">
              <a:defRPr sz="1400"/>
            </a:lvl1pPr>
          </a:lstStyle>
          <a:p>
            <a:fld id="{B1F12C87-0D9E-4062-8A6F-A92C3EF502DB}" type="datetimeFigureOut">
              <a:rPr lang="en-US" smtClean="0"/>
              <a:t>11/20/2017</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5732" tIns="47866" rIns="95732" bIns="47866" rtlCol="0" anchor="ctr"/>
          <a:lstStyle/>
          <a:p>
            <a:endParaRPr lang="en-US"/>
          </a:p>
        </p:txBody>
      </p:sp>
      <p:sp>
        <p:nvSpPr>
          <p:cNvPr id="5" name="Notes Placeholder 4"/>
          <p:cNvSpPr>
            <a:spLocks noGrp="1"/>
          </p:cNvSpPr>
          <p:nvPr>
            <p:ph type="body" sz="quarter" idx="3"/>
          </p:nvPr>
        </p:nvSpPr>
        <p:spPr>
          <a:xfrm>
            <a:off x="731520" y="4620578"/>
            <a:ext cx="5852160" cy="3780473"/>
          </a:xfrm>
          <a:prstGeom prst="rect">
            <a:avLst/>
          </a:prstGeom>
        </p:spPr>
        <p:txBody>
          <a:bodyPr vert="horz" lIns="95732" tIns="47866" rIns="95732" bIns="47866"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119476"/>
            <a:ext cx="3169920" cy="481726"/>
          </a:xfrm>
          <a:prstGeom prst="rect">
            <a:avLst/>
          </a:prstGeom>
        </p:spPr>
        <p:txBody>
          <a:bodyPr vert="horz" lIns="95732" tIns="47866" rIns="95732" bIns="47866" rtlCol="0" anchor="b"/>
          <a:lstStyle>
            <a:lvl1pPr algn="l">
              <a:defRPr sz="1400"/>
            </a:lvl1pPr>
          </a:lstStyle>
          <a:p>
            <a:endParaRPr lang="en-US"/>
          </a:p>
        </p:txBody>
      </p:sp>
      <p:sp>
        <p:nvSpPr>
          <p:cNvPr id="7" name="Slide Number Placeholder 6"/>
          <p:cNvSpPr>
            <a:spLocks noGrp="1"/>
          </p:cNvSpPr>
          <p:nvPr>
            <p:ph type="sldNum" sz="quarter" idx="5"/>
          </p:nvPr>
        </p:nvSpPr>
        <p:spPr>
          <a:xfrm>
            <a:off x="4143587" y="9119476"/>
            <a:ext cx="3169920" cy="481726"/>
          </a:xfrm>
          <a:prstGeom prst="rect">
            <a:avLst/>
          </a:prstGeom>
        </p:spPr>
        <p:txBody>
          <a:bodyPr vert="horz" lIns="95732" tIns="47866" rIns="95732" bIns="47866" rtlCol="0" anchor="b"/>
          <a:lstStyle>
            <a:lvl1pPr algn="r">
              <a:defRPr sz="1400"/>
            </a:lvl1pPr>
          </a:lstStyle>
          <a:p>
            <a:fld id="{2C3207C2-EE1D-4EEA-B994-36B9C98EDF3F}" type="slidenum">
              <a:rPr lang="en-US" smtClean="0"/>
              <a:t>‹#›</a:t>
            </a:fld>
            <a:endParaRPr lang="en-US"/>
          </a:p>
        </p:txBody>
      </p:sp>
    </p:spTree>
    <p:extLst>
      <p:ext uri="{BB962C8B-B14F-4D97-AF65-F5344CB8AC3E}">
        <p14:creationId xmlns:p14="http://schemas.microsoft.com/office/powerpoint/2010/main" val="1054395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Hello</a:t>
            </a:r>
            <a:r>
              <a:rPr lang="en-US" baseline="0" dirty="0" smtClean="0"/>
              <a:t> and welcome to the webinar entitled, “Why Return to Work?”: Consumer Perspectives from the SGA Qualitative Study. My name is Allison Taylor, and I’m a research associate at the Institute for Community Inclusion at the University of Massachusetts Boston.</a:t>
            </a:r>
            <a:endParaRPr lang="en-US" dirty="0"/>
          </a:p>
        </p:txBody>
      </p:sp>
      <p:sp>
        <p:nvSpPr>
          <p:cNvPr id="4" name="Slide Number Placeholder 3"/>
          <p:cNvSpPr>
            <a:spLocks noGrp="1"/>
          </p:cNvSpPr>
          <p:nvPr>
            <p:ph type="sldNum" sz="quarter" idx="10"/>
          </p:nvPr>
        </p:nvSpPr>
        <p:spPr/>
        <p:txBody>
          <a:bodyPr/>
          <a:lstStyle/>
          <a:p>
            <a:fld id="{C588FD5D-1F64-49A7-87B6-AC0388952909}" type="slidenum">
              <a:rPr lang="en-US" smtClean="0">
                <a:solidFill>
                  <a:prstClr val="black"/>
                </a:solidFill>
              </a:rPr>
              <a:pPr/>
              <a:t>1</a:t>
            </a:fld>
            <a:endParaRPr lang="en-US">
              <a:solidFill>
                <a:prstClr val="black"/>
              </a:solidFill>
            </a:endParaRPr>
          </a:p>
        </p:txBody>
      </p:sp>
    </p:spTree>
    <p:extLst>
      <p:ext uri="{BB962C8B-B14F-4D97-AF65-F5344CB8AC3E}">
        <p14:creationId xmlns:p14="http://schemas.microsoft.com/office/powerpoint/2010/main" val="15705676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dirty="0" smtClean="0"/>
              <a:t>The SGA Qualitative Study is a</a:t>
            </a:r>
            <a:r>
              <a:rPr lang="en-US" sz="1300" baseline="0" dirty="0" smtClean="0"/>
              <a:t> part of the SGA Project, which is a model demonstration funded by the Rehabilitation Services Administration (RSA). Its overarching goal </a:t>
            </a:r>
            <a:r>
              <a:rPr lang="en-US" sz="1300" dirty="0" smtClean="0"/>
              <a:t>was to develop and test a</a:t>
            </a:r>
            <a:r>
              <a:rPr lang="en-US" sz="1300" baseline="0" dirty="0" smtClean="0"/>
              <a:t>n intervention </a:t>
            </a:r>
            <a:r>
              <a:rPr lang="en-US" sz="1300" dirty="0" smtClean="0"/>
              <a:t>to improve</a:t>
            </a:r>
            <a:r>
              <a:rPr lang="en-US" sz="1300" baseline="0" dirty="0" smtClean="0"/>
              <a:t> employment outcomes for VR customers who receive SSDI disabled worker benefits and ultimately to </a:t>
            </a:r>
            <a:r>
              <a:rPr lang="en-US" sz="1300" dirty="0" smtClean="0"/>
              <a:t>help more SSDI customers transition into full employment and off benefits. The model was implemented and tested with</a:t>
            </a:r>
            <a:r>
              <a:rPr lang="en-US" sz="1300" baseline="0" dirty="0" smtClean="0"/>
              <a:t> the VR agencies in Minnesota and Kentucky. The elements of the model were </a:t>
            </a:r>
            <a:r>
              <a:rPr lang="en-US" sz="1400" dirty="0" smtClean="0">
                <a:sym typeface="Symbol" panose="05050102010706020507" pitchFamily="18" charset="2"/>
              </a:rPr>
              <a:t>Rapid Engagement and increased pacing, Coordinated Team Approach, </a:t>
            </a:r>
            <a:r>
              <a:rPr lang="en-US" sz="1400" dirty="0" smtClean="0"/>
              <a:t>Benefits/Financial Counseling, Job Placement.</a:t>
            </a:r>
            <a:endParaRPr lang="en-US" sz="1300" dirty="0" smtClean="0"/>
          </a:p>
          <a:p>
            <a:endParaRPr lang="en-US" sz="1300" dirty="0"/>
          </a:p>
        </p:txBody>
      </p:sp>
      <p:sp>
        <p:nvSpPr>
          <p:cNvPr id="4" name="Slide Number Placeholder 3"/>
          <p:cNvSpPr>
            <a:spLocks noGrp="1"/>
          </p:cNvSpPr>
          <p:nvPr>
            <p:ph type="sldNum" sz="quarter" idx="10"/>
          </p:nvPr>
        </p:nvSpPr>
        <p:spPr/>
        <p:txBody>
          <a:bodyPr/>
          <a:lstStyle/>
          <a:p>
            <a:fld id="{C588FD5D-1F64-49A7-87B6-AC0388952909}" type="slidenum">
              <a:rPr lang="en-US" smtClean="0"/>
              <a:t>2</a:t>
            </a:fld>
            <a:endParaRPr lang="en-US"/>
          </a:p>
        </p:txBody>
      </p:sp>
    </p:spTree>
    <p:extLst>
      <p:ext uri="{BB962C8B-B14F-4D97-AF65-F5344CB8AC3E}">
        <p14:creationId xmlns:p14="http://schemas.microsoft.com/office/powerpoint/2010/main" val="21079424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3207C2-EE1D-4EEA-B994-36B9C98EDF3F}" type="slidenum">
              <a:rPr lang="en-US" smtClean="0"/>
              <a:t>3</a:t>
            </a:fld>
            <a:endParaRPr lang="en-US"/>
          </a:p>
        </p:txBody>
      </p:sp>
    </p:spTree>
    <p:extLst>
      <p:ext uri="{BB962C8B-B14F-4D97-AF65-F5344CB8AC3E}">
        <p14:creationId xmlns:p14="http://schemas.microsoft.com/office/powerpoint/2010/main" val="27960629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b="1" dirty="0"/>
              <a:t>Recruitment:</a:t>
            </a:r>
          </a:p>
          <a:p>
            <a:pPr lvl="1">
              <a:buClr>
                <a:srgbClr val="1CADE4"/>
              </a:buClr>
              <a:buFont typeface="Wingdings" panose="05000000000000000000" pitchFamily="2" charset="2"/>
              <a:buChar char="Ø"/>
            </a:pPr>
            <a:r>
              <a:rPr lang="en-US" sz="1300" dirty="0">
                <a:solidFill>
                  <a:prstClr val="black"/>
                </a:solidFill>
              </a:rPr>
              <a:t>We compiled recruitment packets, with introductory letter, fact sheet, consent forms, return mail envelope.</a:t>
            </a:r>
          </a:p>
          <a:p>
            <a:pPr lvl="1">
              <a:buClr>
                <a:srgbClr val="1CADE4"/>
              </a:buClr>
              <a:buFont typeface="Wingdings" panose="05000000000000000000" pitchFamily="2" charset="2"/>
              <a:buChar char="Ø"/>
            </a:pPr>
            <a:r>
              <a:rPr lang="en-US" sz="1300" dirty="0">
                <a:solidFill>
                  <a:prstClr val="black"/>
                </a:solidFill>
              </a:rPr>
              <a:t>State VR agencies mailed packets to subset of Recruitment packets mailed by state VR </a:t>
            </a:r>
            <a:r>
              <a:rPr lang="en-US" sz="1300" dirty="0" smtClean="0">
                <a:solidFill>
                  <a:prstClr val="black"/>
                </a:solidFill>
              </a:rPr>
              <a:t>agencies</a:t>
            </a:r>
          </a:p>
          <a:p>
            <a:pPr lvl="0">
              <a:buClr>
                <a:srgbClr val="1CADE4"/>
              </a:buClr>
              <a:buFont typeface="Wingdings" panose="05000000000000000000" pitchFamily="2" charset="2"/>
              <a:buNone/>
            </a:pPr>
            <a:r>
              <a:rPr lang="en-US" sz="1300" b="1" dirty="0" smtClean="0"/>
              <a:t>Sample</a:t>
            </a:r>
            <a:r>
              <a:rPr lang="en-US" sz="1300" b="1" dirty="0"/>
              <a:t>: </a:t>
            </a:r>
          </a:p>
          <a:p>
            <a:pPr lvl="1">
              <a:buFont typeface="Wingdings" panose="05000000000000000000" pitchFamily="2" charset="2"/>
              <a:buChar char="Ø"/>
            </a:pPr>
            <a:r>
              <a:rPr lang="en-US" sz="1300" dirty="0"/>
              <a:t>48 VR customers (25 from KY, 23 from MN) </a:t>
            </a:r>
            <a:r>
              <a:rPr lang="en-US" sz="1300" dirty="0" smtClean="0"/>
              <a:t>who receive SSDI disabled worker benefits.</a:t>
            </a:r>
          </a:p>
          <a:p>
            <a:pPr lvl="1">
              <a:buFont typeface="Wingdings" panose="05000000000000000000" pitchFamily="2" charset="2"/>
              <a:buChar char="Ø"/>
            </a:pPr>
            <a:r>
              <a:rPr lang="en-US" sz="1300" dirty="0" smtClean="0"/>
              <a:t>What</a:t>
            </a:r>
            <a:r>
              <a:rPr lang="en-US" sz="1300" baseline="0" dirty="0" smtClean="0"/>
              <a:t> is key to remember about that detail is that this group of people receive social security benefits based on their own work histories. So they had worked for a significant amount of time prior to becoming disabled in order to qualify for those benefits.</a:t>
            </a:r>
            <a:endParaRPr lang="en-US" sz="1300" dirty="0"/>
          </a:p>
          <a:p>
            <a:r>
              <a:rPr lang="en-US" sz="1300" b="1" dirty="0"/>
              <a:t>Method:</a:t>
            </a:r>
          </a:p>
          <a:p>
            <a:pPr lvl="1">
              <a:buFont typeface="Wingdings" panose="05000000000000000000" pitchFamily="2" charset="2"/>
              <a:buChar char="Ø"/>
            </a:pPr>
            <a:r>
              <a:rPr lang="en-US" sz="1300" dirty="0"/>
              <a:t>1-3 Qualitative </a:t>
            </a:r>
            <a:r>
              <a:rPr lang="en-US" sz="1300" dirty="0" smtClean="0"/>
              <a:t>interviews. I will say more about that in a moment.</a:t>
            </a:r>
            <a:endParaRPr lang="en-US" sz="1300" dirty="0"/>
          </a:p>
          <a:p>
            <a:endParaRPr lang="en-US" sz="1300" dirty="0"/>
          </a:p>
        </p:txBody>
      </p:sp>
      <p:sp>
        <p:nvSpPr>
          <p:cNvPr id="4" name="Slide Number Placeholder 3"/>
          <p:cNvSpPr>
            <a:spLocks noGrp="1"/>
          </p:cNvSpPr>
          <p:nvPr>
            <p:ph type="sldNum" sz="quarter" idx="10"/>
          </p:nvPr>
        </p:nvSpPr>
        <p:spPr/>
        <p:txBody>
          <a:bodyPr/>
          <a:lstStyle/>
          <a:p>
            <a:fld id="{2C3207C2-EE1D-4EEA-B994-36B9C98EDF3F}" type="slidenum">
              <a:rPr lang="en-US" smtClean="0"/>
              <a:t>4</a:t>
            </a:fld>
            <a:endParaRPr lang="en-US"/>
          </a:p>
        </p:txBody>
      </p:sp>
    </p:spTree>
    <p:extLst>
      <p:ext uri="{BB962C8B-B14F-4D97-AF65-F5344CB8AC3E}">
        <p14:creationId xmlns:p14="http://schemas.microsoft.com/office/powerpoint/2010/main" val="18818382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slide lists some of the demographic characteristics of the participants.</a:t>
            </a:r>
          </a:p>
          <a:p>
            <a:r>
              <a:rPr lang="en-US" dirty="0" smtClean="0"/>
              <a:t>[READ]</a:t>
            </a:r>
            <a:endParaRPr lang="en-US" dirty="0"/>
          </a:p>
        </p:txBody>
      </p:sp>
      <p:sp>
        <p:nvSpPr>
          <p:cNvPr id="4" name="Slide Number Placeholder 3"/>
          <p:cNvSpPr>
            <a:spLocks noGrp="1"/>
          </p:cNvSpPr>
          <p:nvPr>
            <p:ph type="sldNum" sz="quarter" idx="10"/>
          </p:nvPr>
        </p:nvSpPr>
        <p:spPr/>
        <p:txBody>
          <a:bodyPr/>
          <a:lstStyle/>
          <a:p>
            <a:fld id="{C588FD5D-1F64-49A7-87B6-AC0388952909}" type="slidenum">
              <a:rPr lang="en-US" smtClean="0"/>
              <a:t>5</a:t>
            </a:fld>
            <a:endParaRPr lang="en-US"/>
          </a:p>
        </p:txBody>
      </p:sp>
    </p:spTree>
    <p:extLst>
      <p:ext uri="{BB962C8B-B14F-4D97-AF65-F5344CB8AC3E}">
        <p14:creationId xmlns:p14="http://schemas.microsoft.com/office/powerpoint/2010/main" val="10384688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Lighter color – participants in the qualitative study; darker color is the SGA project overall as a reference. (all SSDI customers enrolled in VR in KY/MN during study period) </a:t>
            </a:r>
          </a:p>
          <a:p>
            <a:r>
              <a:rPr lang="en-US" dirty="0" smtClean="0"/>
              <a:t>Age largely representative</a:t>
            </a:r>
            <a:r>
              <a:rPr lang="en-US" baseline="0" dirty="0" smtClean="0"/>
              <a:t> of the overall sample, but a few more clustered in the 45-54 range</a:t>
            </a:r>
          </a:p>
          <a:p>
            <a:pPr marL="171450" indent="-171450">
              <a:buFont typeface="Arial" panose="020B0604020202020204" pitchFamily="34" charset="0"/>
              <a:buChar char="•"/>
            </a:pPr>
            <a:r>
              <a:rPr lang="en-US" baseline="0" dirty="0" smtClean="0"/>
              <a:t>Range: 26-65</a:t>
            </a:r>
          </a:p>
          <a:p>
            <a:pPr marL="171450" indent="-171450">
              <a:buFont typeface="Arial" panose="020B0604020202020204" pitchFamily="34" charset="0"/>
              <a:buChar char="•"/>
            </a:pPr>
            <a:r>
              <a:rPr lang="en-US" baseline="0" dirty="0" smtClean="0"/>
              <a:t>Median 51</a:t>
            </a:r>
          </a:p>
          <a:p>
            <a:pPr marL="171450" indent="-171450">
              <a:buFont typeface="Arial" panose="020B0604020202020204" pitchFamily="34" charset="0"/>
              <a:buChar char="•"/>
            </a:pPr>
            <a:endParaRPr lang="en-US" baseline="0" dirty="0" smtClean="0"/>
          </a:p>
          <a:p>
            <a:pPr marL="171450" indent="-171450">
              <a:buFont typeface="Arial" panose="020B0604020202020204" pitchFamily="34" charset="0"/>
              <a:buChar char="•"/>
            </a:pPr>
            <a:r>
              <a:rPr lang="en-US" baseline="0" dirty="0" smtClean="0"/>
              <a:t>SSDI disabled worker population skews older - to receive benefits, need to have worked a significant amount </a:t>
            </a:r>
            <a:endParaRPr lang="en-US" dirty="0"/>
          </a:p>
        </p:txBody>
      </p:sp>
      <p:sp>
        <p:nvSpPr>
          <p:cNvPr id="4" name="Slide Number Placeholder 3"/>
          <p:cNvSpPr>
            <a:spLocks noGrp="1"/>
          </p:cNvSpPr>
          <p:nvPr>
            <p:ph type="sldNum" sz="quarter" idx="10"/>
          </p:nvPr>
        </p:nvSpPr>
        <p:spPr/>
        <p:txBody>
          <a:bodyPr/>
          <a:lstStyle/>
          <a:p>
            <a:fld id="{2C3207C2-EE1D-4EEA-B994-36B9C98EDF3F}" type="slidenum">
              <a:rPr lang="en-US" smtClean="0"/>
              <a:t>6</a:t>
            </a:fld>
            <a:endParaRPr lang="en-US"/>
          </a:p>
        </p:txBody>
      </p:sp>
    </p:spTree>
    <p:extLst>
      <p:ext uri="{BB962C8B-B14F-4D97-AF65-F5344CB8AC3E}">
        <p14:creationId xmlns:p14="http://schemas.microsoft.com/office/powerpoint/2010/main" val="14108078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This slide shows the distribution of disability types reported by study participants. Participants were asked an open-ended question, “What disability or disabilities do you have?” and were then asked to indicate if they had a disability in any of a list of categories read to them. Participants were able to report disabilities in more than one category, and most did so. The most common category was the broad “health or medical,” with three-quarters of participants indicating a disability in that category. Over half reported having a mental health disability. About a third had a mobility disability, and slightly fewer reported a brain or head injury. The least common were intellectual or developmental disabilities (I/DD) and sensory disabilities (hearing or vision).</a:t>
            </a: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C588FD5D-1F64-49A7-87B6-AC0388952909}" type="slidenum">
              <a:rPr lang="en-US" smtClean="0"/>
              <a:t>7</a:t>
            </a:fld>
            <a:endParaRPr lang="en-US"/>
          </a:p>
        </p:txBody>
      </p:sp>
    </p:spTree>
    <p:extLst>
      <p:ext uri="{BB962C8B-B14F-4D97-AF65-F5344CB8AC3E}">
        <p14:creationId xmlns:p14="http://schemas.microsoft.com/office/powerpoint/2010/main" val="23452682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Participants had a range of family and household arrangements. One-quarter were married, about a third were divorced or separated, and the rest were single. Of those who were parents, 17% had children under 18 living with them, but many others had adult sons and daughters, non-custodial children, grandkids, nieces and nephews, and other children in their lives. Just under half lived alone; the rest had a variety of living situations, including living with spouses and/or children, caring for parents or others with disabilities, or sharing an apartment with roommates or adult family members.</a:t>
            </a:r>
          </a:p>
          <a:p>
            <a:endParaRPr lang="en-US" dirty="0"/>
          </a:p>
        </p:txBody>
      </p:sp>
      <p:sp>
        <p:nvSpPr>
          <p:cNvPr id="4" name="Slide Number Placeholder 3"/>
          <p:cNvSpPr>
            <a:spLocks noGrp="1"/>
          </p:cNvSpPr>
          <p:nvPr>
            <p:ph type="sldNum" sz="quarter" idx="10"/>
          </p:nvPr>
        </p:nvSpPr>
        <p:spPr/>
        <p:txBody>
          <a:bodyPr/>
          <a:lstStyle/>
          <a:p>
            <a:fld id="{C588FD5D-1F64-49A7-87B6-AC0388952909}" type="slidenum">
              <a:rPr lang="en-US" smtClean="0"/>
              <a:t>8</a:t>
            </a:fld>
            <a:endParaRPr lang="en-US"/>
          </a:p>
        </p:txBody>
      </p:sp>
    </p:spTree>
    <p:extLst>
      <p:ext uri="{BB962C8B-B14F-4D97-AF65-F5344CB8AC3E}">
        <p14:creationId xmlns:p14="http://schemas.microsoft.com/office/powerpoint/2010/main" val="17621139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How we did it:</a:t>
            </a:r>
          </a:p>
          <a:p>
            <a:pPr defTabSz="947032"/>
            <a:r>
              <a:rPr lang="en-US" sz="1200" dirty="0"/>
              <a:t>Qualitative interviews -30min - 1hr:</a:t>
            </a:r>
          </a:p>
          <a:p>
            <a:pPr marL="355137" indent="-355137" defTabSz="947032">
              <a:buFont typeface="Arial" panose="020B0604020202020204" pitchFamily="34" charset="0"/>
              <a:buChar char="•"/>
            </a:pPr>
            <a:r>
              <a:rPr lang="en-US" sz="1200" dirty="0"/>
              <a:t>Phone (a few in-person); audio recorded, transcribed</a:t>
            </a:r>
          </a:p>
          <a:p>
            <a:pPr marL="342945" indent="-349912" defTabSz="933099">
              <a:buFont typeface="Arial" panose="020B0604020202020204" pitchFamily="34" charset="0"/>
              <a:buChar char="•"/>
            </a:pPr>
            <a:r>
              <a:rPr lang="en-US" sz="1200" dirty="0"/>
              <a:t>Interview guide (not protocol) </a:t>
            </a:r>
          </a:p>
          <a:p>
            <a:pPr marL="821679" lvl="1" indent="-349912" defTabSz="933099">
              <a:buFont typeface="Arial" panose="020B0604020202020204" pitchFamily="34" charset="0"/>
              <a:buChar char="•"/>
            </a:pPr>
            <a:r>
              <a:rPr lang="en-US" sz="1200" dirty="0"/>
              <a:t>Grounded theory – started analysis early (</a:t>
            </a:r>
            <a:r>
              <a:rPr lang="en-US" sz="1200" dirty="0" err="1"/>
              <a:t>Atlas.ti</a:t>
            </a:r>
            <a:r>
              <a:rPr lang="en-US" sz="1200" dirty="0"/>
              <a:t>), analysis was ongoing</a:t>
            </a:r>
          </a:p>
          <a:p>
            <a:pPr marL="821679" lvl="1" indent="-349912" defTabSz="933099">
              <a:buFont typeface="Arial" panose="020B0604020202020204" pitchFamily="34" charset="0"/>
              <a:buChar char="•"/>
            </a:pPr>
            <a:r>
              <a:rPr lang="en-US" sz="1200" dirty="0"/>
              <a:t>Interview guides revised periodically, f/u interview guides developed to probe on emerging themes</a:t>
            </a:r>
          </a:p>
          <a:p>
            <a:pPr marL="342945" indent="-349912" defTabSz="933099">
              <a:buFont typeface="Arial" panose="020B0604020202020204" pitchFamily="34" charset="0"/>
              <a:buChar char="•"/>
            </a:pPr>
            <a:r>
              <a:rPr lang="en-US" sz="1200" dirty="0"/>
              <a:t>Interviews allowed for a lot of flexibility, pursued topics as raised by interviewees</a:t>
            </a:r>
          </a:p>
          <a:p>
            <a:pPr marL="342945" indent="-349912">
              <a:buFont typeface="Arial" panose="020B0604020202020204" pitchFamily="34" charset="0"/>
              <a:buChar char="•"/>
            </a:pPr>
            <a:r>
              <a:rPr lang="en-US" sz="1200" dirty="0"/>
              <a:t>Open-ended questions, probes</a:t>
            </a:r>
          </a:p>
          <a:p>
            <a:pPr marL="342945" indent="-349912">
              <a:buFont typeface="Arial" panose="020B0604020202020204" pitchFamily="34" charset="0"/>
              <a:buChar char="•"/>
            </a:pPr>
            <a:r>
              <a:rPr lang="en-US" sz="1200" dirty="0"/>
              <a:t>Individualized, respond to participant in the moment</a:t>
            </a:r>
          </a:p>
          <a:p>
            <a:pPr marL="342945" indent="-349912">
              <a:buFont typeface="Arial" panose="020B0604020202020204" pitchFamily="34" charset="0"/>
              <a:buChar char="•"/>
            </a:pPr>
            <a:r>
              <a:rPr lang="en-US" sz="1200" dirty="0"/>
              <a:t>Inductive approach, to understand participants’ priorities </a:t>
            </a:r>
            <a:r>
              <a:rPr lang="en-US" sz="1200" dirty="0" smtClean="0"/>
              <a:t>– what is </a:t>
            </a:r>
            <a:r>
              <a:rPr lang="en-US" sz="1200" dirty="0"/>
              <a:t>important to them</a:t>
            </a:r>
          </a:p>
          <a:p>
            <a:pPr lvl="1"/>
            <a:endParaRPr lang="en-US" sz="1200" dirty="0"/>
          </a:p>
          <a:p>
            <a:pPr defTabSz="1000911"/>
            <a:endParaRPr lang="en-US" sz="1200" baseline="0" dirty="0" smtClean="0"/>
          </a:p>
        </p:txBody>
      </p:sp>
      <p:sp>
        <p:nvSpPr>
          <p:cNvPr id="4" name="Slide Number Placeholder 3"/>
          <p:cNvSpPr>
            <a:spLocks noGrp="1"/>
          </p:cNvSpPr>
          <p:nvPr>
            <p:ph type="sldNum" sz="quarter" idx="10"/>
          </p:nvPr>
        </p:nvSpPr>
        <p:spPr/>
        <p:txBody>
          <a:bodyPr/>
          <a:lstStyle/>
          <a:p>
            <a:fld id="{C588FD5D-1F64-49A7-87B6-AC0388952909}" type="slidenum">
              <a:rPr lang="en-US" smtClean="0"/>
              <a:t>9</a:t>
            </a:fld>
            <a:endParaRPr lang="en-US"/>
          </a:p>
        </p:txBody>
      </p:sp>
    </p:spTree>
    <p:extLst>
      <p:ext uri="{BB962C8B-B14F-4D97-AF65-F5344CB8AC3E}">
        <p14:creationId xmlns:p14="http://schemas.microsoft.com/office/powerpoint/2010/main" val="24504765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588FD5D-1F64-49A7-87B6-AC0388952909}" type="slidenum">
              <a:rPr lang="en-US" smtClean="0"/>
              <a:t>10</a:t>
            </a:fld>
            <a:endParaRPr lang="en-US"/>
          </a:p>
        </p:txBody>
      </p:sp>
    </p:spTree>
    <p:extLst>
      <p:ext uri="{BB962C8B-B14F-4D97-AF65-F5344CB8AC3E}">
        <p14:creationId xmlns:p14="http://schemas.microsoft.com/office/powerpoint/2010/main" val="10335496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9498" marR="0" lvl="0" indent="-17949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smtClean="0">
                <a:solidFill>
                  <a:schemeClr val="tx1"/>
                </a:solidFill>
                <a:effectLst/>
                <a:latin typeface="+mn-lt"/>
                <a:ea typeface="+mn-ea"/>
                <a:cs typeface="+mn-cs"/>
              </a:rPr>
              <a:t>Slide shows a matrix of themes participants discussed surrounding their decisions about working. Decisions refer to decisions to work at all, decisions about staying on or going off SSDI, and related goals and plans, including education or training, and job type, hours, and pay.</a:t>
            </a:r>
          </a:p>
          <a:p>
            <a:r>
              <a:rPr lang="en-US" sz="1200" kern="1200" dirty="0" smtClean="0">
                <a:solidFill>
                  <a:schemeClr val="tx1"/>
                </a:solidFill>
                <a:effectLst/>
                <a:latin typeface="+mn-lt"/>
                <a:ea typeface="+mn-ea"/>
                <a:cs typeface="+mn-cs"/>
              </a:rPr>
              <a:t>Overall, we found that while there are financial considerations in making employment-related decisions, these decisions are not purely, or even primarily economic. Even when economic needs or goals are paramount, they are inextricably tied to opportunities for social connection and personal wellbeing and embedded in the context of individuals’ complex lives – their work histories, family roles and responsibilities, goals and dreams, and other aspects of their social and cultural worlds . </a:t>
            </a:r>
          </a:p>
          <a:p>
            <a:r>
              <a:rPr lang="en-US" sz="1200" kern="1200" dirty="0" smtClean="0">
                <a:solidFill>
                  <a:schemeClr val="tx1"/>
                </a:solidFill>
                <a:effectLst/>
                <a:latin typeface="+mn-lt"/>
                <a:ea typeface="+mn-ea"/>
                <a:cs typeface="+mn-cs"/>
              </a:rPr>
              <a:t>The following discussion is organized around the six themes depicted on this slide:</a:t>
            </a:r>
          </a:p>
          <a:p>
            <a:pPr lvl="0"/>
            <a:r>
              <a:rPr lang="en-US" sz="1200" b="1" kern="1200" dirty="0" smtClean="0">
                <a:solidFill>
                  <a:schemeClr val="tx1"/>
                </a:solidFill>
                <a:effectLst/>
                <a:latin typeface="+mn-lt"/>
                <a:ea typeface="+mn-ea"/>
                <a:cs typeface="+mn-cs"/>
              </a:rPr>
              <a:t>SSDI and other benefits</a:t>
            </a:r>
            <a:r>
              <a:rPr lang="en-US" sz="1200" kern="1200" dirty="0" smtClean="0">
                <a:solidFill>
                  <a:schemeClr val="tx1"/>
                </a:solidFill>
                <a:effectLst/>
                <a:latin typeface="+mn-lt"/>
                <a:ea typeface="+mn-ea"/>
                <a:cs typeface="+mn-cs"/>
              </a:rPr>
              <a:t>, including health insurance, food, and housing</a:t>
            </a:r>
          </a:p>
          <a:p>
            <a:pPr lvl="0"/>
            <a:r>
              <a:rPr lang="en-US" sz="1200" b="1" kern="1200" dirty="0" smtClean="0">
                <a:solidFill>
                  <a:schemeClr val="tx1"/>
                </a:solidFill>
                <a:effectLst/>
                <a:latin typeface="+mn-lt"/>
                <a:ea typeface="+mn-ea"/>
                <a:cs typeface="+mn-cs"/>
              </a:rPr>
              <a:t>Disabilities,</a:t>
            </a:r>
            <a:r>
              <a:rPr lang="en-US" sz="1200" kern="1200" dirty="0" smtClean="0">
                <a:solidFill>
                  <a:schemeClr val="tx1"/>
                </a:solidFill>
                <a:effectLst/>
                <a:latin typeface="+mn-lt"/>
                <a:ea typeface="+mn-ea"/>
                <a:cs typeface="+mn-cs"/>
              </a:rPr>
              <a:t> health, and wellbeing </a:t>
            </a:r>
          </a:p>
          <a:p>
            <a:pPr lvl="0"/>
            <a:r>
              <a:rPr lang="en-US" sz="1200" b="1" kern="1200" dirty="0" smtClean="0">
                <a:solidFill>
                  <a:schemeClr val="tx1"/>
                </a:solidFill>
                <a:effectLst/>
                <a:latin typeface="+mn-lt"/>
                <a:ea typeface="+mn-ea"/>
                <a:cs typeface="+mn-cs"/>
              </a:rPr>
              <a:t>Transportation</a:t>
            </a:r>
            <a:r>
              <a:rPr lang="en-US" sz="1200" kern="1200" dirty="0" smtClean="0">
                <a:solidFill>
                  <a:schemeClr val="tx1"/>
                </a:solidFill>
                <a:effectLst/>
                <a:latin typeface="+mn-lt"/>
                <a:ea typeface="+mn-ea"/>
                <a:cs typeface="+mn-cs"/>
              </a:rPr>
              <a:t> and its social and personal implications</a:t>
            </a:r>
          </a:p>
          <a:p>
            <a:pPr lvl="0"/>
            <a:r>
              <a:rPr lang="en-US" sz="1200" b="1" kern="1200" dirty="0" smtClean="0">
                <a:solidFill>
                  <a:schemeClr val="tx1"/>
                </a:solidFill>
                <a:effectLst/>
                <a:latin typeface="+mn-lt"/>
                <a:ea typeface="+mn-ea"/>
                <a:cs typeface="+mn-cs"/>
              </a:rPr>
              <a:t>Family </a:t>
            </a:r>
            <a:r>
              <a:rPr lang="en-US" sz="1200" kern="1200" dirty="0" smtClean="0">
                <a:solidFill>
                  <a:schemeClr val="tx1"/>
                </a:solidFill>
                <a:effectLst/>
                <a:latin typeface="+mn-lt"/>
                <a:ea typeface="+mn-ea"/>
                <a:cs typeface="+mn-cs"/>
              </a:rPr>
              <a:t>engagement, roles, and responsibilities</a:t>
            </a:r>
          </a:p>
          <a:p>
            <a:pPr lvl="0"/>
            <a:r>
              <a:rPr lang="en-US" sz="1200" b="1" kern="1200" dirty="0" smtClean="0">
                <a:solidFill>
                  <a:schemeClr val="tx1"/>
                </a:solidFill>
                <a:effectLst/>
                <a:latin typeface="+mn-lt"/>
                <a:ea typeface="+mn-ea"/>
                <a:cs typeface="+mn-cs"/>
              </a:rPr>
              <a:t>Activity and social engagement</a:t>
            </a:r>
            <a:endParaRPr lang="en-US" sz="1200" kern="1200" dirty="0" smtClean="0">
              <a:solidFill>
                <a:schemeClr val="tx1"/>
              </a:solidFill>
              <a:effectLst/>
              <a:latin typeface="+mn-lt"/>
              <a:ea typeface="+mn-ea"/>
              <a:cs typeface="+mn-cs"/>
            </a:endParaRPr>
          </a:p>
          <a:p>
            <a:pPr lvl="0"/>
            <a:r>
              <a:rPr lang="en-US" sz="1200" kern="1200" dirty="0" smtClean="0">
                <a:solidFill>
                  <a:schemeClr val="tx1"/>
                </a:solidFill>
                <a:effectLst/>
                <a:latin typeface="+mn-lt"/>
                <a:ea typeface="+mn-ea"/>
                <a:cs typeface="+mn-cs"/>
              </a:rPr>
              <a:t>Personal and social </a:t>
            </a:r>
            <a:r>
              <a:rPr lang="en-US" sz="1200" b="1" kern="1200" dirty="0" smtClean="0">
                <a:solidFill>
                  <a:schemeClr val="tx1"/>
                </a:solidFill>
                <a:effectLst/>
                <a:latin typeface="+mn-lt"/>
                <a:ea typeface="+mn-ea"/>
                <a:cs typeface="+mn-cs"/>
              </a:rPr>
              <a:t>meanings of work</a:t>
            </a:r>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It is worth noting that, while money and household finances are important and were much discussed in the interviews, they are not included as a separate theme, but rather will be found embedded in each of the six. In addition, these six themes are not discrete; they overlap in many ways, as the cases and quotes will illustrate.  </a:t>
            </a:r>
          </a:p>
          <a:p>
            <a:pPr marL="179498" indent="-179498">
              <a:buFont typeface="Arial" panose="020B0604020202020204" pitchFamily="34" charset="0"/>
              <a:buChar char="•"/>
            </a:pPr>
            <a:endParaRPr lang="en-US" baseline="0" dirty="0" smtClean="0"/>
          </a:p>
          <a:p>
            <a:pPr marL="179498" indent="-179498">
              <a:buFont typeface="Arial" panose="020B0604020202020204" pitchFamily="34" charset="0"/>
              <a:buChar char="•"/>
            </a:pPr>
            <a:r>
              <a:rPr lang="en-US" baseline="0" dirty="0" smtClean="0"/>
              <a:t>Participants want to work, a lot want to get off SSDI, but a lot of factors to weigh. </a:t>
            </a:r>
          </a:p>
          <a:p>
            <a:pPr marL="179498" indent="-179498">
              <a:buFont typeface="Arial" panose="020B0604020202020204" pitchFamily="34" charset="0"/>
              <a:buChar char="•"/>
            </a:pPr>
            <a:r>
              <a:rPr lang="en-US" baseline="0" dirty="0" smtClean="0"/>
              <a:t>VR plays a role but there is a lot more complexity to </a:t>
            </a:r>
            <a:r>
              <a:rPr lang="en-US" baseline="0" dirty="0" err="1" smtClean="0"/>
              <a:t>ppl’s</a:t>
            </a:r>
            <a:r>
              <a:rPr lang="en-US" baseline="0" dirty="0" smtClean="0"/>
              <a:t> lives beyond VR</a:t>
            </a:r>
          </a:p>
          <a:p>
            <a:pPr marL="179498" indent="-179498">
              <a:buFont typeface="Arial" panose="020B0604020202020204" pitchFamily="34" charset="0"/>
              <a:buChar char="•"/>
            </a:pPr>
            <a:r>
              <a:rPr lang="en-US" baseline="0" dirty="0" smtClean="0"/>
              <a:t>Themes around decisions about working</a:t>
            </a:r>
          </a:p>
          <a:p>
            <a:pPr marL="179498" indent="-179498">
              <a:buFont typeface="Arial" panose="020B0604020202020204" pitchFamily="34" charset="0"/>
              <a:buChar char="•"/>
            </a:pPr>
            <a:r>
              <a:rPr lang="en-US" dirty="0" smtClean="0"/>
              <a:t>Deciding to work,</a:t>
            </a:r>
            <a:r>
              <a:rPr lang="en-US" baseline="0" dirty="0" smtClean="0"/>
              <a:t> PT or FT, is an economic one, and people do weigh financial considerations. </a:t>
            </a:r>
          </a:p>
          <a:p>
            <a:pPr marL="658259" lvl="1" indent="-179525" defTabSz="957468">
              <a:buFont typeface="Arial" panose="020B0604020202020204" pitchFamily="34" charset="0"/>
              <a:buChar char="•"/>
              <a:defRPr/>
            </a:pPr>
            <a:r>
              <a:rPr lang="en-US" baseline="0" dirty="0" smtClean="0"/>
              <a:t>BUT </a:t>
            </a:r>
            <a:r>
              <a:rPr lang="en-US" dirty="0" smtClean="0"/>
              <a:t>decisions still take place within the context of individuals’ complex lives</a:t>
            </a:r>
            <a:r>
              <a:rPr lang="en-US" baseline="0" dirty="0" smtClean="0"/>
              <a:t> - </a:t>
            </a:r>
            <a:r>
              <a:rPr lang="en-US" dirty="0" smtClean="0"/>
              <a:t>work histories, family roles, goals and dreams, other social/cultural factors. </a:t>
            </a:r>
          </a:p>
          <a:p>
            <a:pPr marL="658259" lvl="1" indent="-179525" defTabSz="957468">
              <a:buFont typeface="Arial" panose="020B0604020202020204" pitchFamily="34" charset="0"/>
              <a:buChar char="•"/>
              <a:defRPr/>
            </a:pPr>
            <a:r>
              <a:rPr lang="en-US" dirty="0" smtClean="0"/>
              <a:t>Even if earning an income is motivator, doesn’t explain why one person decides to work</a:t>
            </a:r>
            <a:r>
              <a:rPr lang="en-US" baseline="0" dirty="0" smtClean="0"/>
              <a:t> and go off SSDI and another doesn’t</a:t>
            </a:r>
            <a:r>
              <a:rPr lang="en-US" dirty="0" smtClean="0"/>
              <a:t>. </a:t>
            </a:r>
          </a:p>
          <a:p>
            <a:pPr marL="658259" marR="0" lvl="1" indent="-179525" algn="l" defTabSz="957468"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aseline="0" dirty="0" smtClean="0"/>
              <a:t>even those who don’t plan to go off SSDI weigh these factors</a:t>
            </a:r>
            <a:endParaRPr lang="en-US" dirty="0" smtClean="0"/>
          </a:p>
          <a:p>
            <a:pPr marL="179525" indent="-179525" defTabSz="957468">
              <a:buFont typeface="Arial" panose="020B0604020202020204" pitchFamily="34" charset="0"/>
              <a:buChar char="•"/>
              <a:defRPr/>
            </a:pPr>
            <a:r>
              <a:rPr lang="en-US" dirty="0" smtClean="0"/>
              <a:t>Microeconomic analysis isn’t enough - even if it takes into consideration demographic</a:t>
            </a:r>
            <a:r>
              <a:rPr lang="en-US" baseline="0" dirty="0" smtClean="0"/>
              <a:t> variables.</a:t>
            </a:r>
          </a:p>
          <a:p>
            <a:pPr marL="658259" lvl="1" indent="-179525" defTabSz="957468">
              <a:buFont typeface="Arial" panose="020B0604020202020204" pitchFamily="34" charset="0"/>
              <a:buChar char="•"/>
              <a:defRPr/>
            </a:pPr>
            <a:r>
              <a:rPr lang="en-US" dirty="0" smtClean="0"/>
              <a:t>Social, cultural, and personal context and the motivations and barriers are key.  </a:t>
            </a:r>
          </a:p>
          <a:p>
            <a:pPr marL="658259" lvl="1" indent="-179525" defTabSz="957468">
              <a:buFont typeface="Arial" panose="020B0604020202020204" pitchFamily="34" charset="0"/>
              <a:buChar char="•"/>
              <a:defRPr/>
            </a:pPr>
            <a:r>
              <a:rPr lang="en-US" dirty="0" smtClean="0"/>
              <a:t>Not just a matter of balancing pay versus expenses, but what opportunities gained from</a:t>
            </a:r>
            <a:r>
              <a:rPr lang="en-US" baseline="0" dirty="0" smtClean="0"/>
              <a:t> increased pay and the experience of working.</a:t>
            </a:r>
          </a:p>
        </p:txBody>
      </p:sp>
      <p:sp>
        <p:nvSpPr>
          <p:cNvPr id="4" name="Slide Number Placeholder 3"/>
          <p:cNvSpPr>
            <a:spLocks noGrp="1"/>
          </p:cNvSpPr>
          <p:nvPr>
            <p:ph type="sldNum" sz="quarter" idx="10"/>
          </p:nvPr>
        </p:nvSpPr>
        <p:spPr/>
        <p:txBody>
          <a:bodyPr/>
          <a:lstStyle/>
          <a:p>
            <a:fld id="{2C3207C2-EE1D-4EEA-B994-36B9C98EDF3F}" type="slidenum">
              <a:rPr lang="en-US" smtClean="0"/>
              <a:t>11</a:t>
            </a:fld>
            <a:endParaRPr lang="en-US"/>
          </a:p>
        </p:txBody>
      </p:sp>
    </p:spTree>
    <p:extLst>
      <p:ext uri="{BB962C8B-B14F-4D97-AF65-F5344CB8AC3E}">
        <p14:creationId xmlns:p14="http://schemas.microsoft.com/office/powerpoint/2010/main" val="26724792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9525" indent="-179525">
              <a:buFont typeface="Arial" panose="020B0604020202020204" pitchFamily="34" charset="0"/>
              <a:buChar char="•"/>
            </a:pPr>
            <a:r>
              <a:rPr lang="en-US" sz="1300" dirty="0"/>
              <a:t>One hand, participants fear losing a steady and reliable income (that was often difficult to get), as well as other benefits –Medicare, Medicaid, Section 8, Food Stamps. (For some, even working PT seemed risky.)</a:t>
            </a:r>
          </a:p>
          <a:p>
            <a:pPr marL="179525" indent="-179525">
              <a:buFont typeface="Arial" panose="020B0604020202020204" pitchFamily="34" charset="0"/>
              <a:buChar char="•"/>
            </a:pPr>
            <a:r>
              <a:rPr lang="en-US" sz="1300" dirty="0"/>
              <a:t>Other hand, even though SSDI is a stable income, it is limited – and may not cover basic household expenses. </a:t>
            </a:r>
          </a:p>
          <a:p>
            <a:pPr marL="658259" lvl="1" indent="-179525">
              <a:buFont typeface="Arial" panose="020B0604020202020204" pitchFamily="34" charset="0"/>
              <a:buChar char="•"/>
            </a:pPr>
            <a:r>
              <a:rPr lang="en-US" sz="1300" dirty="0"/>
              <a:t>So working PT and keeping benefits increases income; of course this is a motivator to work. </a:t>
            </a:r>
          </a:p>
          <a:p>
            <a:pPr marL="658259" lvl="1" indent="-179525">
              <a:buFont typeface="Arial" panose="020B0604020202020204" pitchFamily="34" charset="0"/>
              <a:buChar char="•"/>
            </a:pPr>
            <a:r>
              <a:rPr lang="en-US" sz="1300" dirty="0"/>
              <a:t>Working FT and going off benefits may provide an even higher income, as well as health insurance and other fringe benefits, but it is seen as risky.</a:t>
            </a:r>
          </a:p>
          <a:p>
            <a:pPr marL="179525" indent="-179525">
              <a:buFont typeface="Arial" panose="020B0604020202020204" pitchFamily="34" charset="0"/>
              <a:buChar char="•"/>
            </a:pPr>
            <a:r>
              <a:rPr lang="en-US" sz="1300" dirty="0"/>
              <a:t>But beyond practical issues -- deeper, less tangible concerns – for many, working at all, and going off SSDI means self-sufficiency and independence, not being a “burden.” Participants often brought this up, even though they often admitted at the same time that DI is an insurance program that they had paid into during their years of working.</a:t>
            </a:r>
          </a:p>
        </p:txBody>
      </p:sp>
      <p:sp>
        <p:nvSpPr>
          <p:cNvPr id="4" name="Slide Number Placeholder 3"/>
          <p:cNvSpPr>
            <a:spLocks noGrp="1"/>
          </p:cNvSpPr>
          <p:nvPr>
            <p:ph type="sldNum" sz="quarter" idx="10"/>
          </p:nvPr>
        </p:nvSpPr>
        <p:spPr/>
        <p:txBody>
          <a:bodyPr/>
          <a:lstStyle/>
          <a:p>
            <a:fld id="{C588FD5D-1F64-49A7-87B6-AC0388952909}" type="slidenum">
              <a:rPr lang="en-US" smtClean="0"/>
              <a:t>12</a:t>
            </a:fld>
            <a:endParaRPr lang="en-US"/>
          </a:p>
        </p:txBody>
      </p:sp>
    </p:spTree>
    <p:extLst>
      <p:ext uri="{BB962C8B-B14F-4D97-AF65-F5344CB8AC3E}">
        <p14:creationId xmlns:p14="http://schemas.microsoft.com/office/powerpoint/2010/main" val="25634819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[MN-T-105]:</a:t>
            </a:r>
          </a:p>
          <a:p>
            <a:r>
              <a:rPr lang="en-US" sz="1200" kern="1200" dirty="0" smtClean="0">
                <a:solidFill>
                  <a:schemeClr val="tx1"/>
                </a:solidFill>
                <a:effectLst/>
                <a:latin typeface="+mn-lt"/>
                <a:ea typeface="+mn-ea"/>
                <a:cs typeface="+mn-cs"/>
              </a:rPr>
              <a:t>Married</a:t>
            </a:r>
            <a:r>
              <a:rPr lang="en-US" sz="1200" kern="1200" baseline="0" dirty="0" smtClean="0">
                <a:solidFill>
                  <a:schemeClr val="tx1"/>
                </a:solidFill>
                <a:effectLst/>
                <a:latin typeface="+mn-lt"/>
                <a:ea typeface="+mn-ea"/>
                <a:cs typeface="+mn-cs"/>
              </a:rPr>
              <a:t> woman in her 50s. Her husband lives in another country, and they have been working with a lawyer to help him to immigrate. She currently lives with and cares for her mother and stepfather, who both have medical conditions. She </a:t>
            </a:r>
            <a:r>
              <a:rPr lang="en-US" sz="1200" kern="1200" dirty="0" smtClean="0">
                <a:solidFill>
                  <a:schemeClr val="tx1"/>
                </a:solidFill>
                <a:effectLst/>
                <a:latin typeface="+mn-lt"/>
                <a:ea typeface="+mn-ea"/>
                <a:cs typeface="+mn-cs"/>
              </a:rPr>
              <a:t>has made the decision to try working again and wants to go off SSDI. </a:t>
            </a:r>
          </a:p>
          <a:p>
            <a:r>
              <a:rPr lang="en-US" sz="1200" kern="1200" dirty="0" smtClean="0">
                <a:solidFill>
                  <a:schemeClr val="tx1"/>
                </a:solidFill>
                <a:effectLst/>
                <a:latin typeface="+mn-lt"/>
                <a:ea typeface="+mn-ea"/>
                <a:cs typeface="+mn-cs"/>
              </a:rPr>
              <a:t>[QUOTE]</a:t>
            </a:r>
          </a:p>
          <a:p>
            <a:r>
              <a:rPr lang="en-US" sz="1200" kern="1200" dirty="0" smtClean="0">
                <a:solidFill>
                  <a:schemeClr val="tx1"/>
                </a:solidFill>
                <a:effectLst/>
                <a:latin typeface="+mn-lt"/>
                <a:ea typeface="+mn-ea"/>
                <a:cs typeface="+mn-cs"/>
              </a:rPr>
              <a:t>This quote reflects the nuanced, sometimes contradictory, but very real experience people with disabilities have when making decisions about employment. For this person, who still faces many challenges due to her disability, returning to work has financial implications, but it also carries meaning far beyond a paycheck</a:t>
            </a:r>
            <a:r>
              <a:rPr lang="en-US" sz="1200" kern="1200" baseline="0" dirty="0" smtClean="0">
                <a:solidFill>
                  <a:schemeClr val="tx1"/>
                </a:solidFill>
                <a:effectLst/>
                <a:latin typeface="+mn-lt"/>
                <a:ea typeface="+mn-ea"/>
                <a:cs typeface="+mn-cs"/>
              </a:rPr>
              <a:t> – it means “reclaiming life.”</a:t>
            </a:r>
          </a:p>
          <a:p>
            <a:endParaRPr lang="en-US" sz="1200" kern="1200" baseline="0" dirty="0" smtClean="0">
              <a:solidFill>
                <a:schemeClr val="tx1"/>
              </a:solidFill>
              <a:effectLst/>
              <a:latin typeface="+mn-lt"/>
              <a:ea typeface="+mn-ea"/>
              <a:cs typeface="+mn-cs"/>
            </a:endParaRPr>
          </a:p>
          <a:p>
            <a:r>
              <a:rPr lang="en-US" sz="1200" kern="1200" baseline="0" dirty="0" smtClean="0">
                <a:solidFill>
                  <a:schemeClr val="tx1"/>
                </a:solidFill>
                <a:effectLst/>
                <a:latin typeface="+mn-lt"/>
                <a:ea typeface="+mn-ea"/>
                <a:cs typeface="+mn-cs"/>
              </a:rPr>
              <a:t>She is worried what will happen if she loses her SSDI, but the financial/benefits counselor at VR explained that if she needs to go back on SSDI, she can. Armed with that information, she’s ready to try.</a:t>
            </a:r>
            <a:endParaRPr lang="en-US" sz="120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2C3207C2-EE1D-4EEA-B994-36B9C98EDF3F}" type="slidenum">
              <a:rPr lang="en-US" smtClean="0"/>
              <a:t>13</a:t>
            </a:fld>
            <a:endParaRPr lang="en-US"/>
          </a:p>
        </p:txBody>
      </p:sp>
    </p:spTree>
    <p:extLst>
      <p:ext uri="{BB962C8B-B14F-4D97-AF65-F5344CB8AC3E}">
        <p14:creationId xmlns:p14="http://schemas.microsoft.com/office/powerpoint/2010/main" val="34093314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Like the individual quoted on the previous slide, deciding to return to work means figuring out if one can “handle” working.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[SLIDE]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But feeling able to “handle” a job isn’t a switch to be turned on; like the concept of “disability” itself, deciding one is ready to work is nuanced and highly subjective. And being able to “handle” working is one of many considerations individuals and their families must weigh in deciding whether to work, how much to work, and under what circumstances.</a:t>
            </a:r>
          </a:p>
          <a:p>
            <a:endParaRPr lang="en-US" baseline="0" dirty="0" smtClean="0"/>
          </a:p>
        </p:txBody>
      </p:sp>
      <p:sp>
        <p:nvSpPr>
          <p:cNvPr id="4" name="Slide Number Placeholder 3"/>
          <p:cNvSpPr>
            <a:spLocks noGrp="1"/>
          </p:cNvSpPr>
          <p:nvPr>
            <p:ph type="sldNum" sz="quarter" idx="10"/>
          </p:nvPr>
        </p:nvSpPr>
        <p:spPr/>
        <p:txBody>
          <a:bodyPr/>
          <a:lstStyle/>
          <a:p>
            <a:fld id="{C588FD5D-1F64-49A7-87B6-AC0388952909}" type="slidenum">
              <a:rPr lang="en-US" smtClean="0"/>
              <a:t>14</a:t>
            </a:fld>
            <a:endParaRPr lang="en-US"/>
          </a:p>
        </p:txBody>
      </p:sp>
    </p:spTree>
    <p:extLst>
      <p:ext uri="{BB962C8B-B14F-4D97-AF65-F5344CB8AC3E}">
        <p14:creationId xmlns:p14="http://schemas.microsoft.com/office/powerpoint/2010/main" val="13248135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[KY-T-015]:</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Woman, KY, 50s, married, adult children, reflecting in this quote about why she went to VR.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[QUOTE]</a:t>
            </a:r>
          </a:p>
          <a:p>
            <a:r>
              <a:rPr lang="en-US" sz="1200" kern="1200" dirty="0" smtClean="0">
                <a:solidFill>
                  <a:schemeClr val="tx1"/>
                </a:solidFill>
                <a:effectLst/>
                <a:latin typeface="+mn-lt"/>
                <a:ea typeface="+mn-ea"/>
                <a:cs typeface="+mn-cs"/>
              </a:rPr>
              <a:t>This person was clear about what point in her recovery she would go off SSDI. However, not everyone has such a bright line.</a:t>
            </a: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C588FD5D-1F64-49A7-87B6-AC0388952909}" type="slidenum">
              <a:rPr lang="en-US" smtClean="0"/>
              <a:t>15</a:t>
            </a:fld>
            <a:endParaRPr lang="en-US"/>
          </a:p>
        </p:txBody>
      </p:sp>
    </p:spTree>
    <p:extLst>
      <p:ext uri="{BB962C8B-B14F-4D97-AF65-F5344CB8AC3E}">
        <p14:creationId xmlns:p14="http://schemas.microsoft.com/office/powerpoint/2010/main" val="24651999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[MN-T-106]:</a:t>
            </a:r>
          </a:p>
          <a:p>
            <a:r>
              <a:rPr lang="en-US" sz="1200" kern="1200" dirty="0" smtClean="0">
                <a:solidFill>
                  <a:schemeClr val="tx1"/>
                </a:solidFill>
                <a:effectLst/>
                <a:latin typeface="+mn-lt"/>
                <a:ea typeface="+mn-ea"/>
                <a:cs typeface="+mn-cs"/>
              </a:rPr>
              <a:t>The following quote, from a woman in her 40s living in a rural area in Minnesota, reflects the ambivalence and hesitation many people expressed about being able to handle a regular work schedule:[FIRST</a:t>
            </a:r>
            <a:r>
              <a:rPr lang="en-US" sz="1200" kern="1200" baseline="0" dirty="0" smtClean="0">
                <a:solidFill>
                  <a:schemeClr val="tx1"/>
                </a:solidFill>
                <a:effectLst/>
                <a:latin typeface="+mn-lt"/>
                <a:ea typeface="+mn-ea"/>
                <a:cs typeface="+mn-cs"/>
              </a:rPr>
              <a:t> QUOTE]</a:t>
            </a:r>
            <a:endParaRPr lang="en-US" sz="120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As a person with “invisible” illnesses – fibromyalgia and chronic migraines – she was unsure about whether to disclose her disability status to a potential employer: [LAST</a:t>
            </a:r>
            <a:r>
              <a:rPr lang="en-US" sz="1200" kern="1200" baseline="0" dirty="0" smtClean="0">
                <a:solidFill>
                  <a:schemeClr val="tx1"/>
                </a:solidFill>
                <a:effectLst/>
                <a:latin typeface="+mn-lt"/>
                <a:ea typeface="+mn-ea"/>
                <a:cs typeface="+mn-cs"/>
              </a:rPr>
              <a:t> TWO QUOTES]</a:t>
            </a:r>
            <a:endParaRPr lang="en-US" sz="120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She would like to work part-time because she is not sure she can handle full-time work. She is concerned about the “consequences” from an employer if her disability affects her attendance, but more than that, she wants to be “good at” her job and “reliable.” In this way, work means much more to her than a paycheck; it is tied to her sense of self, of being a “reliable” person.</a:t>
            </a:r>
          </a:p>
          <a:p>
            <a:endParaRPr lang="en-US" dirty="0" smtClean="0"/>
          </a:p>
        </p:txBody>
      </p:sp>
      <p:sp>
        <p:nvSpPr>
          <p:cNvPr id="4" name="Slide Number Placeholder 3"/>
          <p:cNvSpPr>
            <a:spLocks noGrp="1"/>
          </p:cNvSpPr>
          <p:nvPr>
            <p:ph type="sldNum" sz="quarter" idx="10"/>
          </p:nvPr>
        </p:nvSpPr>
        <p:spPr/>
        <p:txBody>
          <a:bodyPr/>
          <a:lstStyle/>
          <a:p>
            <a:fld id="{C588FD5D-1F64-49A7-87B6-AC0388952909}" type="slidenum">
              <a:rPr lang="en-US" smtClean="0"/>
              <a:t>16</a:t>
            </a:fld>
            <a:endParaRPr lang="en-US"/>
          </a:p>
        </p:txBody>
      </p:sp>
    </p:spTree>
    <p:extLst>
      <p:ext uri="{BB962C8B-B14F-4D97-AF65-F5344CB8AC3E}">
        <p14:creationId xmlns:p14="http://schemas.microsoft.com/office/powerpoint/2010/main" val="14648103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[KY-T-010]:</a:t>
            </a:r>
          </a:p>
          <a:p>
            <a:r>
              <a:rPr lang="en-US" dirty="0" smtClean="0"/>
              <a:t>Similarly,</a:t>
            </a:r>
            <a:r>
              <a:rPr lang="en-US" baseline="0" dirty="0" smtClean="0"/>
              <a:t> this woman in her 60s from Kentucky was motivated to work part time because, as she said, [QUOTE]</a:t>
            </a:r>
            <a:endParaRPr lang="en-US" dirty="0" smtClean="0"/>
          </a:p>
        </p:txBody>
      </p:sp>
      <p:sp>
        <p:nvSpPr>
          <p:cNvPr id="4" name="Slide Number Placeholder 3"/>
          <p:cNvSpPr>
            <a:spLocks noGrp="1"/>
          </p:cNvSpPr>
          <p:nvPr>
            <p:ph type="sldNum" sz="quarter" idx="10"/>
          </p:nvPr>
        </p:nvSpPr>
        <p:spPr/>
        <p:txBody>
          <a:bodyPr/>
          <a:lstStyle/>
          <a:p>
            <a:fld id="{C588FD5D-1F64-49A7-87B6-AC0388952909}" type="slidenum">
              <a:rPr lang="en-US" smtClean="0"/>
              <a:t>17</a:t>
            </a:fld>
            <a:endParaRPr lang="en-US"/>
          </a:p>
        </p:txBody>
      </p:sp>
    </p:spTree>
    <p:extLst>
      <p:ext uri="{BB962C8B-B14F-4D97-AF65-F5344CB8AC3E}">
        <p14:creationId xmlns:p14="http://schemas.microsoft.com/office/powerpoint/2010/main" val="8596129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Of the many issues raised by study participants, transportation may seem to be the most straightforward, but once one scratches below the surface, it reveals itself to be much more than a practical problem. Transportation in general can be a complex issue for people with disabilities, involving questions of accessibility and expense; and for anyone on the economic margins, there is the catch-22 of needing transportation to work, but needing income to pay for transportation. But even beyond these complicated practical issues are larger meanings – safety and security, independence and self-reliance, and family and community engagement.</a:t>
            </a:r>
          </a:p>
          <a:p>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Transportation is often thought of in terms of barriers or lack of access, as listed on the right side of the scale on</a:t>
            </a:r>
            <a:r>
              <a:rPr lang="en-US" sz="1200" kern="1200" baseline="0" dirty="0" smtClean="0">
                <a:solidFill>
                  <a:schemeClr val="tx1"/>
                </a:solidFill>
                <a:effectLst/>
                <a:latin typeface="+mn-lt"/>
                <a:ea typeface="+mn-ea"/>
                <a:cs typeface="+mn-cs"/>
              </a:rPr>
              <a:t> the slide, but it can also be a motivator – to be able to</a:t>
            </a:r>
            <a:r>
              <a:rPr lang="en-US" sz="1200" kern="1200" dirty="0" smtClean="0">
                <a:solidFill>
                  <a:schemeClr val="tx1"/>
                </a:solidFill>
                <a:effectLst/>
                <a:latin typeface="+mn-lt"/>
                <a:ea typeface="+mn-ea"/>
                <a:cs typeface="+mn-cs"/>
              </a:rPr>
              <a:t> purchase or maintain a personal vehicle, as well as the funds to buy gas. For people in rural areas, where there is little or no public transportation, being able to drive, having access to a car, and keeping it running, can make a critical difference between isolation and social inclusion. </a:t>
            </a:r>
          </a:p>
          <a:p>
            <a:pPr marL="171425" indent="-171425">
              <a:buFont typeface="Arial" panose="020B0604020202020204" pitchFamily="34" charset="0"/>
              <a:buChar char="•"/>
            </a:pPr>
            <a:endParaRPr lang="en-US" baseline="0" dirty="0" smtClean="0"/>
          </a:p>
          <a:p>
            <a:pPr marL="171425" indent="-171425">
              <a:buFont typeface="Arial" panose="020B0604020202020204" pitchFamily="34" charset="0"/>
              <a:buChar char="•"/>
            </a:pPr>
            <a:r>
              <a:rPr lang="en-US" baseline="0" dirty="0" smtClean="0"/>
              <a:t>Often think of transportation as a barrier (listed on right side of chart) – lack of access is a problem. </a:t>
            </a:r>
          </a:p>
          <a:p>
            <a:pPr marL="171425" indent="-171425">
              <a:buFont typeface="Arial" panose="020B0604020202020204" pitchFamily="34" charset="0"/>
              <a:buChar char="•"/>
            </a:pPr>
            <a:r>
              <a:rPr lang="en-US" dirty="0" smtClean="0"/>
              <a:t>But from</a:t>
            </a:r>
            <a:r>
              <a:rPr lang="en-US" baseline="0" dirty="0" smtClean="0"/>
              <a:t> our interviews, we’re finding that transportation is also a motivator (left column). </a:t>
            </a:r>
          </a:p>
          <a:p>
            <a:pPr marL="650159" lvl="1" indent="-171425">
              <a:buFont typeface="Arial" panose="020B0604020202020204" pitchFamily="34" charset="0"/>
              <a:buChar char="•"/>
            </a:pPr>
            <a:r>
              <a:rPr lang="en-US" baseline="0" dirty="0" smtClean="0"/>
              <a:t>Practical – money to access transportation</a:t>
            </a:r>
          </a:p>
          <a:p>
            <a:pPr marL="650159" lvl="1" indent="-171425">
              <a:buFont typeface="Arial" panose="020B0604020202020204" pitchFamily="34" charset="0"/>
              <a:buChar char="•"/>
            </a:pPr>
            <a:r>
              <a:rPr lang="en-US" baseline="0" dirty="0" smtClean="0"/>
              <a:t>Intangible – what that transportation does for </a:t>
            </a:r>
            <a:r>
              <a:rPr lang="en-US" baseline="0" dirty="0" err="1" smtClean="0"/>
              <a:t>ppl</a:t>
            </a:r>
            <a:endParaRPr lang="en-US" baseline="0" dirty="0" smtClean="0"/>
          </a:p>
          <a:p>
            <a:pPr marL="171425" indent="-171425">
              <a:buFont typeface="Arial" panose="020B0604020202020204" pitchFamily="34" charset="0"/>
              <a:buChar char="•"/>
            </a:pPr>
            <a:r>
              <a:rPr lang="en-US" baseline="0" dirty="0" smtClean="0"/>
              <a:t>As you’ll see in the following quotes, when the customers talked about transportation, it was not simply a practical issue of getting to and from work, but bound up with issues of safety and security, independence, and family and community engagement.</a:t>
            </a:r>
            <a:endParaRPr lang="en-US" dirty="0"/>
          </a:p>
        </p:txBody>
      </p:sp>
      <p:sp>
        <p:nvSpPr>
          <p:cNvPr id="4" name="Slide Number Placeholder 3"/>
          <p:cNvSpPr>
            <a:spLocks noGrp="1"/>
          </p:cNvSpPr>
          <p:nvPr>
            <p:ph type="sldNum" sz="quarter" idx="10"/>
          </p:nvPr>
        </p:nvSpPr>
        <p:spPr/>
        <p:txBody>
          <a:bodyPr/>
          <a:lstStyle/>
          <a:p>
            <a:fld id="{C588FD5D-1F64-49A7-87B6-AC0388952909}" type="slidenum">
              <a:rPr lang="en-US" smtClean="0"/>
              <a:t>18</a:t>
            </a:fld>
            <a:endParaRPr lang="en-US"/>
          </a:p>
        </p:txBody>
      </p:sp>
    </p:spTree>
    <p:extLst>
      <p:ext uri="{BB962C8B-B14F-4D97-AF65-F5344CB8AC3E}">
        <p14:creationId xmlns:p14="http://schemas.microsoft.com/office/powerpoint/2010/main" val="7784552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[KY-T-001] </a:t>
            </a:r>
          </a:p>
          <a:p>
            <a:r>
              <a:rPr lang="en-US" dirty="0" smtClean="0"/>
              <a:t>Single</a:t>
            </a:r>
            <a:r>
              <a:rPr lang="en-US" baseline="0" dirty="0" smtClean="0"/>
              <a:t> mother in her 50s with school-aged children. </a:t>
            </a:r>
          </a:p>
          <a:p>
            <a:pPr marL="179498" indent="-179498">
              <a:buFont typeface="Arial" panose="020B0604020202020204" pitchFamily="34" charset="0"/>
              <a:buChar char="•"/>
            </a:pPr>
            <a:r>
              <a:rPr lang="en-US" baseline="0" dirty="0" smtClean="0"/>
              <a:t>In addition to DI, she also has Section 8 housing and food stamps, and frequents the food bank, but she struggles to make ends meet.</a:t>
            </a:r>
          </a:p>
          <a:p>
            <a:pPr marL="179498" indent="-179498">
              <a:buFont typeface="Arial" panose="020B0604020202020204" pitchFamily="34" charset="0"/>
              <a:buChar char="•"/>
            </a:pPr>
            <a:r>
              <a:rPr lang="en-US" baseline="0" dirty="0" smtClean="0"/>
              <a:t>Ambivalent about going off SSDI and will probably continue to work part time and stay under SGA.</a:t>
            </a:r>
          </a:p>
          <a:p>
            <a:pPr marL="179498" indent="-179498">
              <a:buFont typeface="Arial" panose="020B0604020202020204" pitchFamily="34" charset="0"/>
              <a:buChar char="•"/>
            </a:pPr>
            <a:r>
              <a:rPr lang="en-US" baseline="0" dirty="0" smtClean="0"/>
              <a:t>Transportation was a huge issue for her, which she raised several times during the interviews. </a:t>
            </a:r>
          </a:p>
          <a:p>
            <a:pPr marL="179498" indent="-179498">
              <a:buFont typeface="Arial" panose="020B0604020202020204" pitchFamily="34" charset="0"/>
              <a:buChar char="•"/>
            </a:pPr>
            <a:r>
              <a:rPr lang="en-US" baseline="0" dirty="0" smtClean="0"/>
              <a:t>But behind the issue of transportation are her concerns for the safety of her family and her own health.</a:t>
            </a:r>
          </a:p>
          <a:p>
            <a:pPr marL="179498" indent="-179498">
              <a:buFont typeface="Arial" panose="020B0604020202020204" pitchFamily="34" charset="0"/>
              <a:buChar char="•"/>
            </a:pPr>
            <a:r>
              <a:rPr lang="en-US" baseline="0" dirty="0" smtClean="0"/>
              <a:t>Able to keep her car because her adult children and sister help her with her car payments. “The family,” she said, “we work together.”</a:t>
            </a:r>
            <a:endParaRPr lang="en-US" dirty="0"/>
          </a:p>
        </p:txBody>
      </p:sp>
      <p:sp>
        <p:nvSpPr>
          <p:cNvPr id="4" name="Slide Number Placeholder 3"/>
          <p:cNvSpPr>
            <a:spLocks noGrp="1"/>
          </p:cNvSpPr>
          <p:nvPr>
            <p:ph type="sldNum" sz="quarter" idx="10"/>
          </p:nvPr>
        </p:nvSpPr>
        <p:spPr/>
        <p:txBody>
          <a:bodyPr/>
          <a:lstStyle/>
          <a:p>
            <a:fld id="{C588FD5D-1F64-49A7-87B6-AC0388952909}" type="slidenum">
              <a:rPr lang="en-US" smtClean="0"/>
              <a:t>19</a:t>
            </a:fld>
            <a:endParaRPr lang="en-US"/>
          </a:p>
        </p:txBody>
      </p:sp>
    </p:spTree>
    <p:extLst>
      <p:ext uri="{BB962C8B-B14F-4D97-AF65-F5344CB8AC3E}">
        <p14:creationId xmlns:p14="http://schemas.microsoft.com/office/powerpoint/2010/main" val="18971464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14265"/>
            <a:r>
              <a:rPr lang="en-US" dirty="0"/>
              <a:t>[KY-T-025] Another individual, a single woman in her 50s from Kentucky, called transportation her “biggest concern.” She doesn’t have access to public transportation where she lives, and having a car means having independence: [quote]</a:t>
            </a:r>
          </a:p>
          <a:p>
            <a:pPr defTabSz="914265"/>
            <a:endParaRPr lang="en-US" dirty="0"/>
          </a:p>
          <a:p>
            <a:r>
              <a:rPr lang="en-US" dirty="0"/>
              <a:t>In this quote, she connects two kinds of independence to her disability – her “financial independence” and her “mobility independence,” both of which were “taken away” after she “got sick” and was unable to work. Losing her independence, in turn, affected her health, causing her to go through a “big depression</a:t>
            </a:r>
            <a:r>
              <a:rPr lang="en-US" dirty="0" smtClean="0"/>
              <a:t>.”</a:t>
            </a:r>
          </a:p>
          <a:p>
            <a:endParaRPr lang="en-US" dirty="0" smtClean="0"/>
          </a:p>
          <a:p>
            <a:r>
              <a:rPr lang="en-US" dirty="0" smtClean="0"/>
              <a:t>Goal:</a:t>
            </a:r>
            <a:r>
              <a:rPr lang="en-US" baseline="0" dirty="0" smtClean="0"/>
              <a:t> PT, maybe FT if able.</a:t>
            </a:r>
            <a:endParaRPr lang="en-US" dirty="0"/>
          </a:p>
          <a:p>
            <a:endParaRPr lang="en-US" dirty="0"/>
          </a:p>
        </p:txBody>
      </p:sp>
      <p:sp>
        <p:nvSpPr>
          <p:cNvPr id="4" name="Slide Number Placeholder 3"/>
          <p:cNvSpPr>
            <a:spLocks noGrp="1"/>
          </p:cNvSpPr>
          <p:nvPr>
            <p:ph type="sldNum" sz="quarter" idx="10"/>
          </p:nvPr>
        </p:nvSpPr>
        <p:spPr/>
        <p:txBody>
          <a:bodyPr/>
          <a:lstStyle/>
          <a:p>
            <a:fld id="{C588FD5D-1F64-49A7-87B6-AC0388952909}" type="slidenum">
              <a:rPr lang="en-US" smtClean="0"/>
              <a:t>20</a:t>
            </a:fld>
            <a:endParaRPr lang="en-US"/>
          </a:p>
        </p:txBody>
      </p:sp>
    </p:spTree>
    <p:extLst>
      <p:ext uri="{BB962C8B-B14F-4D97-AF65-F5344CB8AC3E}">
        <p14:creationId xmlns:p14="http://schemas.microsoft.com/office/powerpoint/2010/main" val="9514021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29194" indent="-329194">
              <a:lnSpc>
                <a:spcPct val="107000"/>
              </a:lnSpc>
              <a:buFont typeface="Symbol" panose="05050102010706020507" pitchFamily="18" charset="2"/>
              <a:buChar char=""/>
            </a:pPr>
            <a:r>
              <a:rPr lang="en-US" sz="1200" kern="1200" dirty="0" smtClean="0">
                <a:solidFill>
                  <a:schemeClr val="tx1"/>
                </a:solidFill>
                <a:effectLst/>
                <a:latin typeface="+mn-lt"/>
                <a:ea typeface="+mn-ea"/>
                <a:cs typeface="+mn-cs"/>
              </a:rPr>
              <a:t>But a desire to improve the material conditions of their families was not the only family-related motivation the participants discussed. </a:t>
            </a:r>
            <a:endParaRPr lang="en-US" dirty="0" smtClean="0">
              <a:latin typeface="Arial Narrow" panose="020B0606020202030204" pitchFamily="34" charset="0"/>
              <a:ea typeface="Calibri" panose="020F0502020204030204" pitchFamily="34" charset="0"/>
            </a:endParaRPr>
          </a:p>
          <a:p>
            <a:pPr marL="329194" indent="-329194">
              <a:lnSpc>
                <a:spcPct val="107000"/>
              </a:lnSpc>
              <a:buFont typeface="Symbol" panose="05050102010706020507" pitchFamily="18" charset="2"/>
              <a:buChar char=""/>
            </a:pPr>
            <a:r>
              <a:rPr lang="en-US" dirty="0" smtClean="0">
                <a:latin typeface="Arial Narrow" panose="020B0606020202030204" pitchFamily="34" charset="0"/>
                <a:ea typeface="Calibri" panose="020F0502020204030204" pitchFamily="34" charset="0"/>
              </a:rPr>
              <a:t>Role </a:t>
            </a:r>
            <a:r>
              <a:rPr lang="en-US" dirty="0">
                <a:latin typeface="Arial Narrow" panose="020B0606020202030204" pitchFamily="34" charset="0"/>
                <a:ea typeface="Calibri" panose="020F0502020204030204" pitchFamily="34" charset="0"/>
              </a:rPr>
              <a:t>in family – </a:t>
            </a:r>
          </a:p>
          <a:p>
            <a:pPr marL="877850" lvl="1" indent="-438925">
              <a:lnSpc>
                <a:spcPct val="107000"/>
              </a:lnSpc>
              <a:buFont typeface="Courier New" panose="02070309020205020404" pitchFamily="49" charset="0"/>
              <a:buChar char="o"/>
            </a:pPr>
            <a:r>
              <a:rPr lang="en-US" dirty="0">
                <a:latin typeface="Arial Narrow" panose="020B0606020202030204" pitchFamily="34" charset="0"/>
                <a:ea typeface="Calibri" panose="020F0502020204030204" pitchFamily="34" charset="0"/>
              </a:rPr>
              <a:t>setting example for children</a:t>
            </a:r>
          </a:p>
          <a:p>
            <a:pPr marL="877850" lvl="1" indent="-438925">
              <a:lnSpc>
                <a:spcPct val="107000"/>
              </a:lnSpc>
              <a:buFont typeface="Courier New" panose="02070309020205020404" pitchFamily="49" charset="0"/>
              <a:buChar char="o"/>
            </a:pPr>
            <a:r>
              <a:rPr lang="en-US" dirty="0">
                <a:latin typeface="Arial Narrow" panose="020B0606020202030204" pitchFamily="34" charset="0"/>
                <a:ea typeface="Calibri" panose="020F0502020204030204" pitchFamily="34" charset="0"/>
              </a:rPr>
              <a:t>being a contributing spouse</a:t>
            </a:r>
          </a:p>
          <a:p>
            <a:pPr marL="877850" lvl="1" indent="-438925">
              <a:lnSpc>
                <a:spcPct val="107000"/>
              </a:lnSpc>
              <a:buFont typeface="Courier New" panose="02070309020205020404" pitchFamily="49" charset="0"/>
              <a:buChar char="o"/>
            </a:pPr>
            <a:r>
              <a:rPr lang="en-US" dirty="0">
                <a:latin typeface="Arial Narrow" panose="020B0606020202030204" pitchFamily="34" charset="0"/>
                <a:ea typeface="Calibri" panose="020F0502020204030204" pitchFamily="34" charset="0"/>
              </a:rPr>
              <a:t>living up to </a:t>
            </a:r>
            <a:r>
              <a:rPr lang="en-US" dirty="0" smtClean="0">
                <a:latin typeface="Arial Narrow" panose="020B0606020202030204" pitchFamily="34" charset="0"/>
                <a:ea typeface="Calibri" panose="020F0502020204030204" pitchFamily="34" charset="0"/>
              </a:rPr>
              <a:t>expectations</a:t>
            </a:r>
            <a:endParaRPr lang="en-US" dirty="0">
              <a:latin typeface="Arial Narrow" panose="020B0606020202030204" pitchFamily="34" charset="0"/>
              <a:ea typeface="Calibri" panose="020F0502020204030204" pitchFamily="34" charset="0"/>
            </a:endParaRPr>
          </a:p>
          <a:p>
            <a:endParaRPr lang="en-US" dirty="0"/>
          </a:p>
        </p:txBody>
      </p:sp>
      <p:sp>
        <p:nvSpPr>
          <p:cNvPr id="4" name="Slide Number Placeholder 3"/>
          <p:cNvSpPr>
            <a:spLocks noGrp="1"/>
          </p:cNvSpPr>
          <p:nvPr>
            <p:ph type="sldNum" sz="quarter" idx="10"/>
          </p:nvPr>
        </p:nvSpPr>
        <p:spPr/>
        <p:txBody>
          <a:bodyPr/>
          <a:lstStyle/>
          <a:p>
            <a:fld id="{C588FD5D-1F64-49A7-87B6-AC0388952909}" type="slidenum">
              <a:rPr lang="en-US" smtClean="0"/>
              <a:t>21</a:t>
            </a:fld>
            <a:endParaRPr lang="en-US"/>
          </a:p>
        </p:txBody>
      </p:sp>
    </p:spTree>
    <p:extLst>
      <p:ext uri="{BB962C8B-B14F-4D97-AF65-F5344CB8AC3E}">
        <p14:creationId xmlns:p14="http://schemas.microsoft.com/office/powerpoint/2010/main" val="37667859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[KY-T-001]</a:t>
            </a:r>
          </a:p>
          <a:p>
            <a:pPr marL="179498" indent="-179498">
              <a:buFont typeface="Arial" panose="020B0604020202020204" pitchFamily="34" charset="0"/>
              <a:buChar char="•"/>
            </a:pPr>
            <a:r>
              <a:rPr lang="en-US" dirty="0" smtClean="0"/>
              <a:t>Single</a:t>
            </a:r>
            <a:r>
              <a:rPr lang="en-US" baseline="0" dirty="0" smtClean="0"/>
              <a:t> mother in her 50s with school-aged children (and adult children). </a:t>
            </a:r>
          </a:p>
          <a:p>
            <a:pPr marL="179498" indent="-179498">
              <a:buFont typeface="Arial" panose="020B0604020202020204" pitchFamily="34" charset="0"/>
              <a:buChar char="•"/>
            </a:pPr>
            <a:r>
              <a:rPr lang="en-US" baseline="0" dirty="0" smtClean="0"/>
              <a:t>In addition to DI, she also has Section 8 housing and food stamps, and frequents the food bank, but she struggles to make ends meet.</a:t>
            </a:r>
          </a:p>
          <a:p>
            <a:pPr marL="179498" indent="-179498">
              <a:buFont typeface="Arial" panose="020B0604020202020204" pitchFamily="34" charset="0"/>
              <a:buChar char="•"/>
            </a:pPr>
            <a:r>
              <a:rPr lang="en-US" baseline="0" dirty="0" smtClean="0"/>
              <a:t>She’s ambivalent about going off SSDI and will probably continue to work part time and stay under SGA.</a:t>
            </a:r>
          </a:p>
          <a:p>
            <a:pPr marL="658161" lvl="1" indent="-179498">
              <a:buFont typeface="Arial" panose="020B0604020202020204" pitchFamily="34" charset="0"/>
              <a:buChar char="•"/>
            </a:pPr>
            <a:r>
              <a:rPr lang="en-US" baseline="0" dirty="0" smtClean="0"/>
              <a:t>Said she’d “pray for that to happen” one day but</a:t>
            </a:r>
          </a:p>
          <a:p>
            <a:pPr marL="658161" lvl="1" indent="-179498">
              <a:buFont typeface="Arial" panose="020B0604020202020204" pitchFamily="34" charset="0"/>
              <a:buChar char="•"/>
            </a:pPr>
            <a:r>
              <a:rPr lang="en-US" baseline="0" dirty="0" smtClean="0"/>
              <a:t>She doesn’t feel able to work full-time </a:t>
            </a:r>
            <a:r>
              <a:rPr lang="en-US" baseline="0" dirty="0" err="1" smtClean="0"/>
              <a:t>bc</a:t>
            </a:r>
            <a:r>
              <a:rPr lang="en-US" baseline="0" dirty="0" smtClean="0"/>
              <a:t> of her disabilities &amp; kids</a:t>
            </a:r>
          </a:p>
          <a:p>
            <a:pPr marL="658161" lvl="1" indent="-179498">
              <a:buFont typeface="Arial" panose="020B0604020202020204" pitchFamily="34" charset="0"/>
              <a:buChar char="•"/>
            </a:pPr>
            <a:r>
              <a:rPr lang="en-US" baseline="0" dirty="0" smtClean="0"/>
              <a:t>Has parenting responsibilities and needs flexibility of part-time, temp work</a:t>
            </a:r>
          </a:p>
          <a:p>
            <a:pPr marL="179498" indent="-179498">
              <a:buFont typeface="Arial" panose="020B0604020202020204" pitchFamily="34" charset="0"/>
              <a:buChar char="•"/>
            </a:pPr>
            <a:r>
              <a:rPr lang="en-US" baseline="0" dirty="0" smtClean="0"/>
              <a:t>For her, her children are paramount.</a:t>
            </a:r>
          </a:p>
          <a:p>
            <a:pPr marL="179498" indent="-179498">
              <a:buFont typeface="Arial" panose="020B0604020202020204" pitchFamily="34" charset="0"/>
              <a:buChar char="•"/>
            </a:pPr>
            <a:r>
              <a:rPr lang="en-US" baseline="0" dirty="0" smtClean="0"/>
              <a:t>[quotes]</a:t>
            </a:r>
          </a:p>
          <a:p>
            <a:pPr marL="658161" lvl="1" indent="-179498">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C588FD5D-1F64-49A7-87B6-AC0388952909}" type="slidenum">
              <a:rPr lang="en-US" smtClean="0"/>
              <a:t>22</a:t>
            </a:fld>
            <a:endParaRPr lang="en-US"/>
          </a:p>
        </p:txBody>
      </p:sp>
    </p:spTree>
    <p:extLst>
      <p:ext uri="{BB962C8B-B14F-4D97-AF65-F5344CB8AC3E}">
        <p14:creationId xmlns:p14="http://schemas.microsoft.com/office/powerpoint/2010/main" val="25807839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[MN-T-137]</a:t>
            </a:r>
          </a:p>
          <a:p>
            <a:pPr marL="179498" indent="-179498">
              <a:buFont typeface="Arial" panose="020B0604020202020204" pitchFamily="34" charset="0"/>
              <a:buChar char="•"/>
            </a:pPr>
            <a:r>
              <a:rPr lang="en-US" baseline="0" dirty="0" smtClean="0"/>
              <a:t>Woman in her 30s, married with no kids.</a:t>
            </a:r>
          </a:p>
          <a:p>
            <a:pPr marL="179498" indent="-179498">
              <a:buFont typeface="Arial" panose="020B0604020202020204" pitchFamily="34" charset="0"/>
              <a:buChar char="•"/>
            </a:pPr>
            <a:r>
              <a:rPr lang="en-US" baseline="0" dirty="0" smtClean="0"/>
              <a:t>Went to VR for help with education</a:t>
            </a:r>
          </a:p>
          <a:p>
            <a:pPr marL="179498" indent="-179498">
              <a:buFont typeface="Arial" panose="020B0604020202020204" pitchFamily="34" charset="0"/>
              <a:buChar char="•"/>
            </a:pPr>
            <a:r>
              <a:rPr lang="en-US" baseline="0" dirty="0" smtClean="0"/>
              <a:t>Hopes to work FT and go off SSDI eventually.</a:t>
            </a:r>
          </a:p>
          <a:p>
            <a:pPr marL="179498" indent="-179498">
              <a:buFont typeface="Arial" panose="020B0604020202020204" pitchFamily="34" charset="0"/>
              <a:buChar char="•"/>
            </a:pPr>
            <a:r>
              <a:rPr lang="en-US" baseline="0" dirty="0" smtClean="0"/>
              <a:t>VR helped her get accommodations at her PT job and to go to school for an Associate’s degree. </a:t>
            </a:r>
          </a:p>
          <a:p>
            <a:pPr marL="179498" indent="-179498">
              <a:buFont typeface="Arial" panose="020B0604020202020204" pitchFamily="34" charset="0"/>
              <a:buChar char="•"/>
            </a:pPr>
            <a:r>
              <a:rPr lang="en-US" baseline="0" dirty="0" smtClean="0"/>
              <a:t>She said VR changed her life. </a:t>
            </a:r>
          </a:p>
          <a:p>
            <a:pPr marL="179498" indent="-179498">
              <a:buFont typeface="Arial" panose="020B0604020202020204" pitchFamily="34" charset="0"/>
              <a:buChar char="•"/>
            </a:pPr>
            <a:r>
              <a:rPr lang="en-US" baseline="0" dirty="0" smtClean="0"/>
              <a:t>Benefits counseling perhaps had most profound impact.</a:t>
            </a:r>
          </a:p>
          <a:p>
            <a:pPr marL="658161" lvl="1" indent="-179498">
              <a:buFont typeface="Arial" panose="020B0604020202020204" pitchFamily="34" charset="0"/>
              <a:buChar char="•"/>
            </a:pPr>
            <a:r>
              <a:rPr lang="en-US" baseline="0" dirty="0" smtClean="0"/>
              <a:t>she learned that she could keep her SSDI while working. </a:t>
            </a:r>
          </a:p>
          <a:p>
            <a:pPr marL="658161" lvl="1" indent="-179498">
              <a:buFont typeface="Arial" panose="020B0604020202020204" pitchFamily="34" charset="0"/>
              <a:buChar char="•"/>
            </a:pPr>
            <a:r>
              <a:rPr lang="en-US" baseline="0" dirty="0" smtClean="0"/>
              <a:t>This did a few things for her – </a:t>
            </a:r>
          </a:p>
          <a:p>
            <a:pPr marL="957328" lvl="2" indent="0">
              <a:buFont typeface="Arial" panose="020B0604020202020204" pitchFamily="34" charset="0"/>
              <a:buNone/>
            </a:pPr>
            <a:r>
              <a:rPr lang="en-US" baseline="0" dirty="0" smtClean="0"/>
              <a:t>1) it let her know she had a buffer, a trial period to see if she was able to work full time, given her disabilities, </a:t>
            </a:r>
          </a:p>
          <a:p>
            <a:pPr marL="957328" lvl="2" indent="0">
              <a:buFont typeface="Arial" panose="020B0604020202020204" pitchFamily="34" charset="0"/>
              <a:buNone/>
            </a:pPr>
            <a:r>
              <a:rPr lang="en-US" baseline="0" dirty="0" smtClean="0"/>
              <a:t>2) if she finds she can work full time, the money from the job and SSDI during the trial work period would allow her and her husband to save for a down payment on a home.. </a:t>
            </a:r>
          </a:p>
          <a:p>
            <a:pPr marL="1436062" lvl="3" indent="0">
              <a:buFont typeface="Arial" panose="020B0604020202020204" pitchFamily="34" charset="0"/>
              <a:buNone/>
            </a:pPr>
            <a:r>
              <a:rPr lang="en-US" baseline="0" dirty="0" smtClean="0"/>
              <a:t>I asked if she’d thought they could do that before she got benefits counseling. She said, “No, not in a million years.”</a:t>
            </a:r>
          </a:p>
          <a:p>
            <a:pPr marL="957328" lvl="2"/>
            <a:r>
              <a:rPr lang="en-US" b="1" baseline="0" dirty="0" smtClean="0"/>
              <a:t>[QUOTE]</a:t>
            </a:r>
          </a:p>
          <a:p>
            <a:pPr marL="957328" lvl="2" indent="0">
              <a:buFont typeface="Arial" panose="020B0604020202020204" pitchFamily="34" charset="0"/>
              <a:buNone/>
            </a:pPr>
            <a:r>
              <a:rPr lang="en-US" baseline="0" dirty="0" smtClean="0"/>
              <a:t>3) In addition to financial benefits, opens possibilities to expand her role in family, beyond the limited role she sees herself in now.</a:t>
            </a:r>
            <a:endParaRPr lang="en-US" dirty="0"/>
          </a:p>
        </p:txBody>
      </p:sp>
      <p:sp>
        <p:nvSpPr>
          <p:cNvPr id="4" name="Slide Number Placeholder 3"/>
          <p:cNvSpPr>
            <a:spLocks noGrp="1"/>
          </p:cNvSpPr>
          <p:nvPr>
            <p:ph type="sldNum" sz="quarter" idx="10"/>
          </p:nvPr>
        </p:nvSpPr>
        <p:spPr/>
        <p:txBody>
          <a:bodyPr/>
          <a:lstStyle/>
          <a:p>
            <a:fld id="{C588FD5D-1F64-49A7-87B6-AC0388952909}" type="slidenum">
              <a:rPr lang="en-US" smtClean="0"/>
              <a:t>23</a:t>
            </a:fld>
            <a:endParaRPr lang="en-US"/>
          </a:p>
        </p:txBody>
      </p:sp>
    </p:spTree>
    <p:extLst>
      <p:ext uri="{BB962C8B-B14F-4D97-AF65-F5344CB8AC3E}">
        <p14:creationId xmlns:p14="http://schemas.microsoft.com/office/powerpoint/2010/main" val="4695338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[KY-T-008]</a:t>
            </a:r>
            <a:endParaRPr lang="en-US" baseline="0" dirty="0" smtClean="0"/>
          </a:p>
          <a:p>
            <a:r>
              <a:rPr lang="en-US" b="1" dirty="0" smtClean="0"/>
              <a:t>1</a:t>
            </a:r>
            <a:r>
              <a:rPr lang="en-US" b="1" baseline="30000" dirty="0" smtClean="0"/>
              <a:t>st</a:t>
            </a:r>
            <a:r>
              <a:rPr lang="en-US" b="1" baseline="0" dirty="0" smtClean="0"/>
              <a:t> </a:t>
            </a:r>
            <a:r>
              <a:rPr lang="en-US" b="1" dirty="0" smtClean="0"/>
              <a:t>interview</a:t>
            </a:r>
            <a:r>
              <a:rPr lang="en-US" dirty="0"/>
              <a:t>, </a:t>
            </a:r>
            <a:r>
              <a:rPr lang="en-US" dirty="0" smtClean="0"/>
              <a:t>ambivalent </a:t>
            </a:r>
            <a:r>
              <a:rPr lang="en-US" dirty="0"/>
              <a:t>about even getting a job. </a:t>
            </a:r>
            <a:r>
              <a:rPr lang="en-US" dirty="0" smtClean="0"/>
              <a:t>Went to </a:t>
            </a:r>
            <a:r>
              <a:rPr lang="en-US" dirty="0"/>
              <a:t>VR on the urging </a:t>
            </a:r>
            <a:r>
              <a:rPr lang="en-US" dirty="0" smtClean="0"/>
              <a:t>of</a:t>
            </a:r>
            <a:r>
              <a:rPr lang="en-US" baseline="0" dirty="0" smtClean="0"/>
              <a:t> </a:t>
            </a:r>
            <a:r>
              <a:rPr lang="en-US" dirty="0" smtClean="0"/>
              <a:t>probation </a:t>
            </a:r>
            <a:r>
              <a:rPr lang="en-US" dirty="0"/>
              <a:t>officer, </a:t>
            </a:r>
            <a:r>
              <a:rPr lang="en-US" dirty="0" smtClean="0"/>
              <a:t>hadn’t </a:t>
            </a:r>
            <a:r>
              <a:rPr lang="en-US" dirty="0"/>
              <a:t>yet returned for a </a:t>
            </a:r>
            <a:r>
              <a:rPr lang="en-US" dirty="0" smtClean="0"/>
              <a:t>2nd </a:t>
            </a:r>
            <a:r>
              <a:rPr lang="en-US" dirty="0" err="1" smtClean="0"/>
              <a:t>mtg</a:t>
            </a:r>
            <a:r>
              <a:rPr lang="en-US" dirty="0" smtClean="0"/>
              <a:t> </a:t>
            </a:r>
          </a:p>
          <a:p>
            <a:pPr marL="179427" indent="-179498">
              <a:buFont typeface="Arial" panose="020B0604020202020204" pitchFamily="34" charset="0"/>
              <a:buChar char="•"/>
            </a:pPr>
            <a:r>
              <a:rPr lang="en-US" dirty="0" smtClean="0"/>
              <a:t>He </a:t>
            </a:r>
            <a:r>
              <a:rPr lang="en-US" dirty="0"/>
              <a:t>thought he </a:t>
            </a:r>
            <a:r>
              <a:rPr lang="en-US" dirty="0" smtClean="0"/>
              <a:t>could lose SSDI and </a:t>
            </a:r>
            <a:r>
              <a:rPr lang="en-US" dirty="0"/>
              <a:t>Medicare if he started working, and he </a:t>
            </a:r>
            <a:r>
              <a:rPr lang="en-US" dirty="0" smtClean="0"/>
              <a:t>worried</a:t>
            </a:r>
            <a:r>
              <a:rPr lang="en-US" baseline="0" dirty="0" smtClean="0"/>
              <a:t> about limitations from </a:t>
            </a:r>
            <a:r>
              <a:rPr lang="en-US" dirty="0" smtClean="0"/>
              <a:t>his disability. </a:t>
            </a:r>
          </a:p>
          <a:p>
            <a:pPr marL="179427" indent="-179498">
              <a:buFont typeface="Arial" panose="020B0604020202020204" pitchFamily="34" charset="0"/>
              <a:buChar char="•"/>
            </a:pPr>
            <a:r>
              <a:rPr lang="en-US" dirty="0" smtClean="0"/>
              <a:t>On </a:t>
            </a:r>
            <a:r>
              <a:rPr lang="en-US" dirty="0"/>
              <a:t>the other hand, he </a:t>
            </a:r>
            <a:r>
              <a:rPr lang="en-US" dirty="0" smtClean="0"/>
              <a:t>needed extra income </a:t>
            </a:r>
          </a:p>
          <a:p>
            <a:pPr marL="658092" lvl="1" indent="-179498">
              <a:buFont typeface="Arial" panose="020B0604020202020204" pitchFamily="34" charset="0"/>
              <a:buChar char="•"/>
            </a:pPr>
            <a:r>
              <a:rPr lang="en-US" dirty="0" smtClean="0"/>
              <a:t>to pay off debts</a:t>
            </a:r>
          </a:p>
          <a:p>
            <a:pPr marL="658092" lvl="1" indent="-179498">
              <a:buFont typeface="Arial" panose="020B0604020202020204" pitchFamily="34" charset="0"/>
              <a:buChar char="•"/>
            </a:pPr>
            <a:r>
              <a:rPr lang="en-US" dirty="0" smtClean="0"/>
              <a:t>for basic subsistence</a:t>
            </a:r>
          </a:p>
          <a:p>
            <a:pPr marL="658092" lvl="1" indent="-179498">
              <a:buFont typeface="Arial" panose="020B0604020202020204" pitchFamily="34" charset="0"/>
              <a:buChar char="•"/>
            </a:pPr>
            <a:r>
              <a:rPr lang="en-US" dirty="0" smtClean="0"/>
              <a:t>save for his own funeral expenses</a:t>
            </a:r>
            <a:r>
              <a:rPr lang="en-US" baseline="0" dirty="0" smtClean="0"/>
              <a:t>, </a:t>
            </a:r>
            <a:r>
              <a:rPr lang="en-US" dirty="0" smtClean="0"/>
              <a:t>leave to</a:t>
            </a:r>
            <a:r>
              <a:rPr lang="en-US" baseline="0" dirty="0" smtClean="0"/>
              <a:t> </a:t>
            </a:r>
            <a:r>
              <a:rPr lang="en-US" dirty="0" smtClean="0"/>
              <a:t>grandchildren, and </a:t>
            </a:r>
          </a:p>
          <a:p>
            <a:pPr marL="658092" lvl="1" indent="-179498">
              <a:buFont typeface="Arial" panose="020B0604020202020204" pitchFamily="34" charset="0"/>
              <a:buChar char="•"/>
            </a:pPr>
            <a:r>
              <a:rPr lang="en-US" dirty="0" smtClean="0"/>
              <a:t>wanted </a:t>
            </a:r>
            <a:r>
              <a:rPr lang="en-US" dirty="0"/>
              <a:t>to be a “productive </a:t>
            </a:r>
            <a:r>
              <a:rPr lang="en-US" dirty="0" smtClean="0"/>
              <a:t>citizen.”</a:t>
            </a:r>
            <a:endParaRPr lang="en-US" dirty="0"/>
          </a:p>
          <a:p>
            <a:r>
              <a:rPr lang="en-US" b="1" dirty="0" smtClean="0"/>
              <a:t>2</a:t>
            </a:r>
            <a:r>
              <a:rPr lang="en-US" b="1" baseline="30000" dirty="0" smtClean="0"/>
              <a:t>nd</a:t>
            </a:r>
            <a:r>
              <a:rPr lang="en-US" b="1" dirty="0" smtClean="0"/>
              <a:t> interview</a:t>
            </a:r>
            <a:r>
              <a:rPr lang="en-US" dirty="0" smtClean="0"/>
              <a:t>, he </a:t>
            </a:r>
            <a:r>
              <a:rPr lang="en-US" dirty="0"/>
              <a:t>had gone to a follow up meeting at VR – CTA meeting. </a:t>
            </a:r>
            <a:endParaRPr lang="en-US" dirty="0" smtClean="0"/>
          </a:p>
          <a:p>
            <a:pPr marL="179427" indent="-179498">
              <a:buFont typeface="Arial" panose="020B0604020202020204" pitchFamily="34" charset="0"/>
              <a:buChar char="•"/>
            </a:pPr>
            <a:r>
              <a:rPr lang="en-US" dirty="0" smtClean="0"/>
              <a:t>He </a:t>
            </a:r>
            <a:r>
              <a:rPr lang="en-US" dirty="0"/>
              <a:t>learned from the benefits counselor that he would not lose his disability. </a:t>
            </a:r>
            <a:endParaRPr lang="en-US" dirty="0" smtClean="0"/>
          </a:p>
          <a:p>
            <a:pPr marL="179427" indent="-179498">
              <a:buFont typeface="Arial" panose="020B0604020202020204" pitchFamily="34" charset="0"/>
              <a:buChar char="•"/>
            </a:pPr>
            <a:r>
              <a:rPr lang="en-US" dirty="0" smtClean="0"/>
              <a:t>Job </a:t>
            </a:r>
            <a:r>
              <a:rPr lang="en-US" dirty="0"/>
              <a:t>placement </a:t>
            </a:r>
            <a:r>
              <a:rPr lang="en-US" dirty="0" smtClean="0"/>
              <a:t>-</a:t>
            </a:r>
            <a:r>
              <a:rPr lang="en-US" baseline="0" dirty="0" smtClean="0"/>
              <a:t> </a:t>
            </a:r>
            <a:r>
              <a:rPr lang="en-US" dirty="0" smtClean="0"/>
              <a:t>a </a:t>
            </a:r>
            <a:r>
              <a:rPr lang="en-US" dirty="0"/>
              <a:t>job </a:t>
            </a:r>
            <a:r>
              <a:rPr lang="en-US" dirty="0" smtClean="0"/>
              <a:t>opening,</a:t>
            </a:r>
            <a:r>
              <a:rPr lang="en-US" baseline="0" dirty="0" smtClean="0"/>
              <a:t> </a:t>
            </a:r>
            <a:r>
              <a:rPr lang="en-US" dirty="0" smtClean="0"/>
              <a:t>hired</a:t>
            </a:r>
            <a:r>
              <a:rPr lang="en-US" dirty="0"/>
              <a:t>. </a:t>
            </a:r>
            <a:r>
              <a:rPr lang="en-US" dirty="0" smtClean="0"/>
              <a:t>He called VR a “blessing.” </a:t>
            </a:r>
          </a:p>
          <a:p>
            <a:pPr marL="179427" indent="-179498">
              <a:buFont typeface="Arial" panose="020B0604020202020204" pitchFamily="34" charset="0"/>
              <a:buChar char="•"/>
            </a:pPr>
            <a:r>
              <a:rPr lang="en-US" dirty="0" smtClean="0"/>
              <a:t>One </a:t>
            </a:r>
            <a:r>
              <a:rPr lang="en-US" dirty="0"/>
              <a:t>of the things missing from his life was spending time with </a:t>
            </a:r>
            <a:r>
              <a:rPr lang="en-US" dirty="0" smtClean="0"/>
              <a:t>family</a:t>
            </a:r>
            <a:r>
              <a:rPr lang="en-US" baseline="0" dirty="0" smtClean="0"/>
              <a:t> – his aunts and uncles, sister, son and grandchildren.</a:t>
            </a:r>
            <a:endParaRPr lang="en-US" dirty="0"/>
          </a:p>
          <a:p>
            <a:r>
              <a:rPr lang="en-US" b="1" dirty="0"/>
              <a:t>3</a:t>
            </a:r>
            <a:r>
              <a:rPr lang="en-US" b="1" baseline="30000" dirty="0"/>
              <a:t>rd</a:t>
            </a:r>
            <a:r>
              <a:rPr lang="en-US" b="1" dirty="0"/>
              <a:t> </a:t>
            </a:r>
            <a:r>
              <a:rPr lang="en-US" b="1" dirty="0" smtClean="0"/>
              <a:t>interview</a:t>
            </a:r>
            <a:r>
              <a:rPr lang="en-US" dirty="0" smtClean="0"/>
              <a:t>,</a:t>
            </a:r>
            <a:r>
              <a:rPr lang="en-US" baseline="0" dirty="0" smtClean="0"/>
              <a:t> he had been at his job </a:t>
            </a:r>
            <a:r>
              <a:rPr lang="en-US" dirty="0" smtClean="0"/>
              <a:t>5 months, </a:t>
            </a:r>
          </a:p>
          <a:p>
            <a:pPr marL="179498" indent="-179498">
              <a:buFont typeface="Arial" panose="020B0604020202020204" pitchFamily="34" charset="0"/>
              <a:buChar char="•"/>
            </a:pPr>
            <a:r>
              <a:rPr lang="en-US" dirty="0" smtClean="0"/>
              <a:t>still </a:t>
            </a:r>
            <a:r>
              <a:rPr lang="en-US" dirty="0"/>
              <a:t>spending time with his family. </a:t>
            </a:r>
            <a:endParaRPr lang="en-US" dirty="0" smtClean="0"/>
          </a:p>
          <a:p>
            <a:pPr marL="179498" indent="-179498">
              <a:buFont typeface="Arial" panose="020B0604020202020204" pitchFamily="34" charset="0"/>
              <a:buChar char="•"/>
            </a:pPr>
            <a:r>
              <a:rPr lang="en-US" dirty="0" smtClean="0"/>
              <a:t>He even helped</a:t>
            </a:r>
            <a:r>
              <a:rPr lang="en-US" baseline="0" dirty="0" smtClean="0"/>
              <a:t> his son get a job with his employer. </a:t>
            </a:r>
          </a:p>
          <a:p>
            <a:pPr marL="179498" indent="-179498">
              <a:buFont typeface="Arial" panose="020B0604020202020204" pitchFamily="34" charset="0"/>
              <a:buChar char="•"/>
            </a:pPr>
            <a:r>
              <a:rPr lang="en-US" baseline="0" dirty="0" smtClean="0"/>
              <a:t>He may not work full-time and go off SSDI, but is now considering.</a:t>
            </a:r>
            <a:endParaRPr lang="en-US" dirty="0"/>
          </a:p>
        </p:txBody>
      </p:sp>
      <p:sp>
        <p:nvSpPr>
          <p:cNvPr id="4" name="Slide Number Placeholder 3"/>
          <p:cNvSpPr>
            <a:spLocks noGrp="1"/>
          </p:cNvSpPr>
          <p:nvPr>
            <p:ph type="sldNum" sz="quarter" idx="10"/>
          </p:nvPr>
        </p:nvSpPr>
        <p:spPr/>
        <p:txBody>
          <a:bodyPr/>
          <a:lstStyle/>
          <a:p>
            <a:fld id="{C588FD5D-1F64-49A7-87B6-AC0388952909}" type="slidenum">
              <a:rPr lang="en-US" smtClean="0"/>
              <a:t>24</a:t>
            </a:fld>
            <a:endParaRPr lang="en-US"/>
          </a:p>
        </p:txBody>
      </p:sp>
    </p:spTree>
    <p:extLst>
      <p:ext uri="{BB962C8B-B14F-4D97-AF65-F5344CB8AC3E}">
        <p14:creationId xmlns:p14="http://schemas.microsoft.com/office/powerpoint/2010/main" val="10085125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588FD5D-1F64-49A7-87B6-AC0388952909}" type="slidenum">
              <a:rPr lang="en-US" smtClean="0"/>
              <a:t>25</a:t>
            </a:fld>
            <a:endParaRPr lang="en-US"/>
          </a:p>
        </p:txBody>
      </p:sp>
    </p:spTree>
    <p:extLst>
      <p:ext uri="{BB962C8B-B14F-4D97-AF65-F5344CB8AC3E}">
        <p14:creationId xmlns:p14="http://schemas.microsoft.com/office/powerpoint/2010/main" val="25889571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09311">
              <a:defRPr/>
            </a:pPr>
            <a:r>
              <a:rPr lang="en-US" dirty="0" smtClean="0"/>
              <a:t>[KY-T-018]: </a:t>
            </a:r>
          </a:p>
          <a:p>
            <a:pPr defTabSz="909311">
              <a:defRPr/>
            </a:pPr>
            <a:r>
              <a:rPr lang="en-US" dirty="0" smtClean="0"/>
              <a:t>Divorced woman,</a:t>
            </a:r>
            <a:r>
              <a:rPr lang="en-US" baseline="0" dirty="0" smtClean="0"/>
              <a:t> 50s. </a:t>
            </a:r>
            <a:r>
              <a:rPr lang="en-US" dirty="0" smtClean="0"/>
              <a:t>Working</a:t>
            </a:r>
            <a:r>
              <a:rPr lang="en-US" baseline="0" dirty="0" smtClean="0"/>
              <a:t> part-time in home health care. Unsure about her ability to work full-time because of her health, wants to stay on SSDI, but she is very motivated to work part-time.</a:t>
            </a:r>
            <a:endParaRPr lang="en-US" dirty="0" smtClean="0"/>
          </a:p>
          <a:p>
            <a:endParaRPr lang="en-US" dirty="0"/>
          </a:p>
        </p:txBody>
      </p:sp>
      <p:sp>
        <p:nvSpPr>
          <p:cNvPr id="4" name="Slide Number Placeholder 3"/>
          <p:cNvSpPr>
            <a:spLocks noGrp="1"/>
          </p:cNvSpPr>
          <p:nvPr>
            <p:ph type="sldNum" sz="quarter" idx="10"/>
          </p:nvPr>
        </p:nvSpPr>
        <p:spPr/>
        <p:txBody>
          <a:bodyPr/>
          <a:lstStyle/>
          <a:p>
            <a:fld id="{C588FD5D-1F64-49A7-87B6-AC0388952909}" type="slidenum">
              <a:rPr lang="en-US" smtClean="0"/>
              <a:t>26</a:t>
            </a:fld>
            <a:endParaRPr lang="en-US"/>
          </a:p>
        </p:txBody>
      </p:sp>
    </p:spTree>
    <p:extLst>
      <p:ext uri="{BB962C8B-B14F-4D97-AF65-F5344CB8AC3E}">
        <p14:creationId xmlns:p14="http://schemas.microsoft.com/office/powerpoint/2010/main" val="196324866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14265"/>
            <a:r>
              <a:rPr lang="en-US" dirty="0"/>
              <a:t>[MN-T-106</a:t>
            </a:r>
            <a:r>
              <a:rPr lang="en-US" dirty="0" smtClean="0"/>
              <a:t>]</a:t>
            </a:r>
          </a:p>
          <a:p>
            <a:pPr marL="0" marR="0" lvl="0" indent="0" algn="l" defTabSz="914265" rtl="0" eaLnBrk="1" fontAlgn="auto" latinLnBrk="0" hangingPunct="1">
              <a:lnSpc>
                <a:spcPct val="100000"/>
              </a:lnSpc>
              <a:spcBef>
                <a:spcPts val="0"/>
              </a:spcBef>
              <a:spcAft>
                <a:spcPts val="0"/>
              </a:spcAft>
              <a:buClrTx/>
              <a:buSzTx/>
              <a:buFontTx/>
              <a:buNone/>
              <a:tabLst/>
              <a:defRPr/>
            </a:pPr>
            <a:r>
              <a:rPr lang="en-US" dirty="0" smtClean="0"/>
              <a:t>In</a:t>
            </a:r>
            <a:r>
              <a:rPr lang="en-US" baseline="0" dirty="0" smtClean="0"/>
              <a:t> addition to connecting with other people and getting “out of the house,” a</a:t>
            </a:r>
            <a:r>
              <a:rPr lang="en-US" dirty="0" smtClean="0"/>
              <a:t>nother common theme was a desire to work in order to be “productive,” and several people linked productiveness to a self-concept as a worker, such as this married woman in her 40s.</a:t>
            </a:r>
          </a:p>
        </p:txBody>
      </p:sp>
      <p:sp>
        <p:nvSpPr>
          <p:cNvPr id="4" name="Slide Number Placeholder 3"/>
          <p:cNvSpPr>
            <a:spLocks noGrp="1"/>
          </p:cNvSpPr>
          <p:nvPr>
            <p:ph type="sldNum" sz="quarter" idx="10"/>
          </p:nvPr>
        </p:nvSpPr>
        <p:spPr/>
        <p:txBody>
          <a:bodyPr/>
          <a:lstStyle/>
          <a:p>
            <a:fld id="{C588FD5D-1F64-49A7-87B6-AC0388952909}" type="slidenum">
              <a:rPr lang="en-US" smtClean="0"/>
              <a:t>27</a:t>
            </a:fld>
            <a:endParaRPr lang="en-US"/>
          </a:p>
        </p:txBody>
      </p:sp>
    </p:spTree>
    <p:extLst>
      <p:ext uri="{BB962C8B-B14F-4D97-AF65-F5344CB8AC3E}">
        <p14:creationId xmlns:p14="http://schemas.microsoft.com/office/powerpoint/2010/main" val="107867157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[MN-T-105]:</a:t>
            </a:r>
          </a:p>
          <a:p>
            <a:r>
              <a:rPr lang="en-US" sz="1200" kern="1200" dirty="0" smtClean="0">
                <a:solidFill>
                  <a:schemeClr val="tx1"/>
                </a:solidFill>
                <a:effectLst/>
                <a:latin typeface="+mn-lt"/>
                <a:ea typeface="+mn-ea"/>
                <a:cs typeface="+mn-cs"/>
              </a:rPr>
              <a:t>Married woman in her 50s. Elsewhere in this interview, she explained that working means taking care of herself</a:t>
            </a:r>
            <a:r>
              <a:rPr lang="en-US" sz="1200" kern="1200" baseline="0" dirty="0" smtClean="0">
                <a:solidFill>
                  <a:schemeClr val="tx1"/>
                </a:solidFill>
                <a:effectLst/>
                <a:latin typeface="+mn-lt"/>
                <a:ea typeface="+mn-ea"/>
                <a:cs typeface="+mn-cs"/>
              </a:rPr>
              <a:t> and</a:t>
            </a:r>
            <a:r>
              <a:rPr lang="en-US" sz="1200" kern="1200" dirty="0" smtClean="0">
                <a:solidFill>
                  <a:schemeClr val="tx1"/>
                </a:solidFill>
                <a:effectLst/>
                <a:latin typeface="+mn-lt"/>
                <a:ea typeface="+mn-ea"/>
                <a:cs typeface="+mn-cs"/>
              </a:rPr>
              <a:t> helping others, but most importantly</a:t>
            </a:r>
            <a:r>
              <a:rPr lang="en-US" sz="1200" kern="1200" baseline="0" dirty="0" smtClean="0">
                <a:solidFill>
                  <a:schemeClr val="tx1"/>
                </a:solidFill>
                <a:effectLst/>
                <a:latin typeface="+mn-lt"/>
                <a:ea typeface="+mn-ea"/>
                <a:cs typeface="+mn-cs"/>
              </a:rPr>
              <a:t> it means </a:t>
            </a:r>
            <a:r>
              <a:rPr lang="en-US" sz="1200" kern="1200" dirty="0" smtClean="0">
                <a:solidFill>
                  <a:schemeClr val="tx1"/>
                </a:solidFill>
                <a:effectLst/>
                <a:latin typeface="+mn-lt"/>
                <a:ea typeface="+mn-ea"/>
                <a:cs typeface="+mn-cs"/>
              </a:rPr>
              <a:t>what she calls “mainstream living.”</a:t>
            </a:r>
          </a:p>
          <a:p>
            <a:endParaRPr lang="en-US" dirty="0"/>
          </a:p>
        </p:txBody>
      </p:sp>
      <p:sp>
        <p:nvSpPr>
          <p:cNvPr id="4" name="Slide Number Placeholder 3"/>
          <p:cNvSpPr>
            <a:spLocks noGrp="1"/>
          </p:cNvSpPr>
          <p:nvPr>
            <p:ph type="sldNum" sz="quarter" idx="10"/>
          </p:nvPr>
        </p:nvSpPr>
        <p:spPr/>
        <p:txBody>
          <a:bodyPr/>
          <a:lstStyle/>
          <a:p>
            <a:fld id="{C588FD5D-1F64-49A7-87B6-AC0388952909}" type="slidenum">
              <a:rPr lang="en-US" smtClean="0"/>
              <a:t>28</a:t>
            </a:fld>
            <a:endParaRPr lang="en-US"/>
          </a:p>
        </p:txBody>
      </p:sp>
    </p:spTree>
    <p:extLst>
      <p:ext uri="{BB962C8B-B14F-4D97-AF65-F5344CB8AC3E}">
        <p14:creationId xmlns:p14="http://schemas.microsoft.com/office/powerpoint/2010/main" val="26764793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Embedded in many of the previous quotes – and in the stories</a:t>
            </a:r>
            <a:r>
              <a:rPr lang="en-US" baseline="0" dirty="0" smtClean="0"/>
              <a:t> of the study participants – is a desire to work because of the meaning it brings to one’s life. Most people were struggling financially, but even those who were relatively comfortable wanted to work because of the intrinsic value they derived from it.</a:t>
            </a:r>
            <a:endParaRPr lang="en-US" dirty="0" smtClean="0"/>
          </a:p>
        </p:txBody>
      </p:sp>
      <p:sp>
        <p:nvSpPr>
          <p:cNvPr id="4" name="Slide Number Placeholder 3"/>
          <p:cNvSpPr>
            <a:spLocks noGrp="1"/>
          </p:cNvSpPr>
          <p:nvPr>
            <p:ph type="sldNum" sz="quarter" idx="10"/>
          </p:nvPr>
        </p:nvSpPr>
        <p:spPr/>
        <p:txBody>
          <a:bodyPr/>
          <a:lstStyle/>
          <a:p>
            <a:fld id="{C588FD5D-1F64-49A7-87B6-AC0388952909}" type="slidenum">
              <a:rPr lang="en-US" smtClean="0"/>
              <a:t>29</a:t>
            </a:fld>
            <a:endParaRPr lang="en-US"/>
          </a:p>
        </p:txBody>
      </p:sp>
    </p:spTree>
    <p:extLst>
      <p:ext uri="{BB962C8B-B14F-4D97-AF65-F5344CB8AC3E}">
        <p14:creationId xmlns:p14="http://schemas.microsoft.com/office/powerpoint/2010/main" val="312513136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57327">
              <a:defRPr/>
            </a:pPr>
            <a:r>
              <a:rPr lang="en-US" sz="1400" dirty="0" smtClean="0"/>
              <a:t>[MN-T-108]</a:t>
            </a:r>
            <a:endParaRPr lang="en-US" sz="1400" dirty="0"/>
          </a:p>
          <a:p>
            <a:pPr marL="179498" indent="-179498" defTabSz="957327">
              <a:buFont typeface="Arial" panose="020B0604020202020204" pitchFamily="34" charset="0"/>
              <a:buChar char="•"/>
              <a:defRPr/>
            </a:pPr>
            <a:r>
              <a:rPr lang="en-US" sz="1400" dirty="0"/>
              <a:t>A divorced man in his 50s</a:t>
            </a:r>
          </a:p>
          <a:p>
            <a:pPr marL="179498" indent="-179498" defTabSz="957327">
              <a:buFont typeface="Arial" panose="020B0604020202020204" pitchFamily="34" charset="0"/>
              <a:buChar char="•"/>
              <a:defRPr/>
            </a:pPr>
            <a:r>
              <a:rPr lang="en-US" sz="1400" dirty="0"/>
              <a:t>Kids live with their mother, but he is very involved in their lives.</a:t>
            </a:r>
          </a:p>
          <a:p>
            <a:pPr marL="179498" indent="-179498" defTabSz="957327">
              <a:buFont typeface="Arial" panose="020B0604020202020204" pitchFamily="34" charset="0"/>
              <a:buChar char="•"/>
              <a:defRPr/>
            </a:pPr>
            <a:r>
              <a:rPr lang="en-US" sz="1400" dirty="0"/>
              <a:t>He wanted to return to work full-time, </a:t>
            </a:r>
          </a:p>
          <a:p>
            <a:pPr marL="658161" lvl="1" indent="-179498" defTabSz="957327">
              <a:buFont typeface="Arial" panose="020B0604020202020204" pitchFamily="34" charset="0"/>
              <a:buChar char="•"/>
              <a:defRPr/>
            </a:pPr>
            <a:r>
              <a:rPr lang="en-US" sz="1400" dirty="0"/>
              <a:t>Difficult to find work in his professional field</a:t>
            </a:r>
          </a:p>
          <a:p>
            <a:pPr marL="658161" lvl="1" indent="-179498" defTabSz="957327">
              <a:buFont typeface="Arial" panose="020B0604020202020204" pitchFamily="34" charset="0"/>
              <a:buChar char="•"/>
              <a:defRPr/>
            </a:pPr>
            <a:r>
              <a:rPr lang="en-US" sz="1400" dirty="0"/>
              <a:t>linked being “a lot busier” and “a lot more productive” with feeling “engaged with society” and “giving something back,” in contrast with getting “a check every month from the government.” </a:t>
            </a:r>
          </a:p>
          <a:p>
            <a:pPr defTabSz="957327">
              <a:defRPr/>
            </a:pPr>
            <a:r>
              <a:rPr lang="en-US" sz="1400" dirty="0"/>
              <a:t>[quote] </a:t>
            </a:r>
          </a:p>
          <a:p>
            <a:pPr marL="179498" indent="-179498" defTabSz="957327">
              <a:buFont typeface="Arial" panose="020B0604020202020204" pitchFamily="34" charset="0"/>
              <a:buChar char="•"/>
              <a:defRPr/>
            </a:pPr>
            <a:r>
              <a:rPr lang="en-US" sz="1400" dirty="0"/>
              <a:t>Part of this sense of engagement with society was in the social aspects of having a job. </a:t>
            </a:r>
          </a:p>
          <a:p>
            <a:pPr marL="658161" lvl="1" indent="-179498" defTabSz="957327">
              <a:buFont typeface="Arial" panose="020B0604020202020204" pitchFamily="34" charset="0"/>
              <a:buChar char="•"/>
              <a:defRPr/>
            </a:pPr>
            <a:r>
              <a:rPr lang="en-US" sz="1400" dirty="0"/>
              <a:t>One </a:t>
            </a:r>
            <a:r>
              <a:rPr lang="en-US" sz="1400" dirty="0" smtClean="0"/>
              <a:t>motivation </a:t>
            </a:r>
            <a:r>
              <a:rPr lang="en-US" sz="1400" dirty="0"/>
              <a:t>for working </a:t>
            </a:r>
            <a:r>
              <a:rPr lang="en-US" sz="1400" dirty="0" smtClean="0"/>
              <a:t>was: help others</a:t>
            </a:r>
            <a:r>
              <a:rPr lang="en-US" sz="1400" baseline="0" dirty="0" smtClean="0"/>
              <a:t> (common)</a:t>
            </a:r>
            <a:endParaRPr lang="en-US" sz="1400" dirty="0"/>
          </a:p>
          <a:p>
            <a:pPr marL="658161" lvl="1" indent="-179498" defTabSz="957327">
              <a:buFont typeface="Arial" panose="020B0604020202020204" pitchFamily="34" charset="0"/>
              <a:buChar char="•"/>
              <a:defRPr/>
            </a:pPr>
            <a:r>
              <a:rPr lang="en-US" sz="1400" dirty="0" smtClean="0"/>
              <a:t>While job searching, </a:t>
            </a:r>
            <a:r>
              <a:rPr lang="en-US" sz="1400" dirty="0"/>
              <a:t>did volunteer </a:t>
            </a:r>
            <a:r>
              <a:rPr lang="en-US" sz="1400" dirty="0" smtClean="0"/>
              <a:t>work, satisfaction </a:t>
            </a:r>
            <a:r>
              <a:rPr lang="en-US" sz="1400" dirty="0"/>
              <a:t>in </a:t>
            </a:r>
            <a:r>
              <a:rPr lang="en-US" sz="1400" dirty="0" smtClean="0"/>
              <a:t>listening, advice </a:t>
            </a:r>
            <a:r>
              <a:rPr lang="en-US" sz="1400" dirty="0"/>
              <a:t>to someone in a mutual support group. “Even though I’m not working,” he said, helping others “helps me feel </a:t>
            </a:r>
            <a:r>
              <a:rPr lang="en-US" sz="1400" dirty="0" smtClean="0"/>
              <a:t>productive.” Gave</a:t>
            </a:r>
            <a:r>
              <a:rPr lang="en-US" sz="1400" baseline="0" dirty="0" smtClean="0"/>
              <a:t> a “</a:t>
            </a:r>
            <a:r>
              <a:rPr lang="en-US" sz="1400" dirty="0" smtClean="0"/>
              <a:t>psychological lift” </a:t>
            </a:r>
          </a:p>
          <a:p>
            <a:pPr marL="200961" lvl="0" indent="-179498" defTabSz="957327">
              <a:buFont typeface="Arial" panose="020B0604020202020204" pitchFamily="34" charset="0"/>
              <a:buChar char="•"/>
              <a:defRPr/>
            </a:pPr>
            <a:r>
              <a:rPr lang="en-US" sz="1400" dirty="0" smtClean="0"/>
              <a:t>3</a:t>
            </a:r>
            <a:r>
              <a:rPr lang="en-US" sz="1400" baseline="30000" dirty="0" smtClean="0"/>
              <a:t>rd</a:t>
            </a:r>
            <a:r>
              <a:rPr lang="en-US" sz="1400" dirty="0" smtClean="0"/>
              <a:t> interview: waiting </a:t>
            </a:r>
            <a:r>
              <a:rPr lang="en-US" sz="1400" dirty="0"/>
              <a:t>to hear about a job he had interviewed for.</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dirty="0" smtClean="0"/>
              <a:t>At</a:t>
            </a:r>
            <a:r>
              <a:rPr lang="en-US" sz="1400" baseline="0" dirty="0" smtClean="0"/>
              <a:t> this point, he was willing to take a job with a salary below the “break even” point established by benefits/financial counselor at VR. For him, these other, intangible factors outweighed mere financial considerations.</a:t>
            </a:r>
            <a:endParaRPr lang="en-US" sz="1400" dirty="0" smtClean="0"/>
          </a:p>
          <a:p>
            <a:endParaRPr lang="en-US" sz="1400" dirty="0"/>
          </a:p>
        </p:txBody>
      </p:sp>
      <p:sp>
        <p:nvSpPr>
          <p:cNvPr id="4" name="Slide Number Placeholder 3"/>
          <p:cNvSpPr>
            <a:spLocks noGrp="1"/>
          </p:cNvSpPr>
          <p:nvPr>
            <p:ph type="sldNum" sz="quarter" idx="10"/>
          </p:nvPr>
        </p:nvSpPr>
        <p:spPr/>
        <p:txBody>
          <a:bodyPr/>
          <a:lstStyle/>
          <a:p>
            <a:fld id="{C588FD5D-1F64-49A7-87B6-AC0388952909}" type="slidenum">
              <a:rPr lang="en-US" smtClean="0"/>
              <a:t>30</a:t>
            </a:fld>
            <a:endParaRPr lang="en-US"/>
          </a:p>
        </p:txBody>
      </p:sp>
    </p:spTree>
    <p:extLst>
      <p:ext uri="{BB962C8B-B14F-4D97-AF65-F5344CB8AC3E}">
        <p14:creationId xmlns:p14="http://schemas.microsoft.com/office/powerpoint/2010/main" val="200654834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KY-T-002</a:t>
            </a:r>
          </a:p>
          <a:p>
            <a:pPr marL="172398" indent="-172398">
              <a:buFont typeface="Arial" panose="020B0604020202020204" pitchFamily="34" charset="0"/>
              <a:buChar char="•"/>
            </a:pPr>
            <a:r>
              <a:rPr lang="en-US" dirty="0" smtClean="0"/>
              <a:t>Married woman,</a:t>
            </a:r>
            <a:r>
              <a:rPr lang="en-US" baseline="0" dirty="0" smtClean="0"/>
              <a:t> </a:t>
            </a:r>
            <a:r>
              <a:rPr lang="en-US" dirty="0" smtClean="0"/>
              <a:t>40s, Adult children</a:t>
            </a:r>
          </a:p>
          <a:p>
            <a:pPr marL="171450" indent="-171450">
              <a:buFont typeface="Arial" panose="020B0604020202020204" pitchFamily="34" charset="0"/>
              <a:buChar char="•"/>
            </a:pPr>
            <a:r>
              <a:rPr lang="en-US" dirty="0" smtClean="0"/>
              <a:t>FT </a:t>
            </a:r>
            <a:r>
              <a:rPr lang="en-US" baseline="0" dirty="0" smtClean="0"/>
              <a:t>student, working towards a degree for a professional career goal. </a:t>
            </a:r>
          </a:p>
          <a:p>
            <a:pPr marL="171450" indent="-171450">
              <a:buFont typeface="Arial" panose="020B0604020202020204" pitchFamily="34" charset="0"/>
              <a:buChar char="•"/>
            </a:pPr>
            <a:r>
              <a:rPr lang="en-US" baseline="0" dirty="0" smtClean="0"/>
              <a:t>Ultimately, she wants to return to work FT and go off SSDI. </a:t>
            </a:r>
          </a:p>
          <a:p>
            <a:pPr marL="179498" indent="-179498">
              <a:buFont typeface="Arial" panose="020B0604020202020204" pitchFamily="34" charset="0"/>
              <a:buChar char="•"/>
            </a:pPr>
            <a:r>
              <a:rPr lang="en-US" baseline="0" dirty="0" smtClean="0"/>
              <a:t>For her, working carries meanings far beyond the financial benefits.</a:t>
            </a:r>
          </a:p>
        </p:txBody>
      </p:sp>
      <p:sp>
        <p:nvSpPr>
          <p:cNvPr id="4" name="Slide Number Placeholder 3"/>
          <p:cNvSpPr>
            <a:spLocks noGrp="1"/>
          </p:cNvSpPr>
          <p:nvPr>
            <p:ph type="sldNum" sz="quarter" idx="10"/>
          </p:nvPr>
        </p:nvSpPr>
        <p:spPr/>
        <p:txBody>
          <a:bodyPr/>
          <a:lstStyle/>
          <a:p>
            <a:fld id="{C588FD5D-1F64-49A7-87B6-AC0388952909}" type="slidenum">
              <a:rPr lang="en-US" smtClean="0"/>
              <a:t>31</a:t>
            </a:fld>
            <a:endParaRPr lang="en-US"/>
          </a:p>
        </p:txBody>
      </p:sp>
    </p:spTree>
    <p:extLst>
      <p:ext uri="{BB962C8B-B14F-4D97-AF65-F5344CB8AC3E}">
        <p14:creationId xmlns:p14="http://schemas.microsoft.com/office/powerpoint/2010/main" val="211190068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So, what is the role of VR in all this? There’s a lot VR doesn’t have control over.</a:t>
            </a:r>
          </a:p>
          <a:p>
            <a:r>
              <a:rPr lang="en-US" dirty="0" smtClean="0"/>
              <a:t>When </a:t>
            </a:r>
            <a:r>
              <a:rPr lang="en-US" dirty="0"/>
              <a:t>making decisions about returning to work, working full-time or earning above SGA is often seen as </a:t>
            </a:r>
            <a:r>
              <a:rPr lang="en-US" dirty="0" smtClean="0"/>
              <a:t>risky</a:t>
            </a:r>
          </a:p>
          <a:p>
            <a:pPr marL="179525" indent="-179525">
              <a:buFont typeface="Arial" panose="020B0604020202020204" pitchFamily="34" charset="0"/>
              <a:buChar char="•"/>
            </a:pPr>
            <a:r>
              <a:rPr lang="en-US" dirty="0" smtClean="0"/>
              <a:t>Some </a:t>
            </a:r>
            <a:r>
              <a:rPr lang="en-US" dirty="0"/>
              <a:t>are willing to take this risk, and some are not. </a:t>
            </a:r>
            <a:endParaRPr lang="en-US" dirty="0" smtClean="0"/>
          </a:p>
          <a:p>
            <a:pPr marL="179525" indent="-179525">
              <a:buFont typeface="Arial" panose="020B0604020202020204" pitchFamily="34" charset="0"/>
              <a:buChar char="•"/>
            </a:pPr>
            <a:r>
              <a:rPr lang="en-US" dirty="0" smtClean="0"/>
              <a:t>While </a:t>
            </a:r>
            <a:r>
              <a:rPr lang="en-US" dirty="0"/>
              <a:t>VR can’t always remove that risk, it can reduce the customer’s anxiety about taking the leap by providing the information to make an informed decision.</a:t>
            </a:r>
          </a:p>
          <a:p>
            <a:endParaRPr lang="en-US" dirty="0"/>
          </a:p>
          <a:p>
            <a:r>
              <a:rPr lang="en-US" dirty="0" smtClean="0"/>
              <a:t>One of the hypotheses of the SGA Project was that, having enough information about </a:t>
            </a:r>
            <a:r>
              <a:rPr lang="en-US" strike="noStrike" dirty="0" smtClean="0"/>
              <a:t>work incentives and </a:t>
            </a:r>
            <a:r>
              <a:rPr lang="en-US" dirty="0" smtClean="0"/>
              <a:t>how to go off SSDI, more people would do just that. </a:t>
            </a:r>
          </a:p>
          <a:p>
            <a:pPr marL="179525" indent="-179525">
              <a:buFont typeface="Arial" panose="020B0604020202020204" pitchFamily="34" charset="0"/>
              <a:buChar char="•"/>
            </a:pPr>
            <a:r>
              <a:rPr lang="en-US" dirty="0" smtClean="0"/>
              <a:t>This </a:t>
            </a:r>
            <a:r>
              <a:rPr lang="en-US" dirty="0" err="1" smtClean="0"/>
              <a:t>qual</a:t>
            </a:r>
            <a:r>
              <a:rPr lang="en-US" dirty="0" smtClean="0"/>
              <a:t> study shows: this info can be a powerful tool to reduce anxiety about losing benefits and to empower customers to make informed decisions. </a:t>
            </a:r>
          </a:p>
          <a:p>
            <a:endParaRPr lang="en-US" dirty="0" smtClean="0"/>
          </a:p>
          <a:p>
            <a:r>
              <a:rPr lang="en-US" dirty="0" smtClean="0"/>
              <a:t>This </a:t>
            </a:r>
            <a:r>
              <a:rPr lang="en-US" dirty="0"/>
              <a:t>is significant; having an understanding of work incentives, that SSDI and Medicare don’t immediately disappear, that there is a buffer, can make a big difference. </a:t>
            </a:r>
            <a:r>
              <a:rPr lang="en-US" dirty="0" smtClean="0"/>
              <a:t> </a:t>
            </a:r>
            <a:endParaRPr lang="en-US" dirty="0"/>
          </a:p>
          <a:p>
            <a:r>
              <a:rPr lang="en-US" dirty="0"/>
              <a:t> </a:t>
            </a:r>
          </a:p>
        </p:txBody>
      </p:sp>
      <p:sp>
        <p:nvSpPr>
          <p:cNvPr id="4" name="Slide Number Placeholder 3"/>
          <p:cNvSpPr>
            <a:spLocks noGrp="1"/>
          </p:cNvSpPr>
          <p:nvPr>
            <p:ph type="sldNum" sz="quarter" idx="10"/>
          </p:nvPr>
        </p:nvSpPr>
        <p:spPr/>
        <p:txBody>
          <a:bodyPr/>
          <a:lstStyle/>
          <a:p>
            <a:fld id="{2C3207C2-EE1D-4EEA-B994-36B9C98EDF3F}" type="slidenum">
              <a:rPr lang="en-US" smtClean="0"/>
              <a:t>32</a:t>
            </a:fld>
            <a:endParaRPr lang="en-US"/>
          </a:p>
        </p:txBody>
      </p:sp>
    </p:spTree>
    <p:extLst>
      <p:ext uri="{BB962C8B-B14F-4D97-AF65-F5344CB8AC3E}">
        <p14:creationId xmlns:p14="http://schemas.microsoft.com/office/powerpoint/2010/main" val="291312533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14265"/>
            <a:r>
              <a:rPr lang="en-US" dirty="0"/>
              <a:t>[KY-T-006]</a:t>
            </a:r>
          </a:p>
          <a:p>
            <a:pPr defTabSz="914265"/>
            <a:r>
              <a:rPr lang="en-US" i="0" dirty="0" smtClean="0"/>
              <a:t>Single mother in her 30s, with medical and mental health disabilities, wants to work part-time and keep SSDI.</a:t>
            </a:r>
            <a:endParaRPr lang="en-US" i="0" baseline="0" dirty="0" smtClean="0"/>
          </a:p>
          <a:p>
            <a:pPr defTabSz="914265"/>
            <a:r>
              <a:rPr lang="en-US" i="0" baseline="0" dirty="0" smtClean="0"/>
              <a:t>Most important is her daughter, not willing to take the leap and “drown.”</a:t>
            </a:r>
            <a:endParaRPr lang="en-US" i="0" dirty="0" smtClean="0"/>
          </a:p>
        </p:txBody>
      </p:sp>
      <p:sp>
        <p:nvSpPr>
          <p:cNvPr id="4" name="Slide Number Placeholder 3"/>
          <p:cNvSpPr>
            <a:spLocks noGrp="1"/>
          </p:cNvSpPr>
          <p:nvPr>
            <p:ph type="sldNum" sz="quarter" idx="10"/>
          </p:nvPr>
        </p:nvSpPr>
        <p:spPr/>
        <p:txBody>
          <a:bodyPr/>
          <a:lstStyle/>
          <a:p>
            <a:fld id="{2C3207C2-EE1D-4EEA-B994-36B9C98EDF3F}" type="slidenum">
              <a:rPr lang="en-US" smtClean="0"/>
              <a:t>33</a:t>
            </a:fld>
            <a:endParaRPr lang="en-US"/>
          </a:p>
        </p:txBody>
      </p:sp>
    </p:spTree>
    <p:extLst>
      <p:ext uri="{BB962C8B-B14F-4D97-AF65-F5344CB8AC3E}">
        <p14:creationId xmlns:p14="http://schemas.microsoft.com/office/powerpoint/2010/main" val="311478666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effectLst/>
                <a:latin typeface="+mn-lt"/>
                <a:ea typeface="+mn-ea"/>
                <a:cs typeface="+mn-cs"/>
              </a:rPr>
              <a:t>[KY-T-026]</a:t>
            </a:r>
          </a:p>
          <a:p>
            <a:r>
              <a:rPr lang="en-US" dirty="0" smtClean="0"/>
              <a:t>Single man in his 30s.</a:t>
            </a:r>
            <a:r>
              <a:rPr lang="en-US" baseline="0" dirty="0" smtClean="0"/>
              <a:t> This slide talking about his first encounter with VR, soon after the accident that caused his disability.</a:t>
            </a:r>
            <a:endParaRPr lang="en-US" dirty="0" smtClean="0"/>
          </a:p>
          <a:p>
            <a:r>
              <a:rPr lang="en-US" dirty="0" smtClean="0"/>
              <a:t> </a:t>
            </a:r>
            <a:endParaRPr lang="en-US" baseline="0" dirty="0" smtClean="0"/>
          </a:p>
          <a:p>
            <a:r>
              <a:rPr lang="en-US" baseline="0" dirty="0" smtClean="0"/>
              <a:t>[Mentions SSI – my understanding is that he had SSI and SSDI the first time he went to VR when he was younger but no longer has it.]</a:t>
            </a:r>
            <a:endParaRPr lang="en-US" dirty="0"/>
          </a:p>
        </p:txBody>
      </p:sp>
      <p:sp>
        <p:nvSpPr>
          <p:cNvPr id="4" name="Slide Number Placeholder 3"/>
          <p:cNvSpPr>
            <a:spLocks noGrp="1"/>
          </p:cNvSpPr>
          <p:nvPr>
            <p:ph type="sldNum" sz="quarter" idx="10"/>
          </p:nvPr>
        </p:nvSpPr>
        <p:spPr/>
        <p:txBody>
          <a:bodyPr/>
          <a:lstStyle/>
          <a:p>
            <a:fld id="{C588FD5D-1F64-49A7-87B6-AC0388952909}" type="slidenum">
              <a:rPr lang="en-US" smtClean="0"/>
              <a:t>34</a:t>
            </a:fld>
            <a:endParaRPr lang="en-US"/>
          </a:p>
        </p:txBody>
      </p:sp>
    </p:spTree>
    <p:extLst>
      <p:ext uri="{BB962C8B-B14F-4D97-AF65-F5344CB8AC3E}">
        <p14:creationId xmlns:p14="http://schemas.microsoft.com/office/powerpoint/2010/main" val="424233796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effectLst/>
                <a:latin typeface="+mn-lt"/>
                <a:ea typeface="+mn-ea"/>
                <a:cs typeface="+mn-cs"/>
              </a:rPr>
              <a:t>[KY-T-026]</a:t>
            </a:r>
          </a:p>
          <a:p>
            <a:r>
              <a:rPr lang="en-US" dirty="0" smtClean="0"/>
              <a:t>Same single man in his 30s.</a:t>
            </a:r>
            <a:r>
              <a:rPr lang="en-US" baseline="0" dirty="0" smtClean="0"/>
              <a:t> This slide – talking about current VR experience. Rec’d enhanced services through SGA project; benefits/financial counseling made a huge difference to him. W</a:t>
            </a:r>
            <a:r>
              <a:rPr lang="en-US" dirty="0" smtClean="0"/>
              <a:t>ants to grow his business from</a:t>
            </a:r>
            <a:r>
              <a:rPr lang="en-US" baseline="0" dirty="0" smtClean="0"/>
              <a:t> having a few clients to a full-time job, going off SSDI. Called </a:t>
            </a:r>
            <a:r>
              <a:rPr lang="en-US" dirty="0" smtClean="0"/>
              <a:t>this </a:t>
            </a:r>
            <a:r>
              <a:rPr lang="en-US" baseline="0" dirty="0" smtClean="0"/>
              <a:t>“window a big jump,” but having guidance from VR made him “comfortable” moving forward with his plan.</a:t>
            </a:r>
          </a:p>
        </p:txBody>
      </p:sp>
      <p:sp>
        <p:nvSpPr>
          <p:cNvPr id="4" name="Slide Number Placeholder 3"/>
          <p:cNvSpPr>
            <a:spLocks noGrp="1"/>
          </p:cNvSpPr>
          <p:nvPr>
            <p:ph type="sldNum" sz="quarter" idx="10"/>
          </p:nvPr>
        </p:nvSpPr>
        <p:spPr/>
        <p:txBody>
          <a:bodyPr/>
          <a:lstStyle/>
          <a:p>
            <a:fld id="{C588FD5D-1F64-49A7-87B6-AC0388952909}" type="slidenum">
              <a:rPr lang="en-US" smtClean="0"/>
              <a:t>35</a:t>
            </a:fld>
            <a:endParaRPr lang="en-US"/>
          </a:p>
        </p:txBody>
      </p:sp>
    </p:spTree>
    <p:extLst>
      <p:ext uri="{BB962C8B-B14F-4D97-AF65-F5344CB8AC3E}">
        <p14:creationId xmlns:p14="http://schemas.microsoft.com/office/powerpoint/2010/main" val="272813150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Finally, to return to the man who had</a:t>
            </a:r>
            <a:r>
              <a:rPr lang="en-US" baseline="0" dirty="0" smtClean="0"/>
              <a:t> initially been reluctant to go to VR in the first place after being referred by his P.O., but ended up getting a job very quickly and talked about how important it was to visit his extended family.</a:t>
            </a:r>
            <a:endParaRPr lang="en-US" dirty="0"/>
          </a:p>
        </p:txBody>
      </p:sp>
      <p:sp>
        <p:nvSpPr>
          <p:cNvPr id="4" name="Slide Number Placeholder 3"/>
          <p:cNvSpPr>
            <a:spLocks noGrp="1"/>
          </p:cNvSpPr>
          <p:nvPr>
            <p:ph type="sldNum" sz="quarter" idx="10"/>
          </p:nvPr>
        </p:nvSpPr>
        <p:spPr/>
        <p:txBody>
          <a:bodyPr/>
          <a:lstStyle/>
          <a:p>
            <a:fld id="{C588FD5D-1F64-49A7-87B6-AC0388952909}" type="slidenum">
              <a:rPr lang="en-US" smtClean="0"/>
              <a:t>36</a:t>
            </a:fld>
            <a:endParaRPr lang="en-US"/>
          </a:p>
        </p:txBody>
      </p:sp>
    </p:spTree>
    <p:extLst>
      <p:ext uri="{BB962C8B-B14F-4D97-AF65-F5344CB8AC3E}">
        <p14:creationId xmlns:p14="http://schemas.microsoft.com/office/powerpoint/2010/main" val="252082533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88FD5D-1F64-49A7-87B6-AC0388952909}" type="slidenum">
              <a:rPr lang="en-US" smtClean="0"/>
              <a:t>37</a:t>
            </a:fld>
            <a:endParaRPr lang="en-US"/>
          </a:p>
        </p:txBody>
      </p:sp>
    </p:spTree>
    <p:extLst>
      <p:ext uri="{BB962C8B-B14F-4D97-AF65-F5344CB8AC3E}">
        <p14:creationId xmlns:p14="http://schemas.microsoft.com/office/powerpoint/2010/main" val="280820955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dirty="0" smtClean="0"/>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17F65A0D-940D-4017-ACB6-0C42B5693914}" type="datetime1">
              <a:rPr lang="en-US" smtClean="0">
                <a:solidFill>
                  <a:prstClr val="black">
                    <a:lumMod val="95000"/>
                    <a:lumOff val="5000"/>
                  </a:prstClr>
                </a:solidFill>
              </a:rPr>
              <a:pPr/>
              <a:t>11/20/2017</a:t>
            </a:fld>
            <a:endParaRPr lang="en-US">
              <a:solidFill>
                <a:prstClr val="black">
                  <a:lumMod val="95000"/>
                  <a:lumOff val="5000"/>
                </a:prstClr>
              </a:solidFill>
            </a:endParaRPr>
          </a:p>
        </p:txBody>
      </p:sp>
      <p:sp>
        <p:nvSpPr>
          <p:cNvPr id="5" name="Footer Placeholder 4"/>
          <p:cNvSpPr>
            <a:spLocks noGrp="1"/>
          </p:cNvSpPr>
          <p:nvPr>
            <p:ph type="ftr" sz="quarter" idx="11"/>
          </p:nvPr>
        </p:nvSpPr>
        <p:spPr>
          <a:xfrm>
            <a:off x="3178272" y="6470704"/>
            <a:ext cx="5901459" cy="274320"/>
          </a:xfrm>
        </p:spPr>
        <p:txBody>
          <a:bodyPr/>
          <a:lstStyle/>
          <a:p>
            <a:endParaRPr lang="en-US" dirty="0">
              <a:solidFill>
                <a:prstClr val="black">
                  <a:lumMod val="95000"/>
                  <a:lumOff val="5000"/>
                </a:prstClr>
              </a:solidFill>
            </a:endParaRPr>
          </a:p>
        </p:txBody>
      </p:sp>
      <p:sp>
        <p:nvSpPr>
          <p:cNvPr id="6" name="Slide Number Placeholder 5"/>
          <p:cNvSpPr>
            <a:spLocks noGrp="1"/>
          </p:cNvSpPr>
          <p:nvPr>
            <p:ph type="sldNum" sz="quarter" idx="12"/>
          </p:nvPr>
        </p:nvSpPr>
        <p:spPr/>
        <p:txBody>
          <a:bodyPr/>
          <a:lstStyle/>
          <a:p>
            <a:fld id="{0AF0BB18-AE53-42E4-9D5C-1A2C78F44834}" type="slidenum">
              <a:rPr lang="en-US" smtClean="0">
                <a:solidFill>
                  <a:prstClr val="black">
                    <a:lumMod val="95000"/>
                    <a:lumOff val="5000"/>
                  </a:prstClr>
                </a:solidFill>
              </a:rPr>
              <a:pPr/>
              <a:t>‹#›</a:t>
            </a:fld>
            <a:endParaRPr lang="en-US" dirty="0">
              <a:solidFill>
                <a:prstClr val="black">
                  <a:lumMod val="95000"/>
                  <a:lumOff val="5000"/>
                </a:prstClr>
              </a:solidFill>
            </a:endParaRPr>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userDrawn="1"/>
        </p:nvPicPr>
        <p:blipFill>
          <a:blip r:embed="rId2"/>
          <a:stretch>
            <a:fillRect/>
          </a:stretch>
        </p:blipFill>
        <p:spPr>
          <a:xfrm>
            <a:off x="10716640" y="6080760"/>
            <a:ext cx="1475360" cy="774259"/>
          </a:xfrm>
          <a:prstGeom prst="rect">
            <a:avLst/>
          </a:prstGeom>
        </p:spPr>
      </p:pic>
    </p:spTree>
    <p:extLst>
      <p:ext uri="{BB962C8B-B14F-4D97-AF65-F5344CB8AC3E}">
        <p14:creationId xmlns:p14="http://schemas.microsoft.com/office/powerpoint/2010/main" val="20723889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4A3F686-93FD-4F33-930C-FC80662303F8}" type="datetime1">
              <a:rPr lang="en-US" smtClean="0">
                <a:solidFill>
                  <a:prstClr val="black">
                    <a:lumMod val="95000"/>
                    <a:lumOff val="5000"/>
                  </a:prstClr>
                </a:solidFill>
              </a:rPr>
              <a:pPr/>
              <a:t>11/20/2017</a:t>
            </a:fld>
            <a:endParaRPr lang="en-US">
              <a:solidFill>
                <a:prstClr val="black">
                  <a:lumMod val="95000"/>
                  <a:lumOff val="5000"/>
                </a:prstClr>
              </a:solidFill>
            </a:endParaRPr>
          </a:p>
        </p:txBody>
      </p:sp>
      <p:sp>
        <p:nvSpPr>
          <p:cNvPr id="5" name="Footer Placeholder 4"/>
          <p:cNvSpPr>
            <a:spLocks noGrp="1"/>
          </p:cNvSpPr>
          <p:nvPr>
            <p:ph type="ftr" sz="quarter" idx="11"/>
          </p:nvPr>
        </p:nvSpPr>
        <p:spPr>
          <a:xfrm>
            <a:off x="3318932" y="6470704"/>
            <a:ext cx="5901459" cy="274320"/>
          </a:xfrm>
        </p:spPr>
        <p:txBody>
          <a:bodyPr/>
          <a:lstStyle/>
          <a:p>
            <a:endParaRPr lang="en-US">
              <a:solidFill>
                <a:prstClr val="black">
                  <a:lumMod val="95000"/>
                  <a:lumOff val="5000"/>
                </a:prstClr>
              </a:solidFill>
            </a:endParaRPr>
          </a:p>
        </p:txBody>
      </p:sp>
      <p:sp>
        <p:nvSpPr>
          <p:cNvPr id="6" name="Slide Number Placeholder 5"/>
          <p:cNvSpPr>
            <a:spLocks noGrp="1"/>
          </p:cNvSpPr>
          <p:nvPr>
            <p:ph type="sldNum" sz="quarter" idx="12"/>
          </p:nvPr>
        </p:nvSpPr>
        <p:spPr>
          <a:xfrm>
            <a:off x="50461" y="6470704"/>
            <a:ext cx="973667" cy="274320"/>
          </a:xfrm>
        </p:spPr>
        <p:txBody>
          <a:bodyPr/>
          <a:lstStyle/>
          <a:p>
            <a:fld id="{0AF0BB18-AE53-42E4-9D5C-1A2C78F44834}" type="slidenum">
              <a:rPr lang="en-US" smtClean="0">
                <a:solidFill>
                  <a:prstClr val="black">
                    <a:lumMod val="95000"/>
                    <a:lumOff val="5000"/>
                  </a:prstClr>
                </a:solidFill>
              </a:rPr>
              <a:pPr/>
              <a:t>‹#›</a:t>
            </a:fld>
            <a:endParaRPr lang="en-US">
              <a:solidFill>
                <a:prstClr val="black">
                  <a:lumMod val="95000"/>
                  <a:lumOff val="5000"/>
                </a:prstClr>
              </a:solidFill>
            </a:endParaRPr>
          </a:p>
        </p:txBody>
      </p:sp>
      <p:pic>
        <p:nvPicPr>
          <p:cNvPr id="7" name="Picture 6"/>
          <p:cNvPicPr>
            <a:picLocks noChangeAspect="1"/>
          </p:cNvPicPr>
          <p:nvPr userDrawn="1"/>
        </p:nvPicPr>
        <p:blipFill>
          <a:blip r:embed="rId2"/>
          <a:stretch>
            <a:fillRect/>
          </a:stretch>
        </p:blipFill>
        <p:spPr>
          <a:xfrm>
            <a:off x="10716640" y="6083574"/>
            <a:ext cx="1475360" cy="774259"/>
          </a:xfrm>
          <a:prstGeom prst="rect">
            <a:avLst/>
          </a:prstGeom>
        </p:spPr>
      </p:pic>
    </p:spTree>
    <p:extLst>
      <p:ext uri="{BB962C8B-B14F-4D97-AF65-F5344CB8AC3E}">
        <p14:creationId xmlns:p14="http://schemas.microsoft.com/office/powerpoint/2010/main" val="27736667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smtClean="0"/>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CA790B0-20B6-41E7-97F5-7D59731F4CCE}" type="datetime1">
              <a:rPr lang="en-US" smtClean="0">
                <a:solidFill>
                  <a:prstClr val="black">
                    <a:lumMod val="95000"/>
                    <a:lumOff val="5000"/>
                  </a:prstClr>
                </a:solidFill>
              </a:rPr>
              <a:pPr/>
              <a:t>11/20/2017</a:t>
            </a:fld>
            <a:endParaRPr lang="en-US">
              <a:solidFill>
                <a:prstClr val="black">
                  <a:lumMod val="95000"/>
                  <a:lumOff val="5000"/>
                </a:prstClr>
              </a:solidFill>
            </a:endParaRPr>
          </a:p>
        </p:txBody>
      </p:sp>
      <p:sp>
        <p:nvSpPr>
          <p:cNvPr id="5" name="Footer Placeholder 4"/>
          <p:cNvSpPr>
            <a:spLocks noGrp="1"/>
          </p:cNvSpPr>
          <p:nvPr>
            <p:ph type="ftr" sz="quarter" idx="11"/>
          </p:nvPr>
        </p:nvSpPr>
        <p:spPr/>
        <p:txBody>
          <a:bodyPr/>
          <a:lstStyle/>
          <a:p>
            <a:endParaRPr lang="en-US">
              <a:solidFill>
                <a:prstClr val="black">
                  <a:lumMod val="95000"/>
                  <a:lumOff val="5000"/>
                </a:prstClr>
              </a:solidFill>
            </a:endParaRPr>
          </a:p>
        </p:txBody>
      </p:sp>
      <p:sp>
        <p:nvSpPr>
          <p:cNvPr id="6" name="Slide Number Placeholder 5"/>
          <p:cNvSpPr>
            <a:spLocks noGrp="1"/>
          </p:cNvSpPr>
          <p:nvPr>
            <p:ph type="sldNum" sz="quarter" idx="12"/>
          </p:nvPr>
        </p:nvSpPr>
        <p:spPr/>
        <p:txBody>
          <a:bodyPr/>
          <a:lstStyle/>
          <a:p>
            <a:fld id="{0AF0BB18-AE53-42E4-9D5C-1A2C78F44834}" type="slidenum">
              <a:rPr lang="en-US" smtClean="0">
                <a:solidFill>
                  <a:prstClr val="black">
                    <a:lumMod val="95000"/>
                    <a:lumOff val="5000"/>
                  </a:prstClr>
                </a:solidFill>
              </a:rPr>
              <a:pPr/>
              <a:t>‹#›</a:t>
            </a:fld>
            <a:endParaRPr lang="en-US">
              <a:solidFill>
                <a:prstClr val="black">
                  <a:lumMod val="95000"/>
                  <a:lumOff val="5000"/>
                </a:prstClr>
              </a:solidFill>
            </a:endParaRPr>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45953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748C2E9B-D258-485D-9581-21A4B4BF3024}" type="datetime1">
              <a:rPr lang="en-US" smtClean="0">
                <a:solidFill>
                  <a:prstClr val="black">
                    <a:lumMod val="95000"/>
                    <a:lumOff val="5000"/>
                  </a:prstClr>
                </a:solidFill>
              </a:rPr>
              <a:pPr/>
              <a:t>11/20/2017</a:t>
            </a:fld>
            <a:endParaRPr lang="en-US">
              <a:solidFill>
                <a:prstClr val="black">
                  <a:lumMod val="95000"/>
                  <a:lumOff val="5000"/>
                </a:prstClr>
              </a:solidFill>
            </a:endParaRPr>
          </a:p>
        </p:txBody>
      </p:sp>
      <p:sp>
        <p:nvSpPr>
          <p:cNvPr id="6" name="Footer Placeholder 5"/>
          <p:cNvSpPr>
            <a:spLocks noGrp="1"/>
          </p:cNvSpPr>
          <p:nvPr>
            <p:ph type="ftr" sz="quarter" idx="11"/>
          </p:nvPr>
        </p:nvSpPr>
        <p:spPr>
          <a:xfrm>
            <a:off x="3178272" y="6470704"/>
            <a:ext cx="5901459" cy="274320"/>
          </a:xfrm>
        </p:spPr>
        <p:txBody>
          <a:bodyPr/>
          <a:lstStyle/>
          <a:p>
            <a:endParaRPr lang="en-US">
              <a:solidFill>
                <a:prstClr val="black">
                  <a:lumMod val="95000"/>
                  <a:lumOff val="5000"/>
                </a:prstClr>
              </a:solidFill>
            </a:endParaRPr>
          </a:p>
        </p:txBody>
      </p:sp>
      <p:sp>
        <p:nvSpPr>
          <p:cNvPr id="7" name="Slide Number Placeholder 6"/>
          <p:cNvSpPr>
            <a:spLocks noGrp="1"/>
          </p:cNvSpPr>
          <p:nvPr>
            <p:ph type="sldNum" sz="quarter" idx="12"/>
          </p:nvPr>
        </p:nvSpPr>
        <p:spPr>
          <a:xfrm>
            <a:off x="0" y="6470704"/>
            <a:ext cx="973667" cy="274320"/>
          </a:xfrm>
        </p:spPr>
        <p:txBody>
          <a:bodyPr/>
          <a:lstStyle/>
          <a:p>
            <a:fld id="{0AF0BB18-AE53-42E4-9D5C-1A2C78F44834}" type="slidenum">
              <a:rPr lang="en-US" smtClean="0">
                <a:solidFill>
                  <a:prstClr val="black">
                    <a:lumMod val="95000"/>
                    <a:lumOff val="5000"/>
                  </a:prstClr>
                </a:solidFill>
              </a:rPr>
              <a:pPr/>
              <a:t>‹#›</a:t>
            </a:fld>
            <a:endParaRPr lang="en-US" dirty="0">
              <a:solidFill>
                <a:prstClr val="black">
                  <a:lumMod val="95000"/>
                  <a:lumOff val="5000"/>
                </a:prstClr>
              </a:solidFill>
            </a:endParaRPr>
          </a:p>
        </p:txBody>
      </p:sp>
      <p:pic>
        <p:nvPicPr>
          <p:cNvPr id="9" name="Picture 8"/>
          <p:cNvPicPr>
            <a:picLocks noChangeAspect="1"/>
          </p:cNvPicPr>
          <p:nvPr userDrawn="1"/>
        </p:nvPicPr>
        <p:blipFill>
          <a:blip r:embed="rId2"/>
          <a:stretch>
            <a:fillRect/>
          </a:stretch>
        </p:blipFill>
        <p:spPr>
          <a:xfrm>
            <a:off x="10716640" y="6080760"/>
            <a:ext cx="1475360" cy="774259"/>
          </a:xfrm>
          <a:prstGeom prst="rect">
            <a:avLst/>
          </a:prstGeom>
        </p:spPr>
      </p:pic>
    </p:spTree>
    <p:extLst>
      <p:ext uri="{BB962C8B-B14F-4D97-AF65-F5344CB8AC3E}">
        <p14:creationId xmlns:p14="http://schemas.microsoft.com/office/powerpoint/2010/main" val="17232199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smtClean="0"/>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ADD2D38A-AD7E-414C-ABF9-130D7F225052}" type="datetime1">
              <a:rPr lang="en-US" smtClean="0">
                <a:solidFill>
                  <a:prstClr val="black">
                    <a:lumMod val="95000"/>
                    <a:lumOff val="5000"/>
                  </a:prstClr>
                </a:solidFill>
              </a:rPr>
              <a:pPr/>
              <a:t>11/20/2017</a:t>
            </a:fld>
            <a:endParaRPr lang="en-US">
              <a:solidFill>
                <a:prstClr val="black">
                  <a:lumMod val="95000"/>
                  <a:lumOff val="5000"/>
                </a:prstClr>
              </a:solidFill>
            </a:endParaRPr>
          </a:p>
        </p:txBody>
      </p:sp>
      <p:sp>
        <p:nvSpPr>
          <p:cNvPr id="8" name="Footer Placeholder 7"/>
          <p:cNvSpPr>
            <a:spLocks noGrp="1"/>
          </p:cNvSpPr>
          <p:nvPr>
            <p:ph type="ftr" sz="quarter" idx="11"/>
          </p:nvPr>
        </p:nvSpPr>
        <p:spPr/>
        <p:txBody>
          <a:bodyPr/>
          <a:lstStyle/>
          <a:p>
            <a:endParaRPr lang="en-US">
              <a:solidFill>
                <a:prstClr val="black">
                  <a:lumMod val="95000"/>
                  <a:lumOff val="5000"/>
                </a:prstClr>
              </a:solidFill>
            </a:endParaRPr>
          </a:p>
        </p:txBody>
      </p:sp>
      <p:sp>
        <p:nvSpPr>
          <p:cNvPr id="9" name="Slide Number Placeholder 8"/>
          <p:cNvSpPr>
            <a:spLocks noGrp="1"/>
          </p:cNvSpPr>
          <p:nvPr>
            <p:ph type="sldNum" sz="quarter" idx="12"/>
          </p:nvPr>
        </p:nvSpPr>
        <p:spPr/>
        <p:txBody>
          <a:bodyPr/>
          <a:lstStyle/>
          <a:p>
            <a:fld id="{0AF0BB18-AE53-42E4-9D5C-1A2C78F44834}" type="slidenum">
              <a:rPr lang="en-US" smtClean="0">
                <a:solidFill>
                  <a:prstClr val="black">
                    <a:lumMod val="95000"/>
                    <a:lumOff val="5000"/>
                  </a:prstClr>
                </a:solidFill>
              </a:rPr>
              <a:pPr/>
              <a:t>‹#›</a:t>
            </a:fld>
            <a:endParaRPr lang="en-US">
              <a:solidFill>
                <a:prstClr val="black">
                  <a:lumMod val="95000"/>
                  <a:lumOff val="5000"/>
                </a:prstClr>
              </a:solidFill>
            </a:endParaRPr>
          </a:p>
        </p:txBody>
      </p:sp>
    </p:spTree>
    <p:extLst>
      <p:ext uri="{BB962C8B-B14F-4D97-AF65-F5344CB8AC3E}">
        <p14:creationId xmlns:p14="http://schemas.microsoft.com/office/powerpoint/2010/main" val="32449825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D8C59931-0CF9-4ABC-AEED-732F8473CC56}" type="datetime1">
              <a:rPr lang="en-US" smtClean="0">
                <a:solidFill>
                  <a:prstClr val="black">
                    <a:lumMod val="95000"/>
                    <a:lumOff val="5000"/>
                  </a:prstClr>
                </a:solidFill>
              </a:rPr>
              <a:pPr/>
              <a:t>11/20/2017</a:t>
            </a:fld>
            <a:endParaRPr lang="en-US">
              <a:solidFill>
                <a:prstClr val="black">
                  <a:lumMod val="95000"/>
                  <a:lumOff val="5000"/>
                </a:prstClr>
              </a:solidFill>
            </a:endParaRPr>
          </a:p>
        </p:txBody>
      </p:sp>
      <p:sp>
        <p:nvSpPr>
          <p:cNvPr id="4" name="Footer Placeholder 3"/>
          <p:cNvSpPr>
            <a:spLocks noGrp="1"/>
          </p:cNvSpPr>
          <p:nvPr>
            <p:ph type="ftr" sz="quarter" idx="11"/>
          </p:nvPr>
        </p:nvSpPr>
        <p:spPr>
          <a:xfrm>
            <a:off x="3178272" y="6470704"/>
            <a:ext cx="5901459" cy="274320"/>
          </a:xfrm>
        </p:spPr>
        <p:txBody>
          <a:bodyPr/>
          <a:lstStyle/>
          <a:p>
            <a:endParaRPr lang="en-US">
              <a:solidFill>
                <a:prstClr val="black">
                  <a:lumMod val="95000"/>
                  <a:lumOff val="5000"/>
                </a:prstClr>
              </a:solidFill>
            </a:endParaRPr>
          </a:p>
        </p:txBody>
      </p:sp>
      <p:sp>
        <p:nvSpPr>
          <p:cNvPr id="5" name="Slide Number Placeholder 4"/>
          <p:cNvSpPr>
            <a:spLocks noGrp="1"/>
          </p:cNvSpPr>
          <p:nvPr>
            <p:ph type="sldNum" sz="quarter" idx="12"/>
          </p:nvPr>
        </p:nvSpPr>
        <p:spPr>
          <a:xfrm>
            <a:off x="50461" y="6470704"/>
            <a:ext cx="973667" cy="274320"/>
          </a:xfrm>
        </p:spPr>
        <p:txBody>
          <a:bodyPr/>
          <a:lstStyle/>
          <a:p>
            <a:fld id="{0AF0BB18-AE53-42E4-9D5C-1A2C78F44834}" type="slidenum">
              <a:rPr lang="en-US" smtClean="0">
                <a:solidFill>
                  <a:prstClr val="black">
                    <a:lumMod val="95000"/>
                    <a:lumOff val="5000"/>
                  </a:prstClr>
                </a:solidFill>
              </a:rPr>
              <a:pPr/>
              <a:t>‹#›</a:t>
            </a:fld>
            <a:endParaRPr lang="en-US">
              <a:solidFill>
                <a:prstClr val="black">
                  <a:lumMod val="95000"/>
                  <a:lumOff val="5000"/>
                </a:prstClr>
              </a:solidFill>
            </a:endParaRPr>
          </a:p>
        </p:txBody>
      </p:sp>
      <p:pic>
        <p:nvPicPr>
          <p:cNvPr id="6" name="Picture 5"/>
          <p:cNvPicPr>
            <a:picLocks noChangeAspect="1"/>
          </p:cNvPicPr>
          <p:nvPr userDrawn="1"/>
        </p:nvPicPr>
        <p:blipFill>
          <a:blip r:embed="rId2"/>
          <a:stretch>
            <a:fillRect/>
          </a:stretch>
        </p:blipFill>
        <p:spPr>
          <a:xfrm>
            <a:off x="10716640" y="6080760"/>
            <a:ext cx="1475360" cy="774259"/>
          </a:xfrm>
          <a:prstGeom prst="rect">
            <a:avLst/>
          </a:prstGeom>
        </p:spPr>
      </p:pic>
    </p:spTree>
    <p:extLst>
      <p:ext uri="{BB962C8B-B14F-4D97-AF65-F5344CB8AC3E}">
        <p14:creationId xmlns:p14="http://schemas.microsoft.com/office/powerpoint/2010/main" val="20705548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sz="1400"/>
            </a:lvl1pPr>
          </a:lstStyle>
          <a:p>
            <a:fld id="{4CCECD85-FC30-4B50-B1AA-FA970E280169}" type="datetime1">
              <a:rPr lang="en-US" smtClean="0">
                <a:solidFill>
                  <a:prstClr val="black">
                    <a:lumMod val="95000"/>
                    <a:lumOff val="5000"/>
                  </a:prstClr>
                </a:solidFill>
              </a:rPr>
              <a:pPr/>
              <a:t>11/20/2017</a:t>
            </a:fld>
            <a:endParaRPr lang="en-US">
              <a:solidFill>
                <a:prstClr val="black">
                  <a:lumMod val="95000"/>
                  <a:lumOff val="5000"/>
                </a:prstClr>
              </a:solidFill>
            </a:endParaRPr>
          </a:p>
        </p:txBody>
      </p:sp>
      <p:sp>
        <p:nvSpPr>
          <p:cNvPr id="3" name="Footer Placeholder 2"/>
          <p:cNvSpPr>
            <a:spLocks noGrp="1"/>
          </p:cNvSpPr>
          <p:nvPr>
            <p:ph type="ftr" sz="quarter" idx="11"/>
          </p:nvPr>
        </p:nvSpPr>
        <p:spPr>
          <a:xfrm>
            <a:off x="3178272" y="6470704"/>
            <a:ext cx="5901459" cy="274320"/>
          </a:xfrm>
        </p:spPr>
        <p:txBody>
          <a:bodyPr/>
          <a:lstStyle>
            <a:lvl1pPr>
              <a:defRPr sz="1400"/>
            </a:lvl1pPr>
          </a:lstStyle>
          <a:p>
            <a:endParaRPr lang="en-US">
              <a:solidFill>
                <a:prstClr val="black">
                  <a:lumMod val="95000"/>
                  <a:lumOff val="5000"/>
                </a:prstClr>
              </a:solidFill>
            </a:endParaRPr>
          </a:p>
        </p:txBody>
      </p:sp>
      <p:sp>
        <p:nvSpPr>
          <p:cNvPr id="4" name="Slide Number Placeholder 3"/>
          <p:cNvSpPr>
            <a:spLocks noGrp="1"/>
          </p:cNvSpPr>
          <p:nvPr>
            <p:ph type="sldNum" sz="quarter" idx="12"/>
          </p:nvPr>
        </p:nvSpPr>
        <p:spPr>
          <a:xfrm>
            <a:off x="50462" y="6467889"/>
            <a:ext cx="973667" cy="274320"/>
          </a:xfrm>
        </p:spPr>
        <p:txBody>
          <a:bodyPr/>
          <a:lstStyle>
            <a:lvl1pPr>
              <a:defRPr sz="2000"/>
            </a:lvl1pPr>
          </a:lstStyle>
          <a:p>
            <a:fld id="{0AF0BB18-AE53-42E4-9D5C-1A2C78F44834}" type="slidenum">
              <a:rPr lang="en-US" smtClean="0">
                <a:solidFill>
                  <a:prstClr val="black">
                    <a:lumMod val="95000"/>
                    <a:lumOff val="5000"/>
                  </a:prstClr>
                </a:solidFill>
              </a:rPr>
              <a:pPr/>
              <a:t>‹#›</a:t>
            </a:fld>
            <a:endParaRPr lang="en-US" dirty="0">
              <a:solidFill>
                <a:prstClr val="black">
                  <a:lumMod val="95000"/>
                  <a:lumOff val="5000"/>
                </a:prstClr>
              </a:solidFill>
            </a:endParaRPr>
          </a:p>
        </p:txBody>
      </p:sp>
      <p:pic>
        <p:nvPicPr>
          <p:cNvPr id="5" name="Picture 4"/>
          <p:cNvPicPr>
            <a:picLocks noChangeAspect="1"/>
          </p:cNvPicPr>
          <p:nvPr userDrawn="1"/>
        </p:nvPicPr>
        <p:blipFill>
          <a:blip r:embed="rId2"/>
          <a:stretch>
            <a:fillRect/>
          </a:stretch>
        </p:blipFill>
        <p:spPr>
          <a:xfrm>
            <a:off x="10716640" y="6080760"/>
            <a:ext cx="1475360" cy="774259"/>
          </a:xfrm>
          <a:prstGeom prst="rect">
            <a:avLst/>
          </a:prstGeom>
        </p:spPr>
      </p:pic>
    </p:spTree>
    <p:extLst>
      <p:ext uri="{BB962C8B-B14F-4D97-AF65-F5344CB8AC3E}">
        <p14:creationId xmlns:p14="http://schemas.microsoft.com/office/powerpoint/2010/main" val="35526366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smtClean="0"/>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A7AB11E-8B93-41C6-8CDF-D4801B61A8F9}" type="datetime1">
              <a:rPr lang="en-US" smtClean="0">
                <a:solidFill>
                  <a:prstClr val="black">
                    <a:lumMod val="95000"/>
                    <a:lumOff val="5000"/>
                  </a:prstClr>
                </a:solidFill>
              </a:rPr>
              <a:pPr/>
              <a:t>11/20/2017</a:t>
            </a:fld>
            <a:endParaRPr lang="en-US">
              <a:solidFill>
                <a:prstClr val="black">
                  <a:lumMod val="95000"/>
                  <a:lumOff val="5000"/>
                </a:prstClr>
              </a:solidFill>
            </a:endParaRPr>
          </a:p>
        </p:txBody>
      </p:sp>
      <p:sp>
        <p:nvSpPr>
          <p:cNvPr id="6" name="Footer Placeholder 5"/>
          <p:cNvSpPr>
            <a:spLocks noGrp="1"/>
          </p:cNvSpPr>
          <p:nvPr>
            <p:ph type="ftr" sz="quarter" idx="11"/>
          </p:nvPr>
        </p:nvSpPr>
        <p:spPr/>
        <p:txBody>
          <a:bodyPr/>
          <a:lstStyle/>
          <a:p>
            <a:endParaRPr lang="en-US">
              <a:solidFill>
                <a:prstClr val="black">
                  <a:lumMod val="95000"/>
                  <a:lumOff val="5000"/>
                </a:prstClr>
              </a:solidFill>
            </a:endParaRPr>
          </a:p>
        </p:txBody>
      </p:sp>
      <p:sp>
        <p:nvSpPr>
          <p:cNvPr id="7" name="Slide Number Placeholder 6"/>
          <p:cNvSpPr>
            <a:spLocks noGrp="1"/>
          </p:cNvSpPr>
          <p:nvPr>
            <p:ph type="sldNum" sz="quarter" idx="12"/>
          </p:nvPr>
        </p:nvSpPr>
        <p:spPr/>
        <p:txBody>
          <a:bodyPr/>
          <a:lstStyle/>
          <a:p>
            <a:fld id="{0AF0BB18-AE53-42E4-9D5C-1A2C78F44834}" type="slidenum">
              <a:rPr lang="en-US" smtClean="0">
                <a:solidFill>
                  <a:prstClr val="black">
                    <a:lumMod val="95000"/>
                    <a:lumOff val="5000"/>
                  </a:prstClr>
                </a:solidFill>
              </a:rPr>
              <a:pPr/>
              <a:t>‹#›</a:t>
            </a:fld>
            <a:endParaRPr lang="en-US">
              <a:solidFill>
                <a:prstClr val="black">
                  <a:lumMod val="95000"/>
                  <a:lumOff val="5000"/>
                </a:prstClr>
              </a:solidFill>
            </a:endParaRPr>
          </a:p>
        </p:txBody>
      </p:sp>
    </p:spTree>
    <p:extLst>
      <p:ext uri="{BB962C8B-B14F-4D97-AF65-F5344CB8AC3E}">
        <p14:creationId xmlns:p14="http://schemas.microsoft.com/office/powerpoint/2010/main" val="34397831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5BEE1BC-2A77-4E40-BCB8-7CAC3E418515}" type="datetime1">
              <a:rPr lang="en-US" smtClean="0">
                <a:solidFill>
                  <a:prstClr val="black">
                    <a:lumMod val="95000"/>
                    <a:lumOff val="5000"/>
                  </a:prstClr>
                </a:solidFill>
              </a:rPr>
              <a:pPr/>
              <a:t>11/20/2017</a:t>
            </a:fld>
            <a:endParaRPr lang="en-US">
              <a:solidFill>
                <a:prstClr val="black">
                  <a:lumMod val="95000"/>
                  <a:lumOff val="5000"/>
                </a:prstClr>
              </a:solidFill>
            </a:endParaRPr>
          </a:p>
        </p:txBody>
      </p:sp>
      <p:sp>
        <p:nvSpPr>
          <p:cNvPr id="6" name="Footer Placeholder 5"/>
          <p:cNvSpPr>
            <a:spLocks noGrp="1"/>
          </p:cNvSpPr>
          <p:nvPr>
            <p:ph type="ftr" sz="quarter" idx="11"/>
          </p:nvPr>
        </p:nvSpPr>
        <p:spPr/>
        <p:txBody>
          <a:bodyPr/>
          <a:lstStyle/>
          <a:p>
            <a:endParaRPr lang="en-US">
              <a:solidFill>
                <a:prstClr val="black">
                  <a:lumMod val="95000"/>
                  <a:lumOff val="5000"/>
                </a:prstClr>
              </a:solidFill>
            </a:endParaRPr>
          </a:p>
        </p:txBody>
      </p:sp>
      <p:sp>
        <p:nvSpPr>
          <p:cNvPr id="7" name="Slide Number Placeholder 6"/>
          <p:cNvSpPr>
            <a:spLocks noGrp="1"/>
          </p:cNvSpPr>
          <p:nvPr>
            <p:ph type="sldNum" sz="quarter" idx="12"/>
          </p:nvPr>
        </p:nvSpPr>
        <p:spPr/>
        <p:txBody>
          <a:bodyPr/>
          <a:lstStyle/>
          <a:p>
            <a:fld id="{0AF0BB18-AE53-42E4-9D5C-1A2C78F44834}" type="slidenum">
              <a:rPr lang="en-US" smtClean="0">
                <a:solidFill>
                  <a:prstClr val="black">
                    <a:lumMod val="95000"/>
                    <a:lumOff val="5000"/>
                  </a:prstClr>
                </a:solidFill>
              </a:rPr>
              <a:pPr/>
              <a:t>‹#›</a:t>
            </a:fld>
            <a:endParaRPr lang="en-US">
              <a:solidFill>
                <a:prstClr val="black">
                  <a:lumMod val="95000"/>
                  <a:lumOff val="5000"/>
                </a:prstClr>
              </a:solidFill>
            </a:endParaRPr>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69488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36A8939-00E5-4B20-9451-5C6714247F04}" type="datetime1">
              <a:rPr lang="en-US" smtClean="0">
                <a:solidFill>
                  <a:prstClr val="black">
                    <a:lumMod val="95000"/>
                    <a:lumOff val="5000"/>
                  </a:prstClr>
                </a:solidFill>
              </a:rPr>
              <a:pPr/>
              <a:t>11/20/2017</a:t>
            </a:fld>
            <a:endParaRPr lang="en-US">
              <a:solidFill>
                <a:prstClr val="black">
                  <a:lumMod val="95000"/>
                  <a:lumOff val="5000"/>
                </a:prstClr>
              </a:solidFill>
            </a:endParaRPr>
          </a:p>
        </p:txBody>
      </p:sp>
      <p:sp>
        <p:nvSpPr>
          <p:cNvPr id="5" name="Footer Placeholder 4"/>
          <p:cNvSpPr>
            <a:spLocks noGrp="1"/>
          </p:cNvSpPr>
          <p:nvPr>
            <p:ph type="ftr" sz="quarter" idx="11"/>
          </p:nvPr>
        </p:nvSpPr>
        <p:spPr/>
        <p:txBody>
          <a:bodyPr/>
          <a:lstStyle/>
          <a:p>
            <a:endParaRPr lang="en-US">
              <a:solidFill>
                <a:prstClr val="black">
                  <a:lumMod val="95000"/>
                  <a:lumOff val="5000"/>
                </a:prstClr>
              </a:solidFill>
            </a:endParaRPr>
          </a:p>
        </p:txBody>
      </p:sp>
      <p:sp>
        <p:nvSpPr>
          <p:cNvPr id="6" name="Slide Number Placeholder 5"/>
          <p:cNvSpPr>
            <a:spLocks noGrp="1"/>
          </p:cNvSpPr>
          <p:nvPr>
            <p:ph type="sldNum" sz="quarter" idx="12"/>
          </p:nvPr>
        </p:nvSpPr>
        <p:spPr/>
        <p:txBody>
          <a:bodyPr/>
          <a:lstStyle/>
          <a:p>
            <a:fld id="{0AF0BB18-AE53-42E4-9D5C-1A2C78F44834}" type="slidenum">
              <a:rPr lang="en-US" smtClean="0">
                <a:solidFill>
                  <a:prstClr val="black">
                    <a:lumMod val="95000"/>
                    <a:lumOff val="5000"/>
                  </a:prstClr>
                </a:solidFill>
              </a:rPr>
              <a:pPr/>
              <a:t>‹#›</a:t>
            </a:fld>
            <a:endParaRPr lang="en-US">
              <a:solidFill>
                <a:prstClr val="black">
                  <a:lumMod val="95000"/>
                  <a:lumOff val="5000"/>
                </a:prstClr>
              </a:solidFill>
            </a:endParaRPr>
          </a:p>
        </p:txBody>
      </p:sp>
    </p:spTree>
    <p:extLst>
      <p:ext uri="{BB962C8B-B14F-4D97-AF65-F5344CB8AC3E}">
        <p14:creationId xmlns:p14="http://schemas.microsoft.com/office/powerpoint/2010/main" val="14677520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2385787-46CA-49F0-9F44-0ED901193044}" type="datetime1">
              <a:rPr lang="en-US" smtClean="0">
                <a:solidFill>
                  <a:prstClr val="black">
                    <a:lumMod val="95000"/>
                    <a:lumOff val="5000"/>
                  </a:prstClr>
                </a:solidFill>
              </a:rPr>
              <a:pPr/>
              <a:t>11/20/2017</a:t>
            </a:fld>
            <a:endParaRPr lang="en-US">
              <a:solidFill>
                <a:prstClr val="black">
                  <a:lumMod val="95000"/>
                  <a:lumOff val="5000"/>
                </a:prstClr>
              </a:solidFill>
            </a:endParaRPr>
          </a:p>
        </p:txBody>
      </p:sp>
      <p:sp>
        <p:nvSpPr>
          <p:cNvPr id="5" name="Footer Placeholder 4"/>
          <p:cNvSpPr>
            <a:spLocks noGrp="1"/>
          </p:cNvSpPr>
          <p:nvPr>
            <p:ph type="ftr" sz="quarter" idx="11"/>
          </p:nvPr>
        </p:nvSpPr>
        <p:spPr/>
        <p:txBody>
          <a:bodyPr/>
          <a:lstStyle/>
          <a:p>
            <a:endParaRPr lang="en-US">
              <a:solidFill>
                <a:prstClr val="black">
                  <a:lumMod val="95000"/>
                  <a:lumOff val="5000"/>
                </a:prstClr>
              </a:solidFill>
            </a:endParaRPr>
          </a:p>
        </p:txBody>
      </p:sp>
      <p:sp>
        <p:nvSpPr>
          <p:cNvPr id="6" name="Slide Number Placeholder 5"/>
          <p:cNvSpPr>
            <a:spLocks noGrp="1"/>
          </p:cNvSpPr>
          <p:nvPr>
            <p:ph type="sldNum" sz="quarter" idx="12"/>
          </p:nvPr>
        </p:nvSpPr>
        <p:spPr/>
        <p:txBody>
          <a:bodyPr/>
          <a:lstStyle/>
          <a:p>
            <a:fld id="{0AF0BB18-AE53-42E4-9D5C-1A2C78F44834}" type="slidenum">
              <a:rPr lang="en-US" smtClean="0">
                <a:solidFill>
                  <a:prstClr val="black">
                    <a:lumMod val="95000"/>
                    <a:lumOff val="5000"/>
                  </a:prstClr>
                </a:solidFill>
              </a:rPr>
              <a:pPr/>
              <a:t>‹#›</a:t>
            </a:fld>
            <a:endParaRPr lang="en-US">
              <a:solidFill>
                <a:prstClr val="black">
                  <a:lumMod val="95000"/>
                  <a:lumOff val="5000"/>
                </a:prstClr>
              </a:solidFill>
            </a:endParaRPr>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3516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BFEF6C84-C7C1-45F3-A4AE-7261AF9325AF}" type="datetime1">
              <a:rPr lang="en-US" smtClean="0">
                <a:solidFill>
                  <a:prstClr val="black">
                    <a:lumMod val="95000"/>
                    <a:lumOff val="5000"/>
                  </a:prstClr>
                </a:solidFill>
              </a:rPr>
              <a:pPr/>
              <a:t>11/20/2017</a:t>
            </a:fld>
            <a:endParaRPr lang="en-US">
              <a:solidFill>
                <a:prstClr val="black">
                  <a:lumMod val="95000"/>
                  <a:lumOff val="5000"/>
                </a:prstClr>
              </a:solidFill>
            </a:endParaRPr>
          </a:p>
        </p:txBody>
      </p:sp>
      <p:sp>
        <p:nvSpPr>
          <p:cNvPr id="5" name="Footer Placeholder 4"/>
          <p:cNvSpPr>
            <a:spLocks noGrp="1"/>
          </p:cNvSpPr>
          <p:nvPr>
            <p:ph type="ftr" sz="quarter" idx="3"/>
          </p:nvPr>
        </p:nvSpPr>
        <p:spPr>
          <a:xfrm>
            <a:off x="317827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solidFill>
                <a:prstClr val="black">
                  <a:lumMod val="95000"/>
                  <a:lumOff val="5000"/>
                </a:prstClr>
              </a:solidFill>
            </a:endParaRPr>
          </a:p>
        </p:txBody>
      </p:sp>
      <p:sp>
        <p:nvSpPr>
          <p:cNvPr id="6" name="Slide Number Placeholder 5"/>
          <p:cNvSpPr>
            <a:spLocks noGrp="1"/>
          </p:cNvSpPr>
          <p:nvPr>
            <p:ph type="sldNum" sz="quarter" idx="4"/>
          </p:nvPr>
        </p:nvSpPr>
        <p:spPr>
          <a:xfrm>
            <a:off x="50461" y="6470704"/>
            <a:ext cx="973667" cy="274320"/>
          </a:xfrm>
          <a:prstGeom prst="rect">
            <a:avLst/>
          </a:prstGeom>
        </p:spPr>
        <p:txBody>
          <a:bodyPr vert="horz" lIns="91440" tIns="45720" rIns="91440" bIns="45720" rtlCol="0" anchor="ctr"/>
          <a:lstStyle>
            <a:lvl1pPr algn="l">
              <a:defRPr sz="2000">
                <a:solidFill>
                  <a:schemeClr val="tx1">
                    <a:lumMod val="95000"/>
                    <a:lumOff val="5000"/>
                  </a:schemeClr>
                </a:solidFill>
                <a:latin typeface="+mj-lt"/>
              </a:defRPr>
            </a:lvl1pPr>
          </a:lstStyle>
          <a:p>
            <a:fld id="{0AF0BB18-AE53-42E4-9D5C-1A2C78F44834}" type="slidenum">
              <a:rPr lang="en-US" smtClean="0">
                <a:solidFill>
                  <a:prstClr val="black">
                    <a:lumMod val="95000"/>
                    <a:lumOff val="5000"/>
                  </a:prstClr>
                </a:solidFill>
              </a:rPr>
              <a:pPr/>
              <a:t>‹#›</a:t>
            </a:fld>
            <a:endParaRPr lang="en-US">
              <a:solidFill>
                <a:prstClr val="black">
                  <a:lumMod val="95000"/>
                  <a:lumOff val="5000"/>
                </a:prstClr>
              </a:solidFill>
            </a:endParaRPr>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8" name="Picture 7"/>
          <p:cNvPicPr>
            <a:picLocks noChangeAspect="1"/>
          </p:cNvPicPr>
          <p:nvPr userDrawn="1"/>
        </p:nvPicPr>
        <p:blipFill>
          <a:blip r:embed="rId13"/>
          <a:stretch>
            <a:fillRect/>
          </a:stretch>
        </p:blipFill>
        <p:spPr>
          <a:xfrm>
            <a:off x="10716640" y="6080760"/>
            <a:ext cx="1475360" cy="774259"/>
          </a:xfrm>
          <a:prstGeom prst="rect">
            <a:avLst/>
          </a:prstGeom>
        </p:spPr>
      </p:pic>
    </p:spTree>
    <p:extLst>
      <p:ext uri="{BB962C8B-B14F-4D97-AF65-F5344CB8AC3E}">
        <p14:creationId xmlns:p14="http://schemas.microsoft.com/office/powerpoint/2010/main" val="388230301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12.jpeg"/><Relationship Id="rId7" Type="http://schemas.openxmlformats.org/officeDocument/2006/relationships/diagramColors" Target="../diagrams/colors4.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1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15.JPG"/><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16.jpeg"/><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18.jpg"/></Relationships>
</file>

<file path=ppt/slides/_rels/slide3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mailto:Allison.taylor@umb.edu" TargetMode="External"/><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 y="4756937"/>
            <a:ext cx="8229601" cy="1463040"/>
          </a:xfrm>
        </p:spPr>
        <p:txBody>
          <a:bodyPr>
            <a:normAutofit fontScale="90000"/>
          </a:bodyPr>
          <a:lstStyle/>
          <a:p>
            <a:r>
              <a:rPr lang="en-US" sz="6000" dirty="0" smtClean="0"/>
              <a:t>Why Return to Work?</a:t>
            </a:r>
            <a:br>
              <a:rPr lang="en-US" sz="6000" dirty="0" smtClean="0"/>
            </a:br>
            <a:r>
              <a:rPr lang="en-US" sz="4400" cap="none" dirty="0" smtClean="0"/>
              <a:t>Consumer Perspectives from the </a:t>
            </a:r>
            <a:br>
              <a:rPr lang="en-US" sz="4400" cap="none" dirty="0" smtClean="0"/>
            </a:br>
            <a:r>
              <a:rPr lang="en-US" sz="4400" cap="none" dirty="0" smtClean="0"/>
              <a:t>SGA Qualitative Study</a:t>
            </a:r>
            <a:endParaRPr lang="en-US" sz="4400" cap="none" dirty="0">
              <a:solidFill>
                <a:schemeClr val="tx1"/>
              </a:solidFill>
              <a:latin typeface="+mn-lt"/>
              <a:ea typeface="+mn-ea"/>
              <a:cs typeface="+mn-cs"/>
            </a:endParaRPr>
          </a:p>
        </p:txBody>
      </p:sp>
      <p:sp>
        <p:nvSpPr>
          <p:cNvPr id="3" name="Subtitle 2"/>
          <p:cNvSpPr>
            <a:spLocks noGrp="1"/>
          </p:cNvSpPr>
          <p:nvPr>
            <p:ph type="subTitle" idx="1"/>
          </p:nvPr>
        </p:nvSpPr>
        <p:spPr/>
        <p:txBody>
          <a:bodyPr/>
          <a:lstStyle/>
          <a:p>
            <a:r>
              <a:rPr lang="en-US" dirty="0" smtClean="0"/>
              <a:t>Allison B. Taylor, MSW, PhD</a:t>
            </a:r>
          </a:p>
          <a:p>
            <a:r>
              <a:rPr lang="en-US" dirty="0" smtClean="0"/>
              <a:t>Institute for Community Inclusion</a:t>
            </a:r>
          </a:p>
          <a:p>
            <a:r>
              <a:rPr lang="en-US" dirty="0" smtClean="0"/>
              <a:t>UMass Boston</a:t>
            </a:r>
            <a:endParaRPr lang="en-US" dirty="0"/>
          </a:p>
        </p:txBody>
      </p:sp>
      <p:sp>
        <p:nvSpPr>
          <p:cNvPr id="4" name="Slide Number Placeholder 3"/>
          <p:cNvSpPr>
            <a:spLocks noGrp="1"/>
          </p:cNvSpPr>
          <p:nvPr>
            <p:ph type="sldNum" sz="quarter" idx="12"/>
          </p:nvPr>
        </p:nvSpPr>
        <p:spPr/>
        <p:txBody>
          <a:bodyPr/>
          <a:lstStyle/>
          <a:p>
            <a:fld id="{0AF0BB18-AE53-42E4-9D5C-1A2C78F44834}" type="slidenum">
              <a:rPr lang="en-US" smtClean="0">
                <a:solidFill>
                  <a:prstClr val="black">
                    <a:lumMod val="95000"/>
                    <a:lumOff val="5000"/>
                  </a:prstClr>
                </a:solidFill>
              </a:rPr>
              <a:pPr/>
              <a:t>1</a:t>
            </a:fld>
            <a:endParaRPr lang="en-US">
              <a:solidFill>
                <a:prstClr val="black">
                  <a:lumMod val="95000"/>
                  <a:lumOff val="5000"/>
                </a:prstClr>
              </a:solidFill>
            </a:endParaRPr>
          </a:p>
        </p:txBody>
      </p:sp>
      <p:pic>
        <p:nvPicPr>
          <p:cNvPr id="6" name="Picture 5" descr="ICI/UMass logo" title="ICI/UMass logo"/>
          <p:cNvPicPr>
            <a:picLocks noChangeAspect="1"/>
          </p:cNvPicPr>
          <p:nvPr/>
        </p:nvPicPr>
        <p:blipFill>
          <a:blip r:embed="rId3"/>
          <a:stretch>
            <a:fillRect/>
          </a:stretch>
        </p:blipFill>
        <p:spPr>
          <a:xfrm>
            <a:off x="10719112" y="6081823"/>
            <a:ext cx="1472888" cy="776177"/>
          </a:xfrm>
          <a:prstGeom prst="rect">
            <a:avLst/>
          </a:prstGeom>
        </p:spPr>
      </p:pic>
      <p:sp>
        <p:nvSpPr>
          <p:cNvPr id="7" name="Subtitle 2"/>
          <p:cNvSpPr txBox="1">
            <a:spLocks/>
          </p:cNvSpPr>
          <p:nvPr/>
        </p:nvSpPr>
        <p:spPr>
          <a:xfrm>
            <a:off x="2171700" y="6311967"/>
            <a:ext cx="6057900" cy="591794"/>
          </a:xfrm>
          <a:prstGeom prst="rect">
            <a:avLst/>
          </a:prstGeom>
        </p:spPr>
        <p:txBody>
          <a:bodyPr vert="horz" lIns="91440" tIns="45720" rIns="91440" bIns="45720" rtlCol="0" anchor="ctr">
            <a:normAutofit/>
          </a:bodyPr>
          <a:lstStyle>
            <a:lvl1pPr marL="0" indent="0" algn="l" defTabSz="914400" rtl="0" eaLnBrk="1" latinLnBrk="0" hangingPunct="1">
              <a:lnSpc>
                <a:spcPct val="100000"/>
              </a:lnSpc>
              <a:spcBef>
                <a:spcPts val="0"/>
              </a:spcBef>
              <a:spcAft>
                <a:spcPts val="200"/>
              </a:spcAft>
              <a:buClr>
                <a:schemeClr val="accent1"/>
              </a:buClr>
              <a:buSzPct val="100000"/>
              <a:buFont typeface="Tw Cen MT" panose="020B0602020104020603" pitchFamily="34" charset="0"/>
              <a:buNone/>
              <a:defRPr sz="1800" kern="1200">
                <a:solidFill>
                  <a:schemeClr val="tx1">
                    <a:lumMod val="95000"/>
                    <a:lumOff val="5000"/>
                  </a:schemeClr>
                </a:solidFill>
                <a:latin typeface="+mn-lt"/>
                <a:ea typeface="+mn-ea"/>
                <a:cs typeface="+mn-cs"/>
              </a:defRPr>
            </a:lvl1pPr>
            <a:lvl2pPr marL="4572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2pPr>
            <a:lvl3pPr marL="9144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4pPr>
            <a:lvl5pPr marL="18288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9pPr>
          </a:lstStyle>
          <a:p>
            <a:pPr algn="r"/>
            <a:r>
              <a:rPr lang="en-US" sz="2400" i="1" dirty="0" smtClean="0"/>
              <a:t>September 2017</a:t>
            </a:r>
            <a:endParaRPr lang="en-US" sz="2400" i="1" dirty="0"/>
          </a:p>
        </p:txBody>
      </p:sp>
    </p:spTree>
    <p:extLst>
      <p:ext uri="{BB962C8B-B14F-4D97-AF65-F5344CB8AC3E}">
        <p14:creationId xmlns:p14="http://schemas.microsoft.com/office/powerpoint/2010/main" val="3495850212"/>
      </p:ext>
    </p:extLst>
  </p:cSld>
  <p:clrMapOvr>
    <a:masterClrMapping/>
  </p:clrMapOvr>
  <mc:AlternateContent xmlns:mc="http://schemas.openxmlformats.org/markup-compatibility/2006" xmlns:p14="http://schemas.microsoft.com/office/powerpoint/2010/main">
    <mc:Choice Requires="p14">
      <p:transition spd="slow" p14:dur="2000" advTm="42644"/>
    </mc:Choice>
    <mc:Fallback xmlns="">
      <p:transition spd="slow" advTm="42644"/>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Overview - SGA Project</a:t>
            </a:r>
            <a:endParaRPr lang="en-US" dirty="0"/>
          </a:p>
        </p:txBody>
      </p:sp>
      <p:sp>
        <p:nvSpPr>
          <p:cNvPr id="3" name="Content Placeholder 2"/>
          <p:cNvSpPr>
            <a:spLocks noGrp="1"/>
          </p:cNvSpPr>
          <p:nvPr>
            <p:ph idx="1"/>
          </p:nvPr>
        </p:nvSpPr>
        <p:spPr>
          <a:xfrm>
            <a:off x="711201" y="1907032"/>
            <a:ext cx="10032999" cy="4385872"/>
          </a:xfrm>
        </p:spPr>
        <p:txBody>
          <a:bodyPr>
            <a:noAutofit/>
          </a:bodyPr>
          <a:lstStyle/>
          <a:p>
            <a:pPr lvl="1">
              <a:buFont typeface="Wingdings" panose="05000000000000000000" pitchFamily="2" charset="2"/>
              <a:buChar char="Ø"/>
            </a:pPr>
            <a:r>
              <a:rPr lang="en-US" sz="3200" dirty="0" smtClean="0"/>
              <a:t>Funded by the Rehabilitation Services Administration (RSA)</a:t>
            </a:r>
          </a:p>
          <a:p>
            <a:pPr lvl="1">
              <a:buFont typeface="Wingdings" panose="05000000000000000000" pitchFamily="2" charset="2"/>
              <a:buChar char="Ø"/>
            </a:pPr>
            <a:r>
              <a:rPr lang="en-US" sz="3200" dirty="0" smtClean="0"/>
              <a:t>Model </a:t>
            </a:r>
            <a:r>
              <a:rPr lang="en-US" sz="3200" dirty="0"/>
              <a:t>Demonstration – MN/KY VR</a:t>
            </a:r>
          </a:p>
          <a:p>
            <a:pPr lvl="3"/>
            <a:r>
              <a:rPr lang="en-US" sz="2400" dirty="0" smtClean="0">
                <a:sym typeface="Symbol" panose="05050102010706020507" pitchFamily="18" charset="2"/>
              </a:rPr>
              <a:t>Goal: Design and test an intervention to increase employment outcomes for VR customers who receive SSDI disabled worker benefits.</a:t>
            </a:r>
          </a:p>
          <a:p>
            <a:pPr lvl="3"/>
            <a:r>
              <a:rPr lang="en-US" sz="2400" dirty="0" smtClean="0">
                <a:sym typeface="Symbol" panose="05050102010706020507" pitchFamily="18" charset="2"/>
              </a:rPr>
              <a:t>Model elements: Rapid Engagement and increased pacing, Coordinated Team Approach, </a:t>
            </a:r>
            <a:r>
              <a:rPr lang="en-US" sz="2400" dirty="0" smtClean="0"/>
              <a:t>Benefits/Financial Counseling, Job Placement</a:t>
            </a:r>
          </a:p>
          <a:p>
            <a:pPr lvl="1">
              <a:buFont typeface="Wingdings" panose="05000000000000000000" pitchFamily="2" charset="2"/>
              <a:buChar char="Ø"/>
            </a:pPr>
            <a:r>
              <a:rPr lang="en-US" sz="3200" dirty="0" smtClean="0"/>
              <a:t>Sample</a:t>
            </a:r>
          </a:p>
          <a:p>
            <a:pPr lvl="2"/>
            <a:r>
              <a:rPr lang="en-US" sz="2400" dirty="0" smtClean="0"/>
              <a:t>~2000 SSDI </a:t>
            </a:r>
            <a:r>
              <a:rPr lang="en-US" sz="2400" dirty="0"/>
              <a:t>disabled worker </a:t>
            </a:r>
            <a:r>
              <a:rPr lang="en-US" sz="2400" dirty="0" smtClean="0"/>
              <a:t>beneficiaries (SSDI-only, not SSI), non-blind</a:t>
            </a:r>
          </a:p>
        </p:txBody>
      </p:sp>
      <p:sp>
        <p:nvSpPr>
          <p:cNvPr id="4" name="Slide Number Placeholder 3"/>
          <p:cNvSpPr>
            <a:spLocks noGrp="1"/>
          </p:cNvSpPr>
          <p:nvPr>
            <p:ph type="sldNum" sz="quarter" idx="12"/>
          </p:nvPr>
        </p:nvSpPr>
        <p:spPr/>
        <p:txBody>
          <a:bodyPr/>
          <a:lstStyle/>
          <a:p>
            <a:fld id="{0AF0BB18-AE53-42E4-9D5C-1A2C78F44834}" type="slidenum">
              <a:rPr lang="en-US" smtClean="0"/>
              <a:t>2</a:t>
            </a:fld>
            <a:endParaRPr lang="en-US"/>
          </a:p>
        </p:txBody>
      </p:sp>
    </p:spTree>
    <p:extLst>
      <p:ext uri="{BB962C8B-B14F-4D97-AF65-F5344CB8AC3E}">
        <p14:creationId xmlns:p14="http://schemas.microsoft.com/office/powerpoint/2010/main" val="71387484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Overview - SGA Qualitative Study</a:t>
            </a:r>
            <a:endParaRPr lang="en-US" dirty="0"/>
          </a:p>
        </p:txBody>
      </p:sp>
      <p:sp>
        <p:nvSpPr>
          <p:cNvPr id="3" name="Content Placeholder 2"/>
          <p:cNvSpPr>
            <a:spLocks noGrp="1"/>
          </p:cNvSpPr>
          <p:nvPr>
            <p:ph idx="1"/>
          </p:nvPr>
        </p:nvSpPr>
        <p:spPr/>
        <p:txBody>
          <a:bodyPr>
            <a:noAutofit/>
          </a:bodyPr>
          <a:lstStyle/>
          <a:p>
            <a:pPr>
              <a:buFont typeface="Wingdings" panose="05000000000000000000" pitchFamily="2" charset="2"/>
              <a:buChar char="Ø"/>
            </a:pPr>
            <a:r>
              <a:rPr lang="en-US" sz="3400" b="1" dirty="0"/>
              <a:t>Follow-along study </a:t>
            </a:r>
            <a:r>
              <a:rPr lang="en-US" sz="3400" dirty="0" smtClean="0"/>
              <a:t>to the SGA Model Demonstration Project</a:t>
            </a:r>
            <a:endParaRPr lang="en-US" sz="3400" dirty="0"/>
          </a:p>
          <a:p>
            <a:pPr>
              <a:buFont typeface="Wingdings" panose="05000000000000000000" pitchFamily="2" charset="2"/>
              <a:buChar char="Ø"/>
            </a:pPr>
            <a:r>
              <a:rPr lang="en-US" sz="3400" b="1" dirty="0" smtClean="0"/>
              <a:t>Purpose</a:t>
            </a:r>
            <a:r>
              <a:rPr lang="en-US" sz="3400" b="1" dirty="0"/>
              <a:t>: </a:t>
            </a:r>
            <a:endParaRPr lang="en-US" sz="3400" b="1" dirty="0" smtClean="0"/>
          </a:p>
          <a:p>
            <a:pPr lvl="1">
              <a:buFont typeface="Arial" panose="020B0604020202020204" pitchFamily="34" charset="0"/>
              <a:buChar char="•"/>
            </a:pPr>
            <a:r>
              <a:rPr lang="en-US" sz="3000" dirty="0" smtClean="0"/>
              <a:t>Gather experiences </a:t>
            </a:r>
            <a:r>
              <a:rPr lang="en-US" sz="3000" dirty="0"/>
              <a:t>and perspectives of VR customers who </a:t>
            </a:r>
            <a:r>
              <a:rPr lang="en-US" sz="3000" dirty="0" smtClean="0"/>
              <a:t>are SSDI beneficiaries</a:t>
            </a:r>
          </a:p>
          <a:p>
            <a:pPr lvl="1">
              <a:buFont typeface="Arial" panose="020B0604020202020204" pitchFamily="34" charset="0"/>
              <a:buChar char="•"/>
            </a:pPr>
            <a:r>
              <a:rPr lang="en-US" sz="3000" dirty="0" smtClean="0"/>
              <a:t>Understand how these customers make decisions about employment</a:t>
            </a:r>
            <a:endParaRPr lang="en-US" sz="3400" dirty="0" smtClean="0"/>
          </a:p>
        </p:txBody>
      </p:sp>
      <p:sp>
        <p:nvSpPr>
          <p:cNvPr id="4" name="Slide Number Placeholder 3"/>
          <p:cNvSpPr>
            <a:spLocks noGrp="1"/>
          </p:cNvSpPr>
          <p:nvPr>
            <p:ph type="sldNum" sz="quarter" idx="12"/>
          </p:nvPr>
        </p:nvSpPr>
        <p:spPr/>
        <p:txBody>
          <a:bodyPr/>
          <a:lstStyle/>
          <a:p>
            <a:fld id="{0AF0BB18-AE53-42E4-9D5C-1A2C78F44834}" type="slidenum">
              <a:rPr lang="en-US" smtClean="0">
                <a:solidFill>
                  <a:prstClr val="black">
                    <a:lumMod val="95000"/>
                    <a:lumOff val="5000"/>
                  </a:prstClr>
                </a:solidFill>
              </a:rPr>
              <a:pPr/>
              <a:t>3</a:t>
            </a:fld>
            <a:endParaRPr lang="en-US">
              <a:solidFill>
                <a:prstClr val="black">
                  <a:lumMod val="95000"/>
                  <a:lumOff val="5000"/>
                </a:prstClr>
              </a:solidFill>
            </a:endParaRPr>
          </a:p>
        </p:txBody>
      </p:sp>
    </p:spTree>
    <p:extLst>
      <p:ext uri="{BB962C8B-B14F-4D97-AF65-F5344CB8AC3E}">
        <p14:creationId xmlns:p14="http://schemas.microsoft.com/office/powerpoint/2010/main" val="374865990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recruitment, </a:t>
            </a:r>
            <a:r>
              <a:rPr lang="en-US" dirty="0"/>
              <a:t>Sample, &amp; </a:t>
            </a:r>
            <a:r>
              <a:rPr lang="en-US" dirty="0" smtClean="0"/>
              <a:t>methods</a:t>
            </a:r>
            <a:endParaRPr lang="en-US" dirty="0"/>
          </a:p>
        </p:txBody>
      </p:sp>
      <p:sp>
        <p:nvSpPr>
          <p:cNvPr id="3" name="Content Placeholder 2"/>
          <p:cNvSpPr>
            <a:spLocks noGrp="1"/>
          </p:cNvSpPr>
          <p:nvPr>
            <p:ph idx="1"/>
          </p:nvPr>
        </p:nvSpPr>
        <p:spPr/>
        <p:txBody>
          <a:bodyPr>
            <a:normAutofit lnSpcReduction="10000"/>
          </a:bodyPr>
          <a:lstStyle/>
          <a:p>
            <a:r>
              <a:rPr lang="en-US" sz="3600" b="1" dirty="0" smtClean="0"/>
              <a:t>Recruitment:</a:t>
            </a:r>
          </a:p>
          <a:p>
            <a:pPr lvl="1">
              <a:buClr>
                <a:srgbClr val="1CADE4"/>
              </a:buClr>
              <a:buFont typeface="Wingdings" panose="05000000000000000000" pitchFamily="2" charset="2"/>
              <a:buChar char="Ø"/>
            </a:pPr>
            <a:r>
              <a:rPr lang="en-US" sz="3600" dirty="0" smtClean="0">
                <a:solidFill>
                  <a:prstClr val="black"/>
                </a:solidFill>
              </a:rPr>
              <a:t>Recruitment packets mailed by state VR agencies</a:t>
            </a:r>
            <a:endParaRPr lang="en-US" sz="3600" dirty="0" smtClean="0"/>
          </a:p>
          <a:p>
            <a:r>
              <a:rPr lang="en-US" sz="3600" b="1" dirty="0" smtClean="0"/>
              <a:t>Sample: </a:t>
            </a:r>
          </a:p>
          <a:p>
            <a:pPr lvl="1">
              <a:buFont typeface="Wingdings" panose="05000000000000000000" pitchFamily="2" charset="2"/>
              <a:buChar char="Ø"/>
            </a:pPr>
            <a:r>
              <a:rPr lang="en-US" sz="3600" dirty="0" smtClean="0"/>
              <a:t>48 VR </a:t>
            </a:r>
            <a:r>
              <a:rPr lang="en-US" sz="3600" dirty="0"/>
              <a:t>customers (25 from KY, 23 from MN) </a:t>
            </a:r>
            <a:r>
              <a:rPr lang="en-US" sz="3600" dirty="0" smtClean="0"/>
              <a:t>who receive SSDI disabled worker benefits</a:t>
            </a:r>
            <a:endParaRPr lang="en-US" sz="3600" dirty="0"/>
          </a:p>
          <a:p>
            <a:r>
              <a:rPr lang="en-US" sz="3600" b="1" dirty="0" smtClean="0"/>
              <a:t>Methods:</a:t>
            </a:r>
          </a:p>
          <a:p>
            <a:pPr lvl="1">
              <a:buFont typeface="Wingdings" panose="05000000000000000000" pitchFamily="2" charset="2"/>
              <a:buChar char="Ø"/>
            </a:pPr>
            <a:r>
              <a:rPr lang="en-US" sz="3600" dirty="0" smtClean="0"/>
              <a:t>1-3 Qualitative interviews</a:t>
            </a:r>
          </a:p>
          <a:p>
            <a:endParaRPr lang="en-US" dirty="0"/>
          </a:p>
        </p:txBody>
      </p:sp>
      <p:sp>
        <p:nvSpPr>
          <p:cNvPr id="4" name="Slide Number Placeholder 3"/>
          <p:cNvSpPr>
            <a:spLocks noGrp="1"/>
          </p:cNvSpPr>
          <p:nvPr>
            <p:ph type="sldNum" sz="quarter" idx="12"/>
          </p:nvPr>
        </p:nvSpPr>
        <p:spPr/>
        <p:txBody>
          <a:bodyPr/>
          <a:lstStyle/>
          <a:p>
            <a:fld id="{0AF0BB18-AE53-42E4-9D5C-1A2C78F44834}" type="slidenum">
              <a:rPr lang="en-US" smtClean="0">
                <a:solidFill>
                  <a:prstClr val="black">
                    <a:lumMod val="95000"/>
                    <a:lumOff val="5000"/>
                  </a:prstClr>
                </a:solidFill>
              </a:rPr>
              <a:pPr/>
              <a:t>4</a:t>
            </a:fld>
            <a:endParaRPr lang="en-US">
              <a:solidFill>
                <a:prstClr val="black">
                  <a:lumMod val="95000"/>
                  <a:lumOff val="5000"/>
                </a:prstClr>
              </a:solidFill>
            </a:endParaRPr>
          </a:p>
        </p:txBody>
      </p:sp>
    </p:spTree>
    <p:extLst>
      <p:ext uri="{BB962C8B-B14F-4D97-AF65-F5344CB8AC3E}">
        <p14:creationId xmlns:p14="http://schemas.microsoft.com/office/powerpoint/2010/main" val="238148129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Participant Demographics</a:t>
            </a:r>
            <a:endParaRPr lang="en-US" dirty="0"/>
          </a:p>
        </p:txBody>
      </p:sp>
      <p:sp>
        <p:nvSpPr>
          <p:cNvPr id="3" name="Content Placeholder 2"/>
          <p:cNvSpPr>
            <a:spLocks noGrp="1"/>
          </p:cNvSpPr>
          <p:nvPr>
            <p:ph idx="1"/>
          </p:nvPr>
        </p:nvSpPr>
        <p:spPr>
          <a:xfrm>
            <a:off x="1024128" y="1920989"/>
            <a:ext cx="8944331" cy="4686875"/>
          </a:xfrm>
        </p:spPr>
        <p:txBody>
          <a:bodyPr numCol="2">
            <a:normAutofit/>
          </a:bodyPr>
          <a:lstStyle/>
          <a:p>
            <a:pPr>
              <a:lnSpc>
                <a:spcPct val="100000"/>
              </a:lnSpc>
              <a:spcAft>
                <a:spcPts val="1200"/>
              </a:spcAft>
              <a:buFont typeface="Wingdings" panose="05000000000000000000" pitchFamily="2" charset="2"/>
              <a:buChar char="Ø"/>
            </a:pPr>
            <a:r>
              <a:rPr lang="en-US" sz="4400" dirty="0"/>
              <a:t>GENDER: </a:t>
            </a:r>
            <a:endParaRPr lang="en-US" sz="4400" dirty="0" smtClean="0"/>
          </a:p>
          <a:p>
            <a:pPr marL="685800" lvl="4" indent="0">
              <a:lnSpc>
                <a:spcPct val="100000"/>
              </a:lnSpc>
              <a:spcAft>
                <a:spcPts val="1200"/>
              </a:spcAft>
              <a:buNone/>
            </a:pPr>
            <a:r>
              <a:rPr lang="en-US" sz="3600" dirty="0" smtClean="0"/>
              <a:t>60% Female</a:t>
            </a:r>
          </a:p>
          <a:p>
            <a:pPr marL="685800" lvl="4" indent="0">
              <a:lnSpc>
                <a:spcPct val="100000"/>
              </a:lnSpc>
              <a:spcAft>
                <a:spcPts val="1200"/>
              </a:spcAft>
              <a:buNone/>
            </a:pPr>
            <a:r>
              <a:rPr lang="en-US" sz="3600" dirty="0" smtClean="0"/>
              <a:t>40% </a:t>
            </a:r>
            <a:r>
              <a:rPr lang="en-US" sz="3600" dirty="0"/>
              <a:t>Male</a:t>
            </a:r>
          </a:p>
          <a:p>
            <a:pPr>
              <a:lnSpc>
                <a:spcPct val="100000"/>
              </a:lnSpc>
              <a:spcAft>
                <a:spcPts val="1200"/>
              </a:spcAft>
              <a:buFont typeface="Wingdings" panose="05000000000000000000" pitchFamily="2" charset="2"/>
              <a:buChar char="Ø"/>
            </a:pPr>
            <a:r>
              <a:rPr lang="en-US" sz="4400" dirty="0"/>
              <a:t>AGE: </a:t>
            </a:r>
            <a:endParaRPr lang="en-US" sz="4400" dirty="0" smtClean="0"/>
          </a:p>
          <a:p>
            <a:pPr marL="685800" lvl="4" indent="0">
              <a:lnSpc>
                <a:spcPct val="100000"/>
              </a:lnSpc>
              <a:spcAft>
                <a:spcPts val="1200"/>
              </a:spcAft>
              <a:buNone/>
            </a:pPr>
            <a:r>
              <a:rPr lang="en-US" sz="3600" dirty="0"/>
              <a:t>Range 26-65</a:t>
            </a:r>
          </a:p>
          <a:p>
            <a:pPr marL="685800" lvl="4" indent="0">
              <a:lnSpc>
                <a:spcPct val="100000"/>
              </a:lnSpc>
              <a:spcAft>
                <a:spcPts val="1200"/>
              </a:spcAft>
              <a:buNone/>
            </a:pPr>
            <a:r>
              <a:rPr lang="en-US" sz="3600" dirty="0"/>
              <a:t>Median 51</a:t>
            </a:r>
          </a:p>
          <a:p>
            <a:pPr>
              <a:lnSpc>
                <a:spcPct val="100000"/>
              </a:lnSpc>
              <a:spcAft>
                <a:spcPts val="1200"/>
              </a:spcAft>
              <a:buFont typeface="Wingdings" panose="05000000000000000000" pitchFamily="2" charset="2"/>
              <a:buChar char="Ø"/>
              <a:tabLst>
                <a:tab pos="2112963" algn="l"/>
              </a:tabLst>
            </a:pPr>
            <a:r>
              <a:rPr lang="en-US" sz="4400" dirty="0" smtClean="0"/>
              <a:t>RACE/ETHNICITY: </a:t>
            </a:r>
          </a:p>
          <a:p>
            <a:pPr marL="685800" lvl="4" indent="0">
              <a:lnSpc>
                <a:spcPct val="100000"/>
              </a:lnSpc>
              <a:spcAft>
                <a:spcPts val="1200"/>
              </a:spcAft>
              <a:buNone/>
              <a:tabLst>
                <a:tab pos="2112963" algn="l"/>
              </a:tabLst>
            </a:pPr>
            <a:r>
              <a:rPr lang="en-US" sz="3600" dirty="0"/>
              <a:t>21% Black</a:t>
            </a:r>
          </a:p>
          <a:p>
            <a:pPr marL="685800" lvl="4" indent="0">
              <a:lnSpc>
                <a:spcPct val="100000"/>
              </a:lnSpc>
              <a:spcAft>
                <a:spcPts val="1200"/>
              </a:spcAft>
              <a:buNone/>
              <a:tabLst>
                <a:tab pos="2112963" algn="l"/>
              </a:tabLst>
            </a:pPr>
            <a:r>
              <a:rPr lang="en-US" sz="3600" dirty="0"/>
              <a:t>77% White</a:t>
            </a:r>
          </a:p>
          <a:p>
            <a:pPr marL="685800" lvl="4" indent="0">
              <a:lnSpc>
                <a:spcPct val="100000"/>
              </a:lnSpc>
              <a:spcAft>
                <a:spcPts val="1200"/>
              </a:spcAft>
              <a:buNone/>
              <a:tabLst>
                <a:tab pos="2112963" algn="l"/>
              </a:tabLst>
            </a:pPr>
            <a:r>
              <a:rPr lang="en-US" sz="3600" dirty="0"/>
              <a:t>2% Latino</a:t>
            </a:r>
          </a:p>
        </p:txBody>
      </p:sp>
      <p:sp>
        <p:nvSpPr>
          <p:cNvPr id="4" name="Slide Number Placeholder 3"/>
          <p:cNvSpPr>
            <a:spLocks noGrp="1"/>
          </p:cNvSpPr>
          <p:nvPr>
            <p:ph type="sldNum" sz="quarter" idx="12"/>
          </p:nvPr>
        </p:nvSpPr>
        <p:spPr/>
        <p:txBody>
          <a:bodyPr/>
          <a:lstStyle/>
          <a:p>
            <a:fld id="{0AF0BB18-AE53-42E4-9D5C-1A2C78F44834}" type="slidenum">
              <a:rPr lang="en-US" smtClean="0"/>
              <a:t>5</a:t>
            </a:fld>
            <a:endParaRPr lang="en-US"/>
          </a:p>
        </p:txBody>
      </p:sp>
    </p:spTree>
    <p:extLst>
      <p:ext uri="{BB962C8B-B14F-4D97-AF65-F5344CB8AC3E}">
        <p14:creationId xmlns:p14="http://schemas.microsoft.com/office/powerpoint/2010/main" val="148984303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0AF0BB18-AE53-42E4-9D5C-1A2C78F44834}" type="slidenum">
              <a:rPr lang="en-US" smtClean="0">
                <a:solidFill>
                  <a:prstClr val="black">
                    <a:lumMod val="95000"/>
                    <a:lumOff val="5000"/>
                  </a:prstClr>
                </a:solidFill>
              </a:rPr>
              <a:pPr/>
              <a:t>6</a:t>
            </a:fld>
            <a:endParaRPr lang="en-US" dirty="0">
              <a:solidFill>
                <a:prstClr val="black">
                  <a:lumMod val="95000"/>
                  <a:lumOff val="5000"/>
                </a:prstClr>
              </a:solidFill>
            </a:endParaRPr>
          </a:p>
        </p:txBody>
      </p:sp>
      <p:graphicFrame>
        <p:nvGraphicFramePr>
          <p:cNvPr id="4" name="Chart 3"/>
          <p:cNvGraphicFramePr/>
          <p:nvPr>
            <p:extLst/>
          </p:nvPr>
        </p:nvGraphicFramePr>
        <p:xfrm>
          <a:off x="756500" y="1092820"/>
          <a:ext cx="9796271" cy="5652204"/>
        </p:xfrm>
        <a:graphic>
          <a:graphicData uri="http://schemas.openxmlformats.org/drawingml/2006/chart">
            <c:chart xmlns:c="http://schemas.openxmlformats.org/drawingml/2006/chart" xmlns:r="http://schemas.openxmlformats.org/officeDocument/2006/relationships" r:id="rId3"/>
          </a:graphicData>
        </a:graphic>
      </p:graphicFrame>
      <p:sp>
        <p:nvSpPr>
          <p:cNvPr id="3" name="Title 2"/>
          <p:cNvSpPr>
            <a:spLocks noGrp="1"/>
          </p:cNvSpPr>
          <p:nvPr>
            <p:ph type="title"/>
          </p:nvPr>
        </p:nvSpPr>
        <p:spPr/>
        <p:txBody>
          <a:bodyPr/>
          <a:lstStyle/>
          <a:p>
            <a:r>
              <a:rPr lang="en-US" dirty="0"/>
              <a:t>Participants: </a:t>
            </a:r>
            <a:r>
              <a:rPr lang="en-US" dirty="0" smtClean="0"/>
              <a:t>Age</a:t>
            </a:r>
            <a:endParaRPr lang="en-US" dirty="0"/>
          </a:p>
        </p:txBody>
      </p:sp>
    </p:spTree>
    <p:extLst>
      <p:ext uri="{BB962C8B-B14F-4D97-AF65-F5344CB8AC3E}">
        <p14:creationId xmlns:p14="http://schemas.microsoft.com/office/powerpoint/2010/main" val="112523505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Participants: Disabilities</a:t>
            </a:r>
            <a:endParaRPr lang="en-US" dirty="0"/>
          </a:p>
        </p:txBody>
      </p:sp>
      <p:sp>
        <p:nvSpPr>
          <p:cNvPr id="4" name="Slide Number Placeholder 3"/>
          <p:cNvSpPr>
            <a:spLocks noGrp="1"/>
          </p:cNvSpPr>
          <p:nvPr>
            <p:ph type="sldNum" sz="quarter" idx="12"/>
          </p:nvPr>
        </p:nvSpPr>
        <p:spPr/>
        <p:txBody>
          <a:bodyPr/>
          <a:lstStyle/>
          <a:p>
            <a:fld id="{0AF0BB18-AE53-42E4-9D5C-1A2C78F44834}" type="slidenum">
              <a:rPr lang="en-US" smtClean="0"/>
              <a:t>7</a:t>
            </a:fld>
            <a:endParaRPr lang="en-US"/>
          </a:p>
        </p:txBody>
      </p:sp>
      <p:graphicFrame>
        <p:nvGraphicFramePr>
          <p:cNvPr id="8" name="Chart 7" descr="75% Health/Medical&#10;56% Mental Health&#10;33% Mobility&#10;31% Brain Injury&#10;13% I/DD&#10;10% Hearing&#10;6% Visual" title="Bar graph of Participant Disabilities"/>
          <p:cNvGraphicFramePr>
            <a:graphicFrameLocks/>
          </p:cNvGraphicFramePr>
          <p:nvPr>
            <p:extLst>
              <p:ext uri="{D42A27DB-BD31-4B8C-83A1-F6EECF244321}">
                <p14:modId xmlns:p14="http://schemas.microsoft.com/office/powerpoint/2010/main" val="2979173915"/>
              </p:ext>
            </p:extLst>
          </p:nvPr>
        </p:nvGraphicFramePr>
        <p:xfrm>
          <a:off x="817418" y="1711035"/>
          <a:ext cx="9504218" cy="5033989"/>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68041866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PARTICIPANTS: Family/Living Situation</a:t>
            </a:r>
            <a:endParaRPr lang="en-US" dirty="0"/>
          </a:p>
        </p:txBody>
      </p:sp>
      <p:sp>
        <p:nvSpPr>
          <p:cNvPr id="3" name="Content Placeholder 2"/>
          <p:cNvSpPr>
            <a:spLocks noGrp="1"/>
          </p:cNvSpPr>
          <p:nvPr>
            <p:ph idx="1"/>
          </p:nvPr>
        </p:nvSpPr>
        <p:spPr>
          <a:xfrm>
            <a:off x="1024128" y="1857829"/>
            <a:ext cx="10926867" cy="4451531"/>
          </a:xfrm>
        </p:spPr>
        <p:txBody>
          <a:bodyPr>
            <a:normAutofit fontScale="92500" lnSpcReduction="10000"/>
          </a:bodyPr>
          <a:lstStyle/>
          <a:p>
            <a:pPr>
              <a:lnSpc>
                <a:spcPct val="100000"/>
              </a:lnSpc>
              <a:spcBef>
                <a:spcPts val="0"/>
              </a:spcBef>
              <a:spcAft>
                <a:spcPts val="1200"/>
              </a:spcAft>
              <a:buFont typeface="Wingdings" panose="05000000000000000000" pitchFamily="2" charset="2"/>
              <a:buChar char="Ø"/>
            </a:pPr>
            <a:r>
              <a:rPr lang="en-US" sz="4800" dirty="0" smtClean="0"/>
              <a:t>25% Married </a:t>
            </a:r>
          </a:p>
          <a:p>
            <a:pPr marL="0" indent="0">
              <a:lnSpc>
                <a:spcPct val="100000"/>
              </a:lnSpc>
              <a:spcBef>
                <a:spcPts val="0"/>
              </a:spcBef>
              <a:spcAft>
                <a:spcPts val="1200"/>
              </a:spcAft>
              <a:buNone/>
              <a:tabLst>
                <a:tab pos="465138" algn="l"/>
              </a:tabLst>
            </a:pPr>
            <a:r>
              <a:rPr lang="en-US" sz="4800" dirty="0"/>
              <a:t>	</a:t>
            </a:r>
            <a:r>
              <a:rPr lang="en-US" sz="4800" dirty="0" smtClean="0"/>
              <a:t>33</a:t>
            </a:r>
            <a:r>
              <a:rPr lang="en-US" sz="4800" dirty="0"/>
              <a:t>% </a:t>
            </a:r>
            <a:r>
              <a:rPr lang="en-US" sz="4800" dirty="0" smtClean="0"/>
              <a:t>Divorced/Separated</a:t>
            </a:r>
          </a:p>
          <a:p>
            <a:pPr marL="0" indent="0">
              <a:lnSpc>
                <a:spcPct val="100000"/>
              </a:lnSpc>
              <a:spcBef>
                <a:spcPts val="0"/>
              </a:spcBef>
              <a:spcAft>
                <a:spcPts val="2400"/>
              </a:spcAft>
              <a:buNone/>
              <a:tabLst>
                <a:tab pos="465138" algn="l"/>
              </a:tabLst>
            </a:pPr>
            <a:r>
              <a:rPr lang="en-US" sz="4800" dirty="0"/>
              <a:t>	</a:t>
            </a:r>
            <a:r>
              <a:rPr lang="en-US" sz="4800" dirty="0" smtClean="0"/>
              <a:t>42% </a:t>
            </a:r>
            <a:r>
              <a:rPr lang="en-US" sz="4800" dirty="0"/>
              <a:t>Single</a:t>
            </a:r>
          </a:p>
          <a:p>
            <a:pPr>
              <a:lnSpc>
                <a:spcPct val="100000"/>
              </a:lnSpc>
              <a:spcAft>
                <a:spcPts val="1200"/>
              </a:spcAft>
              <a:buFont typeface="Wingdings" panose="05000000000000000000" pitchFamily="2" charset="2"/>
              <a:buChar char="Ø"/>
            </a:pPr>
            <a:r>
              <a:rPr lang="en-US" sz="4800" dirty="0"/>
              <a:t>17% Have Kids </a:t>
            </a:r>
            <a:r>
              <a:rPr lang="en-US" sz="4800" dirty="0" smtClean="0"/>
              <a:t>under 18 at Home</a:t>
            </a:r>
          </a:p>
          <a:p>
            <a:pPr>
              <a:lnSpc>
                <a:spcPct val="100000"/>
              </a:lnSpc>
              <a:spcAft>
                <a:spcPts val="1200"/>
              </a:spcAft>
              <a:buFont typeface="Wingdings" panose="05000000000000000000" pitchFamily="2" charset="2"/>
              <a:buChar char="Ø"/>
            </a:pPr>
            <a:r>
              <a:rPr lang="en-US" sz="4800" dirty="0" smtClean="0"/>
              <a:t>46% Live Alone</a:t>
            </a:r>
            <a:endParaRPr lang="en-US" sz="4800" dirty="0"/>
          </a:p>
        </p:txBody>
      </p:sp>
      <p:sp>
        <p:nvSpPr>
          <p:cNvPr id="4" name="Slide Number Placeholder 3"/>
          <p:cNvSpPr>
            <a:spLocks noGrp="1"/>
          </p:cNvSpPr>
          <p:nvPr>
            <p:ph type="sldNum" sz="quarter" idx="12"/>
          </p:nvPr>
        </p:nvSpPr>
        <p:spPr/>
        <p:txBody>
          <a:bodyPr/>
          <a:lstStyle/>
          <a:p>
            <a:fld id="{0AF0BB18-AE53-42E4-9D5C-1A2C78F44834}" type="slidenum">
              <a:rPr lang="en-US" smtClean="0"/>
              <a:t>8</a:t>
            </a:fld>
            <a:endParaRPr lang="en-US"/>
          </a:p>
        </p:txBody>
      </p:sp>
    </p:spTree>
    <p:extLst>
      <p:ext uri="{BB962C8B-B14F-4D97-AF65-F5344CB8AC3E}">
        <p14:creationId xmlns:p14="http://schemas.microsoft.com/office/powerpoint/2010/main" val="73413523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Interviews Conducted</a:t>
            </a:r>
            <a:endParaRPr lang="en-US" dirty="0"/>
          </a:p>
        </p:txBody>
      </p:sp>
      <p:sp>
        <p:nvSpPr>
          <p:cNvPr id="4" name="Slide Number Placeholder 3"/>
          <p:cNvSpPr>
            <a:spLocks noGrp="1"/>
          </p:cNvSpPr>
          <p:nvPr>
            <p:ph type="sldNum" sz="quarter" idx="12"/>
          </p:nvPr>
        </p:nvSpPr>
        <p:spPr/>
        <p:txBody>
          <a:bodyPr/>
          <a:lstStyle/>
          <a:p>
            <a:fld id="{0AF0BB18-AE53-42E4-9D5C-1A2C78F44834}" type="slidenum">
              <a:rPr lang="en-US" smtClean="0"/>
              <a:t>9</a:t>
            </a:fld>
            <a:endParaRPr lang="en-US"/>
          </a:p>
        </p:txBody>
      </p:sp>
      <p:sp>
        <p:nvSpPr>
          <p:cNvPr id="6" name="Content Placeholder 5"/>
          <p:cNvSpPr>
            <a:spLocks noGrp="1"/>
          </p:cNvSpPr>
          <p:nvPr>
            <p:ph idx="1"/>
          </p:nvPr>
        </p:nvSpPr>
        <p:spPr/>
        <p:txBody>
          <a:bodyPr/>
          <a:lstStyle/>
          <a:p>
            <a:endParaRPr lang="en-US"/>
          </a:p>
        </p:txBody>
      </p:sp>
      <p:graphicFrame>
        <p:nvGraphicFramePr>
          <p:cNvPr id="5" name="Table 4"/>
          <p:cNvGraphicFramePr>
            <a:graphicFrameLocks noGrp="1"/>
          </p:cNvGraphicFramePr>
          <p:nvPr>
            <p:extLst>
              <p:ext uri="{D42A27DB-BD31-4B8C-83A1-F6EECF244321}">
                <p14:modId xmlns:p14="http://schemas.microsoft.com/office/powerpoint/2010/main" val="685179759"/>
              </p:ext>
            </p:extLst>
          </p:nvPr>
        </p:nvGraphicFramePr>
        <p:xfrm>
          <a:off x="1024127" y="1957008"/>
          <a:ext cx="9720071" cy="3689049"/>
        </p:xfrm>
        <a:graphic>
          <a:graphicData uri="http://schemas.openxmlformats.org/drawingml/2006/table">
            <a:tbl>
              <a:tblPr firstRow="1" bandRow="1">
                <a:tableStyleId>{5C22544A-7EE6-4342-B048-85BDC9FD1C3A}</a:tableStyleId>
              </a:tblPr>
              <a:tblGrid>
                <a:gridCol w="1609891"/>
                <a:gridCol w="2051423"/>
                <a:gridCol w="1980497"/>
                <a:gridCol w="1980497"/>
                <a:gridCol w="2097763"/>
              </a:tblGrid>
              <a:tr h="1558850">
                <a:tc>
                  <a:txBody>
                    <a:bodyPr/>
                    <a:lstStyle/>
                    <a:p>
                      <a:endParaRPr lang="en-US" sz="2400" dirty="0"/>
                    </a:p>
                  </a:txBody>
                  <a:tcPr/>
                </a:tc>
                <a:tc>
                  <a:txBody>
                    <a:bodyPr/>
                    <a:lstStyle/>
                    <a:p>
                      <a:pPr algn="ctr"/>
                      <a:r>
                        <a:rPr lang="en-US" sz="3200" dirty="0" smtClean="0"/>
                        <a:t>1</a:t>
                      </a:r>
                      <a:r>
                        <a:rPr lang="en-US" sz="3200" baseline="30000" dirty="0" smtClean="0"/>
                        <a:t>st</a:t>
                      </a:r>
                      <a:r>
                        <a:rPr lang="en-US" sz="3200" dirty="0" smtClean="0"/>
                        <a:t> Interviews</a:t>
                      </a:r>
                      <a:endParaRPr lang="en-US" sz="3200" dirty="0"/>
                    </a:p>
                  </a:txBody>
                  <a:tcPr anchor="ctr"/>
                </a:tc>
                <a:tc>
                  <a:txBody>
                    <a:bodyPr/>
                    <a:lstStyle/>
                    <a:p>
                      <a:pPr algn="ctr"/>
                      <a:r>
                        <a:rPr lang="en-US" sz="3200" dirty="0" smtClean="0"/>
                        <a:t>2</a:t>
                      </a:r>
                      <a:r>
                        <a:rPr lang="en-US" sz="3200" baseline="30000" dirty="0" smtClean="0"/>
                        <a:t>nd</a:t>
                      </a:r>
                      <a:r>
                        <a:rPr lang="en-US" sz="3200" dirty="0" smtClean="0"/>
                        <a:t> Interviews</a:t>
                      </a:r>
                      <a:endParaRPr lang="en-US" sz="3200" dirty="0"/>
                    </a:p>
                  </a:txBody>
                  <a:tcPr anchor="ctr"/>
                </a:tc>
                <a:tc>
                  <a:txBody>
                    <a:bodyPr/>
                    <a:lstStyle/>
                    <a:p>
                      <a:pPr algn="ctr"/>
                      <a:r>
                        <a:rPr lang="en-US" sz="3200" dirty="0" smtClean="0"/>
                        <a:t>3</a:t>
                      </a:r>
                      <a:r>
                        <a:rPr lang="en-US" sz="3200" baseline="30000" dirty="0" smtClean="0"/>
                        <a:t>rd</a:t>
                      </a:r>
                      <a:r>
                        <a:rPr lang="en-US" sz="3200" dirty="0" smtClean="0"/>
                        <a:t> Interviews</a:t>
                      </a:r>
                      <a:endParaRPr lang="en-US" sz="3200" dirty="0"/>
                    </a:p>
                  </a:txBody>
                  <a:tcPr anchor="ctr"/>
                </a:tc>
                <a:tc>
                  <a:txBody>
                    <a:bodyPr/>
                    <a:lstStyle/>
                    <a:p>
                      <a:pPr marL="0" algn="ctr" defTabSz="914400" rtl="0" eaLnBrk="1" fontAlgn="b" latinLnBrk="0" hangingPunct="1"/>
                      <a:r>
                        <a:rPr lang="en-US" sz="3200" b="1" kern="1200" dirty="0">
                          <a:solidFill>
                            <a:schemeClr val="lt1"/>
                          </a:solidFill>
                          <a:latin typeface="+mn-lt"/>
                          <a:ea typeface="+mn-ea"/>
                          <a:cs typeface="+mn-cs"/>
                        </a:rPr>
                        <a:t>Total interviews</a:t>
                      </a:r>
                    </a:p>
                  </a:txBody>
                  <a:tcPr marL="0" marR="0" marT="0" marB="0" anchor="ctr"/>
                </a:tc>
              </a:tr>
              <a:tr h="703690">
                <a:tc>
                  <a:txBody>
                    <a:bodyPr/>
                    <a:lstStyle/>
                    <a:p>
                      <a:r>
                        <a:rPr lang="en-US" sz="3200" b="1" dirty="0" smtClean="0"/>
                        <a:t>MN</a:t>
                      </a:r>
                      <a:endParaRPr lang="en-US" sz="3200" b="1" dirty="0"/>
                    </a:p>
                  </a:txBody>
                  <a:tcPr/>
                </a:tc>
                <a:tc>
                  <a:txBody>
                    <a:bodyPr/>
                    <a:lstStyle/>
                    <a:p>
                      <a:pPr marL="0" algn="ctr" defTabSz="914400" rtl="0" eaLnBrk="1" fontAlgn="b" latinLnBrk="0" hangingPunct="1"/>
                      <a:r>
                        <a:rPr lang="en-US" sz="3200" kern="1200" dirty="0" smtClean="0">
                          <a:solidFill>
                            <a:schemeClr val="dk1"/>
                          </a:solidFill>
                          <a:latin typeface="+mn-lt"/>
                          <a:ea typeface="+mn-ea"/>
                          <a:cs typeface="+mn-cs"/>
                        </a:rPr>
                        <a:t>23</a:t>
                      </a:r>
                      <a:endParaRPr lang="en-US" sz="3200" kern="1200" dirty="0">
                        <a:solidFill>
                          <a:schemeClr val="dk1"/>
                        </a:solidFill>
                        <a:latin typeface="+mn-lt"/>
                        <a:ea typeface="+mn-ea"/>
                        <a:cs typeface="+mn-cs"/>
                      </a:endParaRPr>
                    </a:p>
                  </a:txBody>
                  <a:tcPr marL="0" marR="0" marT="0" marB="0" anchor="ctr"/>
                </a:tc>
                <a:tc>
                  <a:txBody>
                    <a:bodyPr/>
                    <a:lstStyle/>
                    <a:p>
                      <a:pPr marL="0" algn="ctr" defTabSz="914400" rtl="0" eaLnBrk="1" fontAlgn="b" latinLnBrk="0" hangingPunct="1"/>
                      <a:r>
                        <a:rPr lang="en-US" sz="3200" kern="1200" dirty="0" smtClean="0">
                          <a:solidFill>
                            <a:schemeClr val="dk1"/>
                          </a:solidFill>
                          <a:latin typeface="+mn-lt"/>
                          <a:ea typeface="+mn-ea"/>
                          <a:cs typeface="+mn-cs"/>
                        </a:rPr>
                        <a:t>20</a:t>
                      </a:r>
                      <a:endParaRPr lang="en-US" sz="3200" kern="1200" dirty="0">
                        <a:solidFill>
                          <a:schemeClr val="dk1"/>
                        </a:solidFill>
                        <a:latin typeface="+mn-lt"/>
                        <a:ea typeface="+mn-ea"/>
                        <a:cs typeface="+mn-cs"/>
                      </a:endParaRPr>
                    </a:p>
                  </a:txBody>
                  <a:tcPr marL="0" marR="0" marT="0" marB="0" anchor="ctr"/>
                </a:tc>
                <a:tc>
                  <a:txBody>
                    <a:bodyPr/>
                    <a:lstStyle/>
                    <a:p>
                      <a:pPr marL="0" algn="ctr" defTabSz="914400" rtl="0" eaLnBrk="1" fontAlgn="b" latinLnBrk="0" hangingPunct="1"/>
                      <a:r>
                        <a:rPr lang="en-US" sz="3200" kern="1200" dirty="0" smtClean="0">
                          <a:solidFill>
                            <a:schemeClr val="dk1"/>
                          </a:solidFill>
                          <a:latin typeface="+mn-lt"/>
                          <a:ea typeface="+mn-ea"/>
                          <a:cs typeface="+mn-cs"/>
                        </a:rPr>
                        <a:t>10</a:t>
                      </a:r>
                      <a:endParaRPr lang="en-US" sz="3200" kern="1200" dirty="0">
                        <a:solidFill>
                          <a:schemeClr val="dk1"/>
                        </a:solidFill>
                        <a:latin typeface="+mn-lt"/>
                        <a:ea typeface="+mn-ea"/>
                        <a:cs typeface="+mn-cs"/>
                      </a:endParaRPr>
                    </a:p>
                  </a:txBody>
                  <a:tcPr marL="0" marR="0" marT="0" marB="0" anchor="ctr"/>
                </a:tc>
                <a:tc>
                  <a:txBody>
                    <a:bodyPr/>
                    <a:lstStyle/>
                    <a:p>
                      <a:pPr marL="0" algn="ctr" defTabSz="914400" rtl="0" eaLnBrk="1" fontAlgn="b" latinLnBrk="0" hangingPunct="1"/>
                      <a:r>
                        <a:rPr lang="en-US" sz="3200" b="1" kern="1200" dirty="0" smtClean="0">
                          <a:solidFill>
                            <a:schemeClr val="dk1"/>
                          </a:solidFill>
                          <a:latin typeface="+mn-lt"/>
                          <a:ea typeface="+mn-ea"/>
                          <a:cs typeface="+mn-cs"/>
                        </a:rPr>
                        <a:t>53</a:t>
                      </a:r>
                      <a:endParaRPr lang="en-US" sz="3200" b="1" kern="1200" dirty="0">
                        <a:solidFill>
                          <a:schemeClr val="dk1"/>
                        </a:solidFill>
                        <a:latin typeface="+mn-lt"/>
                        <a:ea typeface="+mn-ea"/>
                        <a:cs typeface="+mn-cs"/>
                      </a:endParaRPr>
                    </a:p>
                  </a:txBody>
                  <a:tcPr marL="0" marR="0" marT="0" marB="0" anchor="ctr"/>
                </a:tc>
              </a:tr>
              <a:tr h="703690">
                <a:tc>
                  <a:txBody>
                    <a:bodyPr/>
                    <a:lstStyle/>
                    <a:p>
                      <a:r>
                        <a:rPr lang="en-US" sz="3200" b="1" dirty="0" smtClean="0"/>
                        <a:t>KY</a:t>
                      </a:r>
                      <a:endParaRPr lang="en-US" sz="3200" b="1" dirty="0"/>
                    </a:p>
                  </a:txBody>
                  <a:tcPr/>
                </a:tc>
                <a:tc>
                  <a:txBody>
                    <a:bodyPr/>
                    <a:lstStyle/>
                    <a:p>
                      <a:pPr marL="0" algn="ctr" defTabSz="914400" rtl="0" eaLnBrk="1" fontAlgn="b" latinLnBrk="0" hangingPunct="1"/>
                      <a:r>
                        <a:rPr lang="en-US" sz="3200" kern="1200" dirty="0" smtClean="0">
                          <a:solidFill>
                            <a:schemeClr val="dk1"/>
                          </a:solidFill>
                          <a:latin typeface="+mn-lt"/>
                          <a:ea typeface="+mn-ea"/>
                          <a:cs typeface="+mn-cs"/>
                        </a:rPr>
                        <a:t>25</a:t>
                      </a:r>
                      <a:endParaRPr lang="en-US" sz="3200" kern="1200" dirty="0">
                        <a:solidFill>
                          <a:schemeClr val="dk1"/>
                        </a:solidFill>
                        <a:latin typeface="+mn-lt"/>
                        <a:ea typeface="+mn-ea"/>
                        <a:cs typeface="+mn-cs"/>
                      </a:endParaRPr>
                    </a:p>
                  </a:txBody>
                  <a:tcPr marL="0" marR="0" marT="0" marB="0" anchor="ctr"/>
                </a:tc>
                <a:tc>
                  <a:txBody>
                    <a:bodyPr/>
                    <a:lstStyle/>
                    <a:p>
                      <a:pPr marL="0" algn="ctr" defTabSz="914400" rtl="0" eaLnBrk="1" fontAlgn="b" latinLnBrk="0" hangingPunct="1"/>
                      <a:r>
                        <a:rPr lang="en-US" sz="3200" kern="1200" dirty="0" smtClean="0">
                          <a:solidFill>
                            <a:schemeClr val="dk1"/>
                          </a:solidFill>
                          <a:latin typeface="+mn-lt"/>
                          <a:ea typeface="+mn-ea"/>
                          <a:cs typeface="+mn-cs"/>
                        </a:rPr>
                        <a:t>20</a:t>
                      </a:r>
                      <a:endParaRPr lang="en-US" sz="3200" kern="1200" dirty="0">
                        <a:solidFill>
                          <a:schemeClr val="dk1"/>
                        </a:solidFill>
                        <a:latin typeface="+mn-lt"/>
                        <a:ea typeface="+mn-ea"/>
                        <a:cs typeface="+mn-cs"/>
                      </a:endParaRPr>
                    </a:p>
                  </a:txBody>
                  <a:tcPr marL="0" marR="0" marT="0" marB="0" anchor="ctr"/>
                </a:tc>
                <a:tc>
                  <a:txBody>
                    <a:bodyPr/>
                    <a:lstStyle/>
                    <a:p>
                      <a:pPr marL="0" algn="ctr" defTabSz="914400" rtl="0" eaLnBrk="1" fontAlgn="b" latinLnBrk="0" hangingPunct="1"/>
                      <a:r>
                        <a:rPr lang="en-US" sz="3200" kern="1200" dirty="0" smtClean="0">
                          <a:solidFill>
                            <a:schemeClr val="dk1"/>
                          </a:solidFill>
                          <a:latin typeface="+mn-lt"/>
                          <a:ea typeface="+mn-ea"/>
                          <a:cs typeface="+mn-cs"/>
                        </a:rPr>
                        <a:t>9</a:t>
                      </a:r>
                      <a:endParaRPr lang="en-US" sz="3200" kern="1200" dirty="0">
                        <a:solidFill>
                          <a:schemeClr val="dk1"/>
                        </a:solidFill>
                        <a:latin typeface="+mn-lt"/>
                        <a:ea typeface="+mn-ea"/>
                        <a:cs typeface="+mn-cs"/>
                      </a:endParaRPr>
                    </a:p>
                  </a:txBody>
                  <a:tcPr marL="0" marR="0" marT="0" marB="0" anchor="ctr"/>
                </a:tc>
                <a:tc>
                  <a:txBody>
                    <a:bodyPr/>
                    <a:lstStyle/>
                    <a:p>
                      <a:pPr marL="0" algn="ctr" defTabSz="914400" rtl="0" eaLnBrk="1" fontAlgn="b" latinLnBrk="0" hangingPunct="1"/>
                      <a:r>
                        <a:rPr lang="en-US" sz="3200" b="1" kern="1200" dirty="0" smtClean="0">
                          <a:solidFill>
                            <a:schemeClr val="dk1"/>
                          </a:solidFill>
                          <a:latin typeface="+mn-lt"/>
                          <a:ea typeface="+mn-ea"/>
                          <a:cs typeface="+mn-cs"/>
                        </a:rPr>
                        <a:t>54</a:t>
                      </a:r>
                      <a:endParaRPr lang="en-US" sz="3200" b="1" kern="1200" dirty="0">
                        <a:solidFill>
                          <a:schemeClr val="dk1"/>
                        </a:solidFill>
                        <a:latin typeface="+mn-lt"/>
                        <a:ea typeface="+mn-ea"/>
                        <a:cs typeface="+mn-cs"/>
                      </a:endParaRPr>
                    </a:p>
                  </a:txBody>
                  <a:tcPr marL="0" marR="0" marT="0" marB="0" anchor="ctr"/>
                </a:tc>
              </a:tr>
              <a:tr h="722819">
                <a:tc>
                  <a:txBody>
                    <a:bodyPr/>
                    <a:lstStyle/>
                    <a:p>
                      <a:r>
                        <a:rPr lang="en-US" sz="3200" b="1" dirty="0" smtClean="0"/>
                        <a:t>TOTAL</a:t>
                      </a:r>
                      <a:endParaRPr lang="en-US" sz="3200" b="1" dirty="0"/>
                    </a:p>
                  </a:txBody>
                  <a:tcPr/>
                </a:tc>
                <a:tc>
                  <a:txBody>
                    <a:bodyPr/>
                    <a:lstStyle/>
                    <a:p>
                      <a:pPr marL="0" algn="ctr" defTabSz="914400" rtl="0" eaLnBrk="1" fontAlgn="b" latinLnBrk="0" hangingPunct="1"/>
                      <a:r>
                        <a:rPr lang="en-US" sz="3200" kern="1200" dirty="0" smtClean="0">
                          <a:solidFill>
                            <a:schemeClr val="dk1"/>
                          </a:solidFill>
                          <a:latin typeface="+mn-lt"/>
                          <a:ea typeface="+mn-ea"/>
                          <a:cs typeface="+mn-cs"/>
                        </a:rPr>
                        <a:t>48</a:t>
                      </a:r>
                      <a:endParaRPr lang="en-US" sz="3200" kern="1200" dirty="0">
                        <a:solidFill>
                          <a:schemeClr val="dk1"/>
                        </a:solidFill>
                        <a:latin typeface="+mn-lt"/>
                        <a:ea typeface="+mn-ea"/>
                        <a:cs typeface="+mn-cs"/>
                      </a:endParaRPr>
                    </a:p>
                  </a:txBody>
                  <a:tcPr marL="0" marR="0" marT="0" marB="0" anchor="ctr"/>
                </a:tc>
                <a:tc>
                  <a:txBody>
                    <a:bodyPr/>
                    <a:lstStyle/>
                    <a:p>
                      <a:pPr marL="0" algn="ctr" defTabSz="914400" rtl="0" eaLnBrk="1" fontAlgn="b" latinLnBrk="0" hangingPunct="1"/>
                      <a:r>
                        <a:rPr lang="en-US" sz="3200" kern="1200" dirty="0" smtClean="0">
                          <a:solidFill>
                            <a:schemeClr val="dk1"/>
                          </a:solidFill>
                          <a:latin typeface="+mn-lt"/>
                          <a:ea typeface="+mn-ea"/>
                          <a:cs typeface="+mn-cs"/>
                        </a:rPr>
                        <a:t>40</a:t>
                      </a:r>
                      <a:endParaRPr lang="en-US" sz="3200" kern="1200" dirty="0">
                        <a:solidFill>
                          <a:schemeClr val="dk1"/>
                        </a:solidFill>
                        <a:latin typeface="+mn-lt"/>
                        <a:ea typeface="+mn-ea"/>
                        <a:cs typeface="+mn-cs"/>
                      </a:endParaRPr>
                    </a:p>
                  </a:txBody>
                  <a:tcPr marL="0" marR="0" marT="0" marB="0" anchor="ctr"/>
                </a:tc>
                <a:tc>
                  <a:txBody>
                    <a:bodyPr/>
                    <a:lstStyle/>
                    <a:p>
                      <a:pPr marL="0" algn="ctr" defTabSz="914400" rtl="0" eaLnBrk="1" fontAlgn="b" latinLnBrk="0" hangingPunct="1"/>
                      <a:r>
                        <a:rPr lang="en-US" sz="3200" kern="1200" dirty="0" smtClean="0">
                          <a:solidFill>
                            <a:schemeClr val="dk1"/>
                          </a:solidFill>
                          <a:latin typeface="+mn-lt"/>
                          <a:ea typeface="+mn-ea"/>
                          <a:cs typeface="+mn-cs"/>
                        </a:rPr>
                        <a:t>19</a:t>
                      </a:r>
                      <a:endParaRPr lang="en-US" sz="3200" kern="1200" dirty="0">
                        <a:solidFill>
                          <a:schemeClr val="dk1"/>
                        </a:solidFill>
                        <a:latin typeface="+mn-lt"/>
                        <a:ea typeface="+mn-ea"/>
                        <a:cs typeface="+mn-cs"/>
                      </a:endParaRPr>
                    </a:p>
                  </a:txBody>
                  <a:tcPr marL="0" marR="0" marT="0" marB="0" anchor="ctr"/>
                </a:tc>
                <a:tc>
                  <a:txBody>
                    <a:bodyPr/>
                    <a:lstStyle/>
                    <a:p>
                      <a:pPr marL="0" algn="ctr" defTabSz="914400" rtl="0" eaLnBrk="1" fontAlgn="b" latinLnBrk="0" hangingPunct="1"/>
                      <a:r>
                        <a:rPr lang="en-US" sz="3200" b="1" kern="1200" dirty="0" smtClean="0">
                          <a:solidFill>
                            <a:schemeClr val="dk1"/>
                          </a:solidFill>
                          <a:latin typeface="+mn-lt"/>
                          <a:ea typeface="+mn-ea"/>
                          <a:cs typeface="+mn-cs"/>
                        </a:rPr>
                        <a:t>107</a:t>
                      </a:r>
                      <a:endParaRPr lang="en-US" sz="3200" b="1" kern="1200" dirty="0">
                        <a:solidFill>
                          <a:schemeClr val="dk1"/>
                        </a:solidFill>
                        <a:latin typeface="+mn-lt"/>
                        <a:ea typeface="+mn-ea"/>
                        <a:cs typeface="+mn-cs"/>
                      </a:endParaRPr>
                    </a:p>
                  </a:txBody>
                  <a:tcPr marL="0" marR="0" marT="0" marB="0" anchor="ctr"/>
                </a:tc>
              </a:tr>
            </a:tbl>
          </a:graphicData>
        </a:graphic>
      </p:graphicFrame>
    </p:spTree>
    <p:extLst>
      <p:ext uri="{BB962C8B-B14F-4D97-AF65-F5344CB8AC3E}">
        <p14:creationId xmlns:p14="http://schemas.microsoft.com/office/powerpoint/2010/main" val="399923009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Research Questions</a:t>
            </a:r>
            <a:endParaRPr lang="en-US" dirty="0"/>
          </a:p>
        </p:txBody>
      </p:sp>
      <p:sp>
        <p:nvSpPr>
          <p:cNvPr id="3" name="Content Placeholder 2"/>
          <p:cNvSpPr>
            <a:spLocks noGrp="1"/>
          </p:cNvSpPr>
          <p:nvPr>
            <p:ph idx="1"/>
          </p:nvPr>
        </p:nvSpPr>
        <p:spPr>
          <a:xfrm>
            <a:off x="838200" y="1825624"/>
            <a:ext cx="10515600" cy="4919399"/>
          </a:xfrm>
        </p:spPr>
        <p:txBody>
          <a:bodyPr>
            <a:noAutofit/>
          </a:bodyPr>
          <a:lstStyle/>
          <a:p>
            <a:pPr>
              <a:buFont typeface="Wingdings" panose="05000000000000000000" pitchFamily="2" charset="2"/>
              <a:buChar char="Ø"/>
            </a:pPr>
            <a:r>
              <a:rPr lang="en-US" sz="5400" dirty="0" smtClean="0"/>
              <a:t>What are the experiences and perspectives of VR customers with SSDI disabled worker benefits? </a:t>
            </a:r>
          </a:p>
          <a:p>
            <a:pPr marL="91440" lvl="3" indent="-91440">
              <a:spcBef>
                <a:spcPts val="1200"/>
              </a:spcBef>
              <a:spcAft>
                <a:spcPts val="200"/>
              </a:spcAft>
              <a:buSzPct val="100000"/>
              <a:buFont typeface="Wingdings" panose="05000000000000000000" pitchFamily="2" charset="2"/>
              <a:buChar char="Ø"/>
            </a:pPr>
            <a:r>
              <a:rPr lang="en-US" sz="5400" dirty="0" smtClean="0"/>
              <a:t>How </a:t>
            </a:r>
            <a:r>
              <a:rPr lang="en-US" sz="5400" dirty="0"/>
              <a:t>do </a:t>
            </a:r>
            <a:r>
              <a:rPr lang="en-US" sz="5400" dirty="0" smtClean="0"/>
              <a:t>they make </a:t>
            </a:r>
            <a:r>
              <a:rPr lang="en-US" sz="5400" dirty="0"/>
              <a:t>decisions about working</a:t>
            </a:r>
            <a:r>
              <a:rPr lang="en-US" sz="5400" dirty="0" smtClean="0"/>
              <a:t>?</a:t>
            </a:r>
            <a:endParaRPr lang="en-US" sz="4800" dirty="0"/>
          </a:p>
        </p:txBody>
      </p:sp>
      <p:sp>
        <p:nvSpPr>
          <p:cNvPr id="4" name="Slide Number Placeholder 3"/>
          <p:cNvSpPr>
            <a:spLocks noGrp="1"/>
          </p:cNvSpPr>
          <p:nvPr>
            <p:ph type="sldNum" sz="quarter" idx="12"/>
          </p:nvPr>
        </p:nvSpPr>
        <p:spPr/>
        <p:txBody>
          <a:bodyPr/>
          <a:lstStyle/>
          <a:p>
            <a:fld id="{0AF0BB18-AE53-42E4-9D5C-1A2C78F44834}" type="slidenum">
              <a:rPr lang="en-US" smtClean="0"/>
              <a:t>10</a:t>
            </a:fld>
            <a:endParaRPr lang="en-US" dirty="0"/>
          </a:p>
        </p:txBody>
      </p:sp>
    </p:spTree>
    <p:extLst>
      <p:ext uri="{BB962C8B-B14F-4D97-AF65-F5344CB8AC3E}">
        <p14:creationId xmlns:p14="http://schemas.microsoft.com/office/powerpoint/2010/main" val="19373754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0" y="6490517"/>
            <a:ext cx="973667" cy="274320"/>
          </a:xfrm>
        </p:spPr>
        <p:txBody>
          <a:bodyPr vert="horz" lIns="91440" tIns="45720" rIns="91440" bIns="45720" rtlCol="0" anchor="ctr"/>
          <a:lstStyle/>
          <a:p>
            <a:fld id="{0AF0BB18-AE53-42E4-9D5C-1A2C78F44834}" type="slidenum">
              <a:rPr lang="en-US"/>
              <a:pPr/>
              <a:t>11</a:t>
            </a:fld>
            <a:endParaRPr lang="en-US" dirty="0"/>
          </a:p>
        </p:txBody>
      </p:sp>
      <p:graphicFrame>
        <p:nvGraphicFramePr>
          <p:cNvPr id="5" name="Content Placeholder 4" descr="6 hexagons arranged around a central hexagon that reads &quot;Decisions about working.&quot; The smaller hexagons have clipart images with labels representing:&#10;Disabilities&#10;SSDI &amp; Other Benefits&#10;Transportation&#10;Family&#10;Meaning of Work&#10;Being Active/Social&#10;" title="Decisions about Working Chart"/>
          <p:cNvGraphicFramePr>
            <a:graphicFrameLocks noGrp="1"/>
          </p:cNvGraphicFramePr>
          <p:nvPr>
            <p:ph idx="4294967295"/>
            <p:extLst>
              <p:ext uri="{D42A27DB-BD31-4B8C-83A1-F6EECF244321}">
                <p14:modId xmlns:p14="http://schemas.microsoft.com/office/powerpoint/2010/main" val="2101789680"/>
              </p:ext>
            </p:extLst>
          </p:nvPr>
        </p:nvGraphicFramePr>
        <p:xfrm>
          <a:off x="181872" y="108284"/>
          <a:ext cx="11484864" cy="65482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4" name="TextBox 13"/>
          <p:cNvSpPr txBox="1"/>
          <p:nvPr/>
        </p:nvSpPr>
        <p:spPr>
          <a:xfrm>
            <a:off x="9127235" y="4232014"/>
            <a:ext cx="2629566" cy="769441"/>
          </a:xfrm>
          <a:prstGeom prst="rect">
            <a:avLst/>
          </a:prstGeom>
          <a:noFill/>
        </p:spPr>
        <p:txBody>
          <a:bodyPr wrap="none" rtlCol="0">
            <a:spAutoFit/>
          </a:bodyPr>
          <a:lstStyle/>
          <a:p>
            <a:r>
              <a:rPr lang="en-US" sz="4400" dirty="0">
                <a:solidFill>
                  <a:srgbClr val="0070C0"/>
                </a:solidFill>
                <a:latin typeface="+mj-lt"/>
              </a:rPr>
              <a:t>Transportation</a:t>
            </a:r>
          </a:p>
        </p:txBody>
      </p:sp>
      <p:sp>
        <p:nvSpPr>
          <p:cNvPr id="15" name="TextBox 14"/>
          <p:cNvSpPr txBox="1"/>
          <p:nvPr/>
        </p:nvSpPr>
        <p:spPr>
          <a:xfrm>
            <a:off x="6703721" y="0"/>
            <a:ext cx="3885933" cy="769441"/>
          </a:xfrm>
          <a:prstGeom prst="rect">
            <a:avLst/>
          </a:prstGeom>
          <a:noFill/>
        </p:spPr>
        <p:txBody>
          <a:bodyPr wrap="square" rtlCol="0">
            <a:spAutoFit/>
          </a:bodyPr>
          <a:lstStyle>
            <a:defPPr>
              <a:defRPr lang="en-US"/>
            </a:defPPr>
            <a:lvl1pPr>
              <a:defRPr sz="4400">
                <a:latin typeface="+mj-lt"/>
              </a:defRPr>
            </a:lvl1pPr>
          </a:lstStyle>
          <a:p>
            <a:r>
              <a:rPr lang="en-US" dirty="0">
                <a:solidFill>
                  <a:srgbClr val="0070C0"/>
                </a:solidFill>
              </a:rPr>
              <a:t>SSDI &amp; other Benefits</a:t>
            </a:r>
          </a:p>
        </p:txBody>
      </p:sp>
      <p:sp>
        <p:nvSpPr>
          <p:cNvPr id="16" name="TextBox 15"/>
          <p:cNvSpPr txBox="1"/>
          <p:nvPr/>
        </p:nvSpPr>
        <p:spPr>
          <a:xfrm>
            <a:off x="1445591" y="1715410"/>
            <a:ext cx="1293944" cy="769441"/>
          </a:xfrm>
          <a:prstGeom prst="rect">
            <a:avLst/>
          </a:prstGeom>
          <a:noFill/>
        </p:spPr>
        <p:txBody>
          <a:bodyPr wrap="none" rtlCol="0">
            <a:spAutoFit/>
          </a:bodyPr>
          <a:lstStyle>
            <a:defPPr>
              <a:defRPr lang="en-US"/>
            </a:defPPr>
            <a:lvl1pPr>
              <a:defRPr sz="4400">
                <a:latin typeface="+mj-lt"/>
              </a:defRPr>
            </a:lvl1pPr>
          </a:lstStyle>
          <a:p>
            <a:r>
              <a:rPr lang="en-US" dirty="0">
                <a:solidFill>
                  <a:srgbClr val="0070C0"/>
                </a:solidFill>
              </a:rPr>
              <a:t>Family</a:t>
            </a:r>
          </a:p>
        </p:txBody>
      </p:sp>
      <p:sp>
        <p:nvSpPr>
          <p:cNvPr id="17" name="TextBox 16"/>
          <p:cNvSpPr txBox="1"/>
          <p:nvPr/>
        </p:nvSpPr>
        <p:spPr>
          <a:xfrm>
            <a:off x="1879621" y="5619615"/>
            <a:ext cx="3231397" cy="1175706"/>
          </a:xfrm>
          <a:prstGeom prst="rect">
            <a:avLst/>
          </a:prstGeom>
          <a:noFill/>
        </p:spPr>
        <p:txBody>
          <a:bodyPr wrap="none" rtlCol="0">
            <a:spAutoFit/>
          </a:bodyPr>
          <a:lstStyle>
            <a:defPPr>
              <a:defRPr lang="en-US"/>
            </a:defPPr>
            <a:lvl1pPr>
              <a:defRPr sz="4400">
                <a:latin typeface="+mj-lt"/>
              </a:defRPr>
            </a:lvl1pPr>
          </a:lstStyle>
          <a:p>
            <a:pPr>
              <a:lnSpc>
                <a:spcPct val="80000"/>
              </a:lnSpc>
            </a:pPr>
            <a:r>
              <a:rPr lang="en-US" dirty="0" smtClean="0">
                <a:solidFill>
                  <a:srgbClr val="0070C0"/>
                </a:solidFill>
              </a:rPr>
              <a:t>Personal/Social</a:t>
            </a:r>
          </a:p>
          <a:p>
            <a:pPr>
              <a:lnSpc>
                <a:spcPct val="80000"/>
              </a:lnSpc>
            </a:pPr>
            <a:r>
              <a:rPr lang="en-US" dirty="0" smtClean="0">
                <a:solidFill>
                  <a:srgbClr val="0070C0"/>
                </a:solidFill>
              </a:rPr>
              <a:t>Meanings </a:t>
            </a:r>
            <a:r>
              <a:rPr lang="en-US" dirty="0">
                <a:solidFill>
                  <a:srgbClr val="0070C0"/>
                </a:solidFill>
              </a:rPr>
              <a:t>of Work</a:t>
            </a:r>
          </a:p>
        </p:txBody>
      </p:sp>
      <p:sp>
        <p:nvSpPr>
          <p:cNvPr id="18" name="TextBox 17"/>
          <p:cNvSpPr txBox="1"/>
          <p:nvPr/>
        </p:nvSpPr>
        <p:spPr>
          <a:xfrm>
            <a:off x="9219042" y="1769151"/>
            <a:ext cx="2055371" cy="769441"/>
          </a:xfrm>
          <a:prstGeom prst="rect">
            <a:avLst/>
          </a:prstGeom>
          <a:noFill/>
        </p:spPr>
        <p:txBody>
          <a:bodyPr wrap="none" rtlCol="0">
            <a:spAutoFit/>
          </a:bodyPr>
          <a:lstStyle>
            <a:defPPr>
              <a:defRPr lang="en-US"/>
            </a:defPPr>
            <a:lvl1pPr>
              <a:defRPr sz="4400">
                <a:latin typeface="+mj-lt"/>
              </a:defRPr>
            </a:lvl1pPr>
          </a:lstStyle>
          <a:p>
            <a:r>
              <a:rPr lang="en-US" dirty="0">
                <a:solidFill>
                  <a:srgbClr val="0070C0"/>
                </a:solidFill>
              </a:rPr>
              <a:t>Disabilities</a:t>
            </a:r>
          </a:p>
        </p:txBody>
      </p:sp>
      <p:sp>
        <p:nvSpPr>
          <p:cNvPr id="19" name="TextBox 18" title="Activity/Social Engagement"/>
          <p:cNvSpPr txBox="1"/>
          <p:nvPr/>
        </p:nvSpPr>
        <p:spPr>
          <a:xfrm>
            <a:off x="271937" y="3775753"/>
            <a:ext cx="2564420" cy="1193147"/>
          </a:xfrm>
          <a:prstGeom prst="rect">
            <a:avLst/>
          </a:prstGeom>
          <a:noFill/>
        </p:spPr>
        <p:txBody>
          <a:bodyPr wrap="none" rtlCol="0">
            <a:spAutoFit/>
          </a:bodyPr>
          <a:lstStyle>
            <a:defPPr>
              <a:defRPr lang="en-US"/>
            </a:defPPr>
            <a:lvl1pPr>
              <a:lnSpc>
                <a:spcPct val="80000"/>
              </a:lnSpc>
              <a:defRPr sz="4400">
                <a:solidFill>
                  <a:srgbClr val="0070C0"/>
                </a:solidFill>
                <a:latin typeface="+mj-lt"/>
              </a:defRPr>
            </a:lvl1pPr>
          </a:lstStyle>
          <a:p>
            <a:pPr algn="r"/>
            <a:r>
              <a:rPr lang="en-US" dirty="0" smtClean="0"/>
              <a:t>Activity/Social</a:t>
            </a:r>
          </a:p>
          <a:p>
            <a:pPr algn="r"/>
            <a:r>
              <a:rPr lang="en-US" dirty="0" smtClean="0"/>
              <a:t>Engagement</a:t>
            </a:r>
            <a:endParaRPr lang="en-US" dirty="0"/>
          </a:p>
        </p:txBody>
      </p:sp>
    </p:spTree>
    <p:extLst>
      <p:ext uri="{BB962C8B-B14F-4D97-AF65-F5344CB8AC3E}">
        <p14:creationId xmlns:p14="http://schemas.microsoft.com/office/powerpoint/2010/main" val="19247269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Deciding to Work: SSDI/Other Benefits</a:t>
            </a:r>
            <a:endParaRPr lang="en-US" dirty="0"/>
          </a:p>
        </p:txBody>
      </p:sp>
      <p:sp>
        <p:nvSpPr>
          <p:cNvPr id="3" name="Slide Number Placeholder 2"/>
          <p:cNvSpPr>
            <a:spLocks noGrp="1"/>
          </p:cNvSpPr>
          <p:nvPr>
            <p:ph type="sldNum" sz="quarter" idx="12"/>
          </p:nvPr>
        </p:nvSpPr>
        <p:spPr/>
        <p:txBody>
          <a:bodyPr/>
          <a:lstStyle/>
          <a:p>
            <a:fld id="{0AF0BB18-AE53-42E4-9D5C-1A2C78F44834}" type="slidenum">
              <a:rPr lang="en-US" smtClean="0"/>
              <a:t>12</a:t>
            </a:fld>
            <a:endParaRPr lang="en-US"/>
          </a:p>
        </p:txBody>
      </p:sp>
      <p:grpSp>
        <p:nvGrpSpPr>
          <p:cNvPr id="4" name="Group 3"/>
          <p:cNvGrpSpPr/>
          <p:nvPr/>
        </p:nvGrpSpPr>
        <p:grpSpPr>
          <a:xfrm>
            <a:off x="226515" y="387296"/>
            <a:ext cx="10684042" cy="6470704"/>
            <a:chOff x="226515" y="387296"/>
            <a:chExt cx="10684042" cy="6470704"/>
          </a:xfrm>
        </p:grpSpPr>
        <p:graphicFrame>
          <p:nvGraphicFramePr>
            <p:cNvPr id="8" name="Diagram 7"/>
            <p:cNvGraphicFramePr/>
            <p:nvPr>
              <p:extLst>
                <p:ext uri="{D42A27DB-BD31-4B8C-83A1-F6EECF244321}">
                  <p14:modId xmlns:p14="http://schemas.microsoft.com/office/powerpoint/2010/main" val="11548273"/>
                </p:ext>
              </p:extLst>
            </p:nvPr>
          </p:nvGraphicFramePr>
          <p:xfrm>
            <a:off x="226515" y="387296"/>
            <a:ext cx="10684042" cy="64707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9" name="Group 8"/>
            <p:cNvGrpSpPr/>
            <p:nvPr/>
          </p:nvGrpSpPr>
          <p:grpSpPr>
            <a:xfrm>
              <a:off x="3325447" y="6068554"/>
              <a:ext cx="4523237" cy="565785"/>
              <a:chOff x="3325447" y="6068554"/>
              <a:chExt cx="4523237" cy="565785"/>
            </a:xfrm>
          </p:grpSpPr>
          <p:sp>
            <p:nvSpPr>
              <p:cNvPr id="10" name="Cross 9"/>
              <p:cNvSpPr/>
              <p:nvPr/>
            </p:nvSpPr>
            <p:spPr>
              <a:xfrm>
                <a:off x="3325447" y="6068554"/>
                <a:ext cx="551180" cy="565785"/>
              </a:xfrm>
              <a:prstGeom prst="plus">
                <a:avLst>
                  <a:gd name="adj" fmla="val 42247"/>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 name="Minus 10"/>
              <p:cNvSpPr/>
              <p:nvPr/>
            </p:nvSpPr>
            <p:spPr>
              <a:xfrm>
                <a:off x="6975559" y="6068554"/>
                <a:ext cx="873125" cy="488315"/>
              </a:xfrm>
              <a:prstGeom prst="mathMinus">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grpSp>
        <p:nvGrpSpPr>
          <p:cNvPr id="12" name="Group 11" descr="Clipart: Dollar sign, insurance cards" title="SSDI and Other Benefits"/>
          <p:cNvGrpSpPr/>
          <p:nvPr/>
        </p:nvGrpSpPr>
        <p:grpSpPr>
          <a:xfrm>
            <a:off x="9996447" y="-186661"/>
            <a:ext cx="2225661" cy="1775285"/>
            <a:chOff x="-84430" y="3048828"/>
            <a:chExt cx="2225661" cy="1775285"/>
          </a:xfrm>
        </p:grpSpPr>
        <p:pic>
          <p:nvPicPr>
            <p:cNvPr id="13" name="Picture 2" descr="Clipart: health insurance cards and dollar sign"/>
            <p:cNvPicPr>
              <a:picLocks noChangeAspect="1" noChangeArrowheads="1"/>
            </p:cNvPicPr>
            <p:nvPr/>
          </p:nvPicPr>
          <p:blipFill rotWithShape="1">
            <a:blip r:embed="rId8">
              <a:extLst>
                <a:ext uri="{28A0092B-C50C-407E-A947-70E740481C1C}">
                  <a14:useLocalDpi xmlns:a14="http://schemas.microsoft.com/office/drawing/2010/main" val="0"/>
                </a:ext>
              </a:extLst>
            </a:blip>
            <a:srcRect t="69980" r="81359" b="1104"/>
            <a:stretch/>
          </p:blipFill>
          <p:spPr bwMode="auto">
            <a:xfrm>
              <a:off x="365946" y="3048828"/>
              <a:ext cx="1775285" cy="1775285"/>
            </a:xfrm>
            <a:prstGeom prst="rect">
              <a:avLst/>
            </a:prstGeom>
            <a:noFill/>
            <a:extLst>
              <a:ext uri="{909E8E84-426E-40dd-AFC4-6F175D3DCCD1}">
                <a14:hiddenFill xmlns="" xmlns:a14="http://schemas.microsoft.com/office/drawing/2010/main">
                  <a:solidFill>
                    <a:srgbClr val="FFFFFF"/>
                  </a:solidFill>
                </a14:hiddenFill>
              </a:ext>
            </a:extLst>
          </p:spPr>
        </p:pic>
        <p:sp>
          <p:nvSpPr>
            <p:cNvPr id="14" name="Rectangle 13"/>
            <p:cNvSpPr/>
            <p:nvPr/>
          </p:nvSpPr>
          <p:spPr>
            <a:xfrm rot="21229451">
              <a:off x="-84430" y="3416203"/>
              <a:ext cx="729688" cy="1323439"/>
            </a:xfrm>
            <a:prstGeom prst="rect">
              <a:avLst/>
            </a:prstGeom>
            <a:noFill/>
          </p:spPr>
          <p:txBody>
            <a:bodyPr wrap="none" lIns="91440" tIns="45720" rIns="91440" bIns="45720">
              <a:spAutoFit/>
            </a:bodyPr>
            <a:lstStyle/>
            <a:p>
              <a:pPr algn="ctr"/>
              <a:r>
                <a:rPr lang="en-US" sz="8000" b="1" cap="none" spc="0" dirty="0" smtClean="0">
                  <a:ln w="0"/>
                  <a:solidFill>
                    <a:schemeClr val="tx1"/>
                  </a:solidFill>
                  <a:effectLst>
                    <a:outerShdw blurRad="38100" dist="19050" dir="2700000" algn="tl" rotWithShape="0">
                      <a:schemeClr val="dk1">
                        <a:alpha val="40000"/>
                      </a:schemeClr>
                    </a:outerShdw>
                  </a:effectLst>
                </a:rPr>
                <a:t>$</a:t>
              </a:r>
              <a:endParaRPr lang="en-US" sz="8000" b="1" cap="none" spc="0" dirty="0">
                <a:ln w="0"/>
                <a:solidFill>
                  <a:schemeClr val="tx1"/>
                </a:solidFill>
                <a:effectLst>
                  <a:outerShdw blurRad="38100" dist="19050" dir="2700000" algn="tl" rotWithShape="0">
                    <a:schemeClr val="dk1">
                      <a:alpha val="40000"/>
                    </a:schemeClr>
                  </a:outerShdw>
                </a:effectLst>
              </a:endParaRPr>
            </a:p>
          </p:txBody>
        </p:sp>
      </p:grpSp>
    </p:spTree>
    <p:extLst>
      <p:ext uri="{BB962C8B-B14F-4D97-AF65-F5344CB8AC3E}">
        <p14:creationId xmlns:p14="http://schemas.microsoft.com/office/powerpoint/2010/main" val="254242969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dirty="0"/>
              <a:t>F, 50</a:t>
            </a:r>
            <a:r>
              <a:rPr lang="en-US" sz="4400" dirty="0"/>
              <a:t>s</a:t>
            </a:r>
            <a:r>
              <a:rPr lang="en-US" sz="5400" dirty="0"/>
              <a:t> (MN): </a:t>
            </a:r>
            <a:r>
              <a:rPr lang="en-US" sz="5400" dirty="0" smtClean="0"/>
              <a:t>“Reclaiming Life”</a:t>
            </a:r>
            <a:endParaRPr lang="en-US" sz="5400" dirty="0"/>
          </a:p>
        </p:txBody>
      </p:sp>
      <p:sp>
        <p:nvSpPr>
          <p:cNvPr id="3" name="Content Placeholder 2"/>
          <p:cNvSpPr>
            <a:spLocks noGrp="1"/>
          </p:cNvSpPr>
          <p:nvPr>
            <p:ph idx="1"/>
          </p:nvPr>
        </p:nvSpPr>
        <p:spPr>
          <a:xfrm>
            <a:off x="1024128" y="1683657"/>
            <a:ext cx="9720073" cy="5061367"/>
          </a:xfrm>
        </p:spPr>
        <p:txBody>
          <a:bodyPr>
            <a:normAutofit fontScale="92500"/>
          </a:bodyPr>
          <a:lstStyle/>
          <a:p>
            <a:r>
              <a:rPr lang="en-US" dirty="0" smtClean="0"/>
              <a:t>“If </a:t>
            </a:r>
            <a:r>
              <a:rPr lang="en-US" dirty="0"/>
              <a:t>I can get a 40-hour a week job, </a:t>
            </a:r>
            <a:r>
              <a:rPr lang="en-US" b="1" dirty="0"/>
              <a:t>if I can physically handle it, I’m going off disability</a:t>
            </a:r>
            <a:r>
              <a:rPr lang="en-US" dirty="0" smtClean="0"/>
              <a:t>.</a:t>
            </a:r>
          </a:p>
          <a:p>
            <a:r>
              <a:rPr lang="en-US" dirty="0"/>
              <a:t>Because the way </a:t>
            </a:r>
            <a:r>
              <a:rPr lang="en-US" dirty="0" smtClean="0"/>
              <a:t>they </a:t>
            </a:r>
            <a:r>
              <a:rPr lang="en-US" dirty="0"/>
              <a:t>explained it to me, if it happens that I do this and then something happens where I can’t do it anymore, I don’t have to go through the whole process of reapplying for disability. It’s always still kind of there should I need it, which I hope is true.</a:t>
            </a:r>
          </a:p>
          <a:p>
            <a:r>
              <a:rPr lang="en-US" dirty="0"/>
              <a:t>That was a concern for me too. I </a:t>
            </a:r>
            <a:r>
              <a:rPr lang="en-US" dirty="0" smtClean="0"/>
              <a:t>was like, here I am thinking, ‘Yeah</a:t>
            </a:r>
            <a:r>
              <a:rPr lang="en-US" dirty="0"/>
              <a:t>, I’m ready, let’s do it. </a:t>
            </a:r>
            <a:r>
              <a:rPr lang="en-US" b="1" dirty="0"/>
              <a:t>I want to get off this disability</a:t>
            </a:r>
            <a:r>
              <a:rPr lang="en-US" dirty="0"/>
              <a:t>. I want to make as much money as I can make and take care of myself and plan ahead</a:t>
            </a:r>
            <a:r>
              <a:rPr lang="en-US" dirty="0" smtClean="0"/>
              <a:t>.’ </a:t>
            </a:r>
            <a:r>
              <a:rPr lang="en-US" dirty="0"/>
              <a:t>But I need to think about, </a:t>
            </a:r>
            <a:r>
              <a:rPr lang="en-US" b="1" dirty="0"/>
              <a:t>what if I have to go back on disability and do this all over again</a:t>
            </a:r>
            <a:r>
              <a:rPr lang="en-US" dirty="0"/>
              <a:t>—the one or two years to get it back</a:t>
            </a:r>
            <a:r>
              <a:rPr lang="en-US" dirty="0" smtClean="0"/>
              <a:t>? </a:t>
            </a:r>
            <a:r>
              <a:rPr lang="en-US" dirty="0"/>
              <a:t>But they explained it to me. I wouldn’t have to go through all that, which is good</a:t>
            </a:r>
            <a:r>
              <a:rPr lang="en-US" dirty="0" smtClean="0"/>
              <a:t>.</a:t>
            </a:r>
            <a:endParaRPr lang="en-US" dirty="0"/>
          </a:p>
          <a:p>
            <a:r>
              <a:rPr lang="en-US" dirty="0" smtClean="0"/>
              <a:t>…I </a:t>
            </a:r>
            <a:r>
              <a:rPr lang="en-US" dirty="0"/>
              <a:t>just had to be determined and take it as it comes because I’ve had a lot of time to think about it. And I have to do something. I’m </a:t>
            </a:r>
            <a:r>
              <a:rPr lang="en-US" b="1" dirty="0"/>
              <a:t>feeling physically ready </a:t>
            </a:r>
            <a:r>
              <a:rPr lang="en-US" dirty="0"/>
              <a:t>to give it a shot. </a:t>
            </a:r>
          </a:p>
          <a:p>
            <a:r>
              <a:rPr lang="en-US" dirty="0" smtClean="0"/>
              <a:t>…I’m </a:t>
            </a:r>
            <a:r>
              <a:rPr lang="en-US" dirty="0"/>
              <a:t>just thinking not many people want to get back to work and go off disability. There’s maybe people that want to work maybe part-time and keep their disability. But I’m looking at </a:t>
            </a:r>
            <a:r>
              <a:rPr lang="en-US" b="1" dirty="0"/>
              <a:t>reclaiming life</a:t>
            </a:r>
            <a:r>
              <a:rPr lang="en-US" dirty="0" smtClean="0"/>
              <a:t>.”</a:t>
            </a:r>
            <a:endParaRPr lang="en-US" dirty="0"/>
          </a:p>
          <a:p>
            <a:endParaRPr lang="en-US" dirty="0"/>
          </a:p>
        </p:txBody>
      </p:sp>
      <p:sp>
        <p:nvSpPr>
          <p:cNvPr id="4" name="Slide Number Placeholder 3"/>
          <p:cNvSpPr>
            <a:spLocks noGrp="1"/>
          </p:cNvSpPr>
          <p:nvPr>
            <p:ph type="sldNum" sz="quarter" idx="12"/>
          </p:nvPr>
        </p:nvSpPr>
        <p:spPr/>
        <p:txBody>
          <a:bodyPr/>
          <a:lstStyle/>
          <a:p>
            <a:fld id="{0AF0BB18-AE53-42E4-9D5C-1A2C78F44834}" type="slidenum">
              <a:rPr lang="en-US" smtClean="0">
                <a:solidFill>
                  <a:prstClr val="black">
                    <a:lumMod val="95000"/>
                    <a:lumOff val="5000"/>
                  </a:prstClr>
                </a:solidFill>
              </a:rPr>
              <a:pPr/>
              <a:t>13</a:t>
            </a:fld>
            <a:endParaRPr lang="en-US">
              <a:solidFill>
                <a:prstClr val="black">
                  <a:lumMod val="95000"/>
                  <a:lumOff val="5000"/>
                </a:prstClr>
              </a:solidFill>
            </a:endParaRPr>
          </a:p>
        </p:txBody>
      </p:sp>
      <p:grpSp>
        <p:nvGrpSpPr>
          <p:cNvPr id="5" name="Group 4" descr="Clipart: Dollar sign, insurance cards" title="SSDI and Other Benefits"/>
          <p:cNvGrpSpPr/>
          <p:nvPr/>
        </p:nvGrpSpPr>
        <p:grpSpPr>
          <a:xfrm>
            <a:off x="9996447" y="-186661"/>
            <a:ext cx="2225661" cy="1775285"/>
            <a:chOff x="-84430" y="3048828"/>
            <a:chExt cx="2225661" cy="1775285"/>
          </a:xfrm>
        </p:grpSpPr>
        <p:pic>
          <p:nvPicPr>
            <p:cNvPr id="6" name="Picture 2" descr="Clipart: health insurance cards and dollar sign"/>
            <p:cNvPicPr>
              <a:picLocks noChangeAspect="1" noChangeArrowheads="1"/>
            </p:cNvPicPr>
            <p:nvPr/>
          </p:nvPicPr>
          <p:blipFill rotWithShape="1">
            <a:blip r:embed="rId3">
              <a:extLst>
                <a:ext uri="{28A0092B-C50C-407E-A947-70E740481C1C}">
                  <a14:useLocalDpi xmlns:a14="http://schemas.microsoft.com/office/drawing/2010/main" val="0"/>
                </a:ext>
              </a:extLst>
            </a:blip>
            <a:srcRect t="69980" r="81359" b="1104"/>
            <a:stretch/>
          </p:blipFill>
          <p:spPr bwMode="auto">
            <a:xfrm>
              <a:off x="365946" y="3048828"/>
              <a:ext cx="1775285" cy="1775285"/>
            </a:xfrm>
            <a:prstGeom prst="rect">
              <a:avLst/>
            </a:prstGeom>
            <a:noFill/>
            <a:extLst>
              <a:ext uri="{909E8E84-426E-40dd-AFC4-6F175D3DCCD1}">
                <a14:hiddenFill xmlns="" xmlns:a14="http://schemas.microsoft.com/office/drawing/2010/main">
                  <a:solidFill>
                    <a:srgbClr val="FFFFFF"/>
                  </a:solidFill>
                </a14:hiddenFill>
              </a:ext>
            </a:extLst>
          </p:spPr>
        </p:pic>
        <p:sp>
          <p:nvSpPr>
            <p:cNvPr id="7" name="Rectangle 6"/>
            <p:cNvSpPr/>
            <p:nvPr/>
          </p:nvSpPr>
          <p:spPr>
            <a:xfrm rot="21229451">
              <a:off x="-84430" y="3416203"/>
              <a:ext cx="729688" cy="1323439"/>
            </a:xfrm>
            <a:prstGeom prst="rect">
              <a:avLst/>
            </a:prstGeom>
            <a:noFill/>
          </p:spPr>
          <p:txBody>
            <a:bodyPr wrap="none" lIns="91440" tIns="45720" rIns="91440" bIns="45720">
              <a:spAutoFit/>
            </a:bodyPr>
            <a:lstStyle/>
            <a:p>
              <a:pPr algn="ctr"/>
              <a:r>
                <a:rPr lang="en-US" sz="8000" b="1" cap="none" spc="0" dirty="0" smtClean="0">
                  <a:ln w="0"/>
                  <a:solidFill>
                    <a:schemeClr val="tx1"/>
                  </a:solidFill>
                  <a:effectLst>
                    <a:outerShdw blurRad="38100" dist="19050" dir="2700000" algn="tl" rotWithShape="0">
                      <a:schemeClr val="dk1">
                        <a:alpha val="40000"/>
                      </a:schemeClr>
                    </a:outerShdw>
                  </a:effectLst>
                </a:rPr>
                <a:t>$</a:t>
              </a:r>
              <a:endParaRPr lang="en-US" sz="8000" b="1" cap="none" spc="0" dirty="0">
                <a:ln w="0"/>
                <a:solidFill>
                  <a:schemeClr val="tx1"/>
                </a:solidFill>
                <a:effectLst>
                  <a:outerShdw blurRad="38100" dist="19050" dir="2700000" algn="tl" rotWithShape="0">
                    <a:schemeClr val="dk1">
                      <a:alpha val="40000"/>
                    </a:schemeClr>
                  </a:outerShdw>
                </a:effectLst>
              </a:endParaRPr>
            </a:p>
          </p:txBody>
        </p:sp>
      </p:grpSp>
    </p:spTree>
    <p:extLst>
      <p:ext uri="{BB962C8B-B14F-4D97-AF65-F5344CB8AC3E}">
        <p14:creationId xmlns:p14="http://schemas.microsoft.com/office/powerpoint/2010/main" val="322606626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Diagram 7"/>
          <p:cNvGraphicFramePr/>
          <p:nvPr>
            <p:extLst>
              <p:ext uri="{D42A27DB-BD31-4B8C-83A1-F6EECF244321}">
                <p14:modId xmlns:p14="http://schemas.microsoft.com/office/powerpoint/2010/main" val="2710433716"/>
              </p:ext>
            </p:extLst>
          </p:nvPr>
        </p:nvGraphicFramePr>
        <p:xfrm>
          <a:off x="226515" y="387296"/>
          <a:ext cx="10684042" cy="64707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le 1"/>
          <p:cNvSpPr>
            <a:spLocks noGrp="1"/>
          </p:cNvSpPr>
          <p:nvPr>
            <p:ph type="title"/>
          </p:nvPr>
        </p:nvSpPr>
        <p:spPr/>
        <p:txBody>
          <a:bodyPr/>
          <a:lstStyle/>
          <a:p>
            <a:r>
              <a:rPr lang="en-US" dirty="0" smtClean="0"/>
              <a:t>Deciding to Work: Disabilities</a:t>
            </a:r>
            <a:endParaRPr lang="en-US" dirty="0"/>
          </a:p>
        </p:txBody>
      </p:sp>
      <p:sp>
        <p:nvSpPr>
          <p:cNvPr id="3" name="Slide Number Placeholder 2"/>
          <p:cNvSpPr>
            <a:spLocks noGrp="1"/>
          </p:cNvSpPr>
          <p:nvPr>
            <p:ph type="sldNum" sz="quarter" idx="12"/>
          </p:nvPr>
        </p:nvSpPr>
        <p:spPr/>
        <p:txBody>
          <a:bodyPr/>
          <a:lstStyle/>
          <a:p>
            <a:fld id="{0AF0BB18-AE53-42E4-9D5C-1A2C78F44834}" type="slidenum">
              <a:rPr lang="en-US" smtClean="0"/>
              <a:t>14</a:t>
            </a:fld>
            <a:endParaRPr lang="en-US"/>
          </a:p>
        </p:txBody>
      </p:sp>
      <p:grpSp>
        <p:nvGrpSpPr>
          <p:cNvPr id="9" name="Group 8"/>
          <p:cNvGrpSpPr/>
          <p:nvPr/>
        </p:nvGrpSpPr>
        <p:grpSpPr>
          <a:xfrm>
            <a:off x="3325447" y="6068554"/>
            <a:ext cx="4523237" cy="565785"/>
            <a:chOff x="3325447" y="6068554"/>
            <a:chExt cx="4523237" cy="565785"/>
          </a:xfrm>
        </p:grpSpPr>
        <p:sp>
          <p:nvSpPr>
            <p:cNvPr id="10" name="Cross 9"/>
            <p:cNvSpPr/>
            <p:nvPr/>
          </p:nvSpPr>
          <p:spPr>
            <a:xfrm>
              <a:off x="3325447" y="6068554"/>
              <a:ext cx="551180" cy="565785"/>
            </a:xfrm>
            <a:prstGeom prst="plus">
              <a:avLst>
                <a:gd name="adj" fmla="val 42247"/>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 name="Minus 10"/>
            <p:cNvSpPr/>
            <p:nvPr/>
          </p:nvSpPr>
          <p:spPr>
            <a:xfrm>
              <a:off x="6975559" y="6068554"/>
              <a:ext cx="873125" cy="488315"/>
            </a:xfrm>
            <a:prstGeom prst="mathMinus">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pic>
        <p:nvPicPr>
          <p:cNvPr id="12" name="Picture 2" descr="http://www.campusministry.net/wp-content/uploads/2015/12/disability-square.jp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897565" y="-51265"/>
            <a:ext cx="2294435" cy="2337265"/>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322134789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ctr">
            <a:normAutofit/>
          </a:bodyPr>
          <a:lstStyle/>
          <a:p>
            <a:r>
              <a:rPr lang="en-US" dirty="0" smtClean="0"/>
              <a:t>F</a:t>
            </a:r>
            <a:r>
              <a:rPr lang="en-US" dirty="0"/>
              <a:t>, </a:t>
            </a:r>
            <a:r>
              <a:rPr lang="en-US" dirty="0" smtClean="0"/>
              <a:t>50</a:t>
            </a:r>
            <a:r>
              <a:rPr lang="en-US" sz="4000" dirty="0" smtClean="0"/>
              <a:t>s </a:t>
            </a:r>
            <a:r>
              <a:rPr lang="en-US" dirty="0" smtClean="0"/>
              <a:t>(KY): “If I can walk…”</a:t>
            </a:r>
            <a:endParaRPr lang="en-US" dirty="0"/>
          </a:p>
        </p:txBody>
      </p:sp>
      <p:sp>
        <p:nvSpPr>
          <p:cNvPr id="3" name="Content Placeholder 2"/>
          <p:cNvSpPr>
            <a:spLocks noGrp="1"/>
          </p:cNvSpPr>
          <p:nvPr>
            <p:ph idx="1"/>
          </p:nvPr>
        </p:nvSpPr>
        <p:spPr/>
        <p:txBody>
          <a:bodyPr>
            <a:noAutofit/>
          </a:bodyPr>
          <a:lstStyle/>
          <a:p>
            <a:r>
              <a:rPr lang="en-US" sz="3600" i="1" u="sng" dirty="0" smtClean="0"/>
              <a:t>Condition </a:t>
            </a:r>
            <a:r>
              <a:rPr lang="en-US" sz="3600" i="1" u="sng" dirty="0"/>
              <a:t>improving/in </a:t>
            </a:r>
            <a:r>
              <a:rPr lang="en-US" sz="3600" i="1" u="sng" dirty="0" smtClean="0"/>
              <a:t>remission</a:t>
            </a:r>
            <a:r>
              <a:rPr lang="en-US" sz="3600" i="1" dirty="0" smtClean="0"/>
              <a:t>: “‘</a:t>
            </a:r>
            <a:r>
              <a:rPr lang="en-US" sz="3600" dirty="0" smtClean="0"/>
              <a:t>Once </a:t>
            </a:r>
            <a:r>
              <a:rPr lang="en-US" sz="3600" dirty="0"/>
              <a:t>I'm able to walk</a:t>
            </a:r>
            <a:r>
              <a:rPr lang="en-US" sz="3600" dirty="0" smtClean="0"/>
              <a:t>,’ </a:t>
            </a:r>
            <a:r>
              <a:rPr lang="en-US" sz="3600" dirty="0"/>
              <a:t>I said, </a:t>
            </a:r>
            <a:r>
              <a:rPr lang="en-US" sz="3600" dirty="0" smtClean="0"/>
              <a:t>‘well</a:t>
            </a:r>
            <a:r>
              <a:rPr lang="en-US" sz="3600" dirty="0"/>
              <a:t>, </a:t>
            </a:r>
            <a:r>
              <a:rPr lang="en-US" sz="3600" b="1" dirty="0"/>
              <a:t>if I can walk, I'm getting off of SSDI</a:t>
            </a:r>
            <a:r>
              <a:rPr lang="en-US" sz="3600" dirty="0"/>
              <a:t>. </a:t>
            </a:r>
            <a:r>
              <a:rPr lang="en-US" sz="3600" b="1" dirty="0"/>
              <a:t>I want to go back to work</a:t>
            </a:r>
            <a:r>
              <a:rPr lang="en-US" sz="3600" dirty="0" smtClean="0"/>
              <a:t>.’ </a:t>
            </a:r>
            <a:r>
              <a:rPr lang="en-US" sz="3600" dirty="0"/>
              <a:t>So that's when some lady I </a:t>
            </a:r>
            <a:r>
              <a:rPr lang="en-US" sz="3600" dirty="0" smtClean="0"/>
              <a:t>met was </a:t>
            </a:r>
            <a:r>
              <a:rPr lang="en-US" sz="3600" dirty="0"/>
              <a:t>telling </a:t>
            </a:r>
            <a:r>
              <a:rPr lang="en-US" sz="3600" dirty="0" smtClean="0"/>
              <a:t>me </a:t>
            </a:r>
            <a:r>
              <a:rPr lang="en-US" sz="3600" dirty="0"/>
              <a:t>about this </a:t>
            </a:r>
            <a:r>
              <a:rPr lang="en-US" sz="3600" dirty="0" smtClean="0"/>
              <a:t>program</a:t>
            </a:r>
            <a:r>
              <a:rPr lang="en-US" sz="3600" dirty="0"/>
              <a:t>. So that's when I went to talk to them about that</a:t>
            </a:r>
            <a:r>
              <a:rPr lang="en-US" sz="3600" dirty="0" smtClean="0"/>
              <a:t>.”</a:t>
            </a:r>
          </a:p>
          <a:p>
            <a:endParaRPr lang="en-US" sz="3600" dirty="0"/>
          </a:p>
        </p:txBody>
      </p:sp>
      <p:sp>
        <p:nvSpPr>
          <p:cNvPr id="4" name="Slide Number Placeholder 3"/>
          <p:cNvSpPr>
            <a:spLocks noGrp="1"/>
          </p:cNvSpPr>
          <p:nvPr>
            <p:ph type="sldNum" sz="quarter" idx="12"/>
          </p:nvPr>
        </p:nvSpPr>
        <p:spPr/>
        <p:txBody>
          <a:bodyPr/>
          <a:lstStyle/>
          <a:p>
            <a:fld id="{0AF0BB18-AE53-42E4-9D5C-1A2C78F44834}" type="slidenum">
              <a:rPr lang="en-US" smtClean="0"/>
              <a:t>15</a:t>
            </a:fld>
            <a:endParaRPr lang="en-US"/>
          </a:p>
        </p:txBody>
      </p:sp>
      <p:pic>
        <p:nvPicPr>
          <p:cNvPr id="5" name="Picture 2" descr="http://www.campusministry.net/wp-content/uploads/2015/12/disability-square.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97565" y="0"/>
            <a:ext cx="2294435" cy="2337265"/>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2547295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http://www.campusministry.net/wp-content/uploads/2015/12/disability-square.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97565" y="-51265"/>
            <a:ext cx="2294435" cy="2337265"/>
          </a:xfrm>
          <a:prstGeom prst="rect">
            <a:avLst/>
          </a:prstGeom>
          <a:noFill/>
          <a:extLst>
            <a:ext uri="{909E8E84-426E-40dd-AFC4-6F175D3DCCD1}">
              <a14:hiddenFill xmlns:a14="http://schemas.microsoft.com/office/drawing/2010/main" xmlns="">
                <a:solidFill>
                  <a:srgbClr val="FFFFFF"/>
                </a:solidFill>
              </a14:hiddenFill>
            </a:ext>
          </a:extLst>
        </p:spPr>
      </p:pic>
      <p:sp>
        <p:nvSpPr>
          <p:cNvPr id="2" name="Title 1"/>
          <p:cNvSpPr>
            <a:spLocks noGrp="1"/>
          </p:cNvSpPr>
          <p:nvPr>
            <p:ph type="title"/>
          </p:nvPr>
        </p:nvSpPr>
        <p:spPr>
          <a:xfrm>
            <a:off x="1024128" y="585216"/>
            <a:ext cx="9402762" cy="1499616"/>
          </a:xfrm>
        </p:spPr>
        <p:txBody>
          <a:bodyPr>
            <a:normAutofit/>
          </a:bodyPr>
          <a:lstStyle/>
          <a:p>
            <a:r>
              <a:rPr lang="en-US" sz="5400" dirty="0" smtClean="0"/>
              <a:t>F</a:t>
            </a:r>
            <a:r>
              <a:rPr lang="en-US" sz="5400" dirty="0"/>
              <a:t>, </a:t>
            </a:r>
            <a:r>
              <a:rPr lang="en-US" sz="5400" dirty="0" smtClean="0"/>
              <a:t>40</a:t>
            </a:r>
            <a:r>
              <a:rPr lang="en-US" sz="4400" dirty="0" smtClean="0"/>
              <a:t>s</a:t>
            </a:r>
            <a:r>
              <a:rPr lang="en-US" sz="5400" dirty="0" smtClean="0"/>
              <a:t> (MN) “If I have a bad day”</a:t>
            </a:r>
            <a:endParaRPr lang="en-US" dirty="0"/>
          </a:p>
        </p:txBody>
      </p:sp>
      <p:sp>
        <p:nvSpPr>
          <p:cNvPr id="3" name="Content Placeholder 2"/>
          <p:cNvSpPr>
            <a:spLocks noGrp="1"/>
          </p:cNvSpPr>
          <p:nvPr>
            <p:ph idx="1"/>
          </p:nvPr>
        </p:nvSpPr>
        <p:spPr>
          <a:xfrm>
            <a:off x="1024128" y="2111108"/>
            <a:ext cx="9720071" cy="4023360"/>
          </a:xfrm>
        </p:spPr>
        <p:txBody>
          <a:bodyPr>
            <a:noAutofit/>
          </a:bodyPr>
          <a:lstStyle/>
          <a:p>
            <a:r>
              <a:rPr lang="en-US" sz="2800" i="1" u="sng" dirty="0" smtClean="0"/>
              <a:t>Unpredictability</a:t>
            </a:r>
            <a:r>
              <a:rPr lang="en-US" sz="2800" i="1" dirty="0" smtClean="0"/>
              <a:t>: “</a:t>
            </a:r>
            <a:r>
              <a:rPr lang="en-US" sz="2800" dirty="0" smtClean="0"/>
              <a:t>Really</a:t>
            </a:r>
            <a:r>
              <a:rPr lang="en-US" sz="2800" dirty="0"/>
              <a:t>, </a:t>
            </a:r>
            <a:r>
              <a:rPr lang="en-US" sz="2800" b="1" dirty="0"/>
              <a:t>my main concern is if I have a bad d</a:t>
            </a:r>
            <a:r>
              <a:rPr lang="en-US" sz="2800" b="1" dirty="0" smtClean="0"/>
              <a:t>ay</a:t>
            </a:r>
            <a:r>
              <a:rPr lang="en-US" sz="2800" dirty="0" smtClean="0"/>
              <a:t>--I </a:t>
            </a:r>
            <a:r>
              <a:rPr lang="en-US" sz="2800" dirty="0"/>
              <a:t>get really bad </a:t>
            </a:r>
            <a:r>
              <a:rPr lang="en-US" sz="2800" dirty="0" smtClean="0"/>
              <a:t>days--can't </a:t>
            </a:r>
            <a:r>
              <a:rPr lang="en-US" sz="2800" dirty="0"/>
              <a:t>get out of bed or do anything. And I'm really afraid that if that happens, what my consequences might be. </a:t>
            </a:r>
            <a:endParaRPr lang="en-US" sz="2800" dirty="0" smtClean="0"/>
          </a:p>
          <a:p>
            <a:r>
              <a:rPr lang="en-US" sz="2800" i="1" u="sng" dirty="0" smtClean="0"/>
              <a:t>Disclosure/Accommodations</a:t>
            </a:r>
            <a:r>
              <a:rPr lang="en-US" sz="2800" i="1" dirty="0" smtClean="0"/>
              <a:t>: </a:t>
            </a:r>
            <a:r>
              <a:rPr lang="en-US" sz="2800" dirty="0" smtClean="0"/>
              <a:t>“</a:t>
            </a:r>
            <a:r>
              <a:rPr lang="en-US" sz="2800" b="1" dirty="0" smtClean="0"/>
              <a:t>I'm </a:t>
            </a:r>
            <a:r>
              <a:rPr lang="en-US" sz="2800" b="1" dirty="0"/>
              <a:t>a little afraid to tell them that I'm on disability</a:t>
            </a:r>
            <a:r>
              <a:rPr lang="en-US" sz="2800" dirty="0"/>
              <a:t>. </a:t>
            </a:r>
            <a:r>
              <a:rPr lang="en-US" sz="2800" dirty="0" smtClean="0"/>
              <a:t>But </a:t>
            </a:r>
            <a:r>
              <a:rPr lang="en-US" sz="2800" dirty="0"/>
              <a:t>then again, </a:t>
            </a:r>
            <a:r>
              <a:rPr lang="en-US" sz="2800" b="1" dirty="0"/>
              <a:t>would they make any exceptions</a:t>
            </a:r>
            <a:r>
              <a:rPr lang="en-US" sz="2800" dirty="0"/>
              <a:t> if they did know and I had one of my bad days or something like </a:t>
            </a:r>
            <a:r>
              <a:rPr lang="en-US" sz="2800" dirty="0" smtClean="0"/>
              <a:t>that? The </a:t>
            </a:r>
            <a:r>
              <a:rPr lang="en-US" sz="2800" dirty="0"/>
              <a:t>good part about it is that I'm going to be at home in my home office and don't have to worry about going anywhere in particular, but it's still a job that </a:t>
            </a:r>
            <a:r>
              <a:rPr lang="en-US" sz="2800" b="1" dirty="0"/>
              <a:t>I want to be good at and reliable</a:t>
            </a:r>
            <a:r>
              <a:rPr lang="en-US" sz="2800" dirty="0" smtClean="0"/>
              <a:t>.”</a:t>
            </a:r>
            <a:endParaRPr lang="en-US" sz="2800" dirty="0"/>
          </a:p>
          <a:p>
            <a:endParaRPr lang="en-US" sz="2800" dirty="0"/>
          </a:p>
        </p:txBody>
      </p:sp>
      <p:sp>
        <p:nvSpPr>
          <p:cNvPr id="4" name="Slide Number Placeholder 3"/>
          <p:cNvSpPr>
            <a:spLocks noGrp="1"/>
          </p:cNvSpPr>
          <p:nvPr>
            <p:ph type="sldNum" sz="quarter" idx="12"/>
          </p:nvPr>
        </p:nvSpPr>
        <p:spPr/>
        <p:txBody>
          <a:bodyPr/>
          <a:lstStyle/>
          <a:p>
            <a:fld id="{0AF0BB18-AE53-42E4-9D5C-1A2C78F44834}" type="slidenum">
              <a:rPr lang="en-US" smtClean="0"/>
              <a:t>16</a:t>
            </a:fld>
            <a:endParaRPr lang="en-US"/>
          </a:p>
        </p:txBody>
      </p:sp>
    </p:spTree>
    <p:extLst>
      <p:ext uri="{BB962C8B-B14F-4D97-AF65-F5344CB8AC3E}">
        <p14:creationId xmlns:p14="http://schemas.microsoft.com/office/powerpoint/2010/main" val="75895851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r>
              <a:rPr lang="en-US" sz="3600" dirty="0" smtClean="0"/>
              <a:t>“When </a:t>
            </a:r>
            <a:r>
              <a:rPr lang="en-US" sz="3600" dirty="0"/>
              <a:t>you’re disabled, </a:t>
            </a:r>
            <a:r>
              <a:rPr lang="en-US" sz="3600" b="1" dirty="0"/>
              <a:t>it’s nice to think that you’re still capable of doing work</a:t>
            </a:r>
            <a:r>
              <a:rPr lang="en-US" sz="3600" dirty="0"/>
              <a:t> and feeling good about yourself by helping a company or helping a doctor’s office or running a register and just greeting people, just talking to people. It makes a disabled person </a:t>
            </a:r>
            <a:r>
              <a:rPr lang="en-US" sz="3600" b="1" dirty="0"/>
              <a:t>feel good about themselves</a:t>
            </a:r>
            <a:r>
              <a:rPr lang="en-US" sz="3600" dirty="0"/>
              <a:t>, and it gets them to </a:t>
            </a:r>
            <a:r>
              <a:rPr lang="en-US" sz="3600" b="1" dirty="0"/>
              <a:t>forget about their disability for a while</a:t>
            </a:r>
            <a:r>
              <a:rPr lang="en-US" sz="3600" dirty="0" smtClean="0"/>
              <a:t>.”</a:t>
            </a:r>
            <a:endParaRPr lang="en-US" sz="3600" dirty="0"/>
          </a:p>
        </p:txBody>
      </p:sp>
      <p:sp>
        <p:nvSpPr>
          <p:cNvPr id="4" name="Slide Number Placeholder 3"/>
          <p:cNvSpPr>
            <a:spLocks noGrp="1"/>
          </p:cNvSpPr>
          <p:nvPr>
            <p:ph type="sldNum" sz="quarter" idx="12"/>
          </p:nvPr>
        </p:nvSpPr>
        <p:spPr/>
        <p:txBody>
          <a:bodyPr/>
          <a:lstStyle/>
          <a:p>
            <a:fld id="{0AF0BB18-AE53-42E4-9D5C-1A2C78F44834}" type="slidenum">
              <a:rPr lang="en-US" smtClean="0"/>
              <a:t>17</a:t>
            </a:fld>
            <a:endParaRPr lang="en-US"/>
          </a:p>
        </p:txBody>
      </p:sp>
      <p:pic>
        <p:nvPicPr>
          <p:cNvPr id="5" name="Picture 2" descr="http://www.campusministry.net/wp-content/uploads/2015/12/disability-square.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97565" y="0"/>
            <a:ext cx="2294435" cy="2337265"/>
          </a:xfrm>
          <a:prstGeom prst="rect">
            <a:avLst/>
          </a:prstGeom>
          <a:noFill/>
          <a:extLst>
            <a:ext uri="{909E8E84-426E-40dd-AFC4-6F175D3DCCD1}">
              <a14:hiddenFill xmlns="" xmlns:a14="http://schemas.microsoft.com/office/drawing/2010/main">
                <a:solidFill>
                  <a:srgbClr val="FFFFFF"/>
                </a:solidFill>
              </a14:hiddenFill>
            </a:ext>
          </a:extLst>
        </p:spPr>
      </p:pic>
      <p:sp>
        <p:nvSpPr>
          <p:cNvPr id="2" name="Title 1"/>
          <p:cNvSpPr>
            <a:spLocks noGrp="1"/>
          </p:cNvSpPr>
          <p:nvPr>
            <p:ph type="title"/>
          </p:nvPr>
        </p:nvSpPr>
        <p:spPr>
          <a:xfrm>
            <a:off x="857250" y="585216"/>
            <a:ext cx="9886950" cy="1499616"/>
          </a:xfrm>
        </p:spPr>
        <p:txBody>
          <a:bodyPr vert="horz" lIns="91440" tIns="45720" rIns="91440" bIns="45720" rtlCol="0" anchor="ctr">
            <a:normAutofit/>
          </a:bodyPr>
          <a:lstStyle/>
          <a:p>
            <a:r>
              <a:rPr lang="en-US" dirty="0" smtClean="0"/>
              <a:t>F</a:t>
            </a:r>
            <a:r>
              <a:rPr lang="en-US" dirty="0"/>
              <a:t>, 6</a:t>
            </a:r>
            <a:r>
              <a:rPr lang="en-US" dirty="0" smtClean="0"/>
              <a:t>0</a:t>
            </a:r>
            <a:r>
              <a:rPr lang="en-US" sz="4000" dirty="0" smtClean="0"/>
              <a:t>s </a:t>
            </a:r>
            <a:r>
              <a:rPr lang="en-US" dirty="0" smtClean="0"/>
              <a:t>(KY): “Feeling Good About Yourself”</a:t>
            </a:r>
            <a:endParaRPr lang="en-US" dirty="0"/>
          </a:p>
        </p:txBody>
      </p:sp>
    </p:spTree>
    <p:extLst>
      <p:ext uri="{BB962C8B-B14F-4D97-AF65-F5344CB8AC3E}">
        <p14:creationId xmlns:p14="http://schemas.microsoft.com/office/powerpoint/2010/main" val="279649004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Deciding to Work: Transportation</a:t>
            </a:r>
            <a:endParaRPr lang="en-US" dirty="0"/>
          </a:p>
        </p:txBody>
      </p:sp>
      <p:sp>
        <p:nvSpPr>
          <p:cNvPr id="3" name="Slide Number Placeholder 2"/>
          <p:cNvSpPr>
            <a:spLocks noGrp="1"/>
          </p:cNvSpPr>
          <p:nvPr>
            <p:ph type="sldNum" sz="quarter" idx="12"/>
          </p:nvPr>
        </p:nvSpPr>
        <p:spPr/>
        <p:txBody>
          <a:bodyPr/>
          <a:lstStyle/>
          <a:p>
            <a:fld id="{0AF0BB18-AE53-42E4-9D5C-1A2C78F44834}" type="slidenum">
              <a:rPr lang="en-US" smtClean="0"/>
              <a:t>18</a:t>
            </a:fld>
            <a:endParaRPr lang="en-US"/>
          </a:p>
        </p:txBody>
      </p:sp>
      <p:pic>
        <p:nvPicPr>
          <p:cNvPr id="6" name="Picture 2" descr="http://charlestonup.com/wp-content/uploads/2014/05/Transportation-options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12943" y="0"/>
            <a:ext cx="2079056" cy="2084832"/>
          </a:xfrm>
          <a:prstGeom prst="rect">
            <a:avLst/>
          </a:prstGeom>
          <a:noFill/>
          <a:extLst>
            <a:ext uri="{909E8E84-426E-40dd-AFC4-6F175D3DCCD1}">
              <a14:hiddenFill xmlns="" xmlns:a14="http://schemas.microsoft.com/office/drawing/2010/main">
                <a:solidFill>
                  <a:srgbClr val="FFFFFF"/>
                </a:solidFill>
              </a14:hiddenFill>
            </a:ext>
          </a:extLst>
        </p:spPr>
      </p:pic>
      <p:grpSp>
        <p:nvGrpSpPr>
          <p:cNvPr id="4" name="Group 3"/>
          <p:cNvGrpSpPr/>
          <p:nvPr/>
        </p:nvGrpSpPr>
        <p:grpSpPr>
          <a:xfrm>
            <a:off x="226515" y="387296"/>
            <a:ext cx="10684042" cy="6470704"/>
            <a:chOff x="226515" y="387296"/>
            <a:chExt cx="10684042" cy="6470704"/>
          </a:xfrm>
        </p:grpSpPr>
        <p:graphicFrame>
          <p:nvGraphicFramePr>
            <p:cNvPr id="7" name="Diagram 6"/>
            <p:cNvGraphicFramePr/>
            <p:nvPr>
              <p:extLst>
                <p:ext uri="{D42A27DB-BD31-4B8C-83A1-F6EECF244321}">
                  <p14:modId xmlns:p14="http://schemas.microsoft.com/office/powerpoint/2010/main" val="3165422245"/>
                </p:ext>
              </p:extLst>
            </p:nvPr>
          </p:nvGraphicFramePr>
          <p:xfrm>
            <a:off x="226515" y="387296"/>
            <a:ext cx="10684042" cy="647070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pSp>
          <p:nvGrpSpPr>
            <p:cNvPr id="10" name="Group 9"/>
            <p:cNvGrpSpPr/>
            <p:nvPr/>
          </p:nvGrpSpPr>
          <p:grpSpPr>
            <a:xfrm>
              <a:off x="3325447" y="6068554"/>
              <a:ext cx="4523237" cy="565785"/>
              <a:chOff x="3325447" y="6068554"/>
              <a:chExt cx="4523237" cy="565785"/>
            </a:xfrm>
          </p:grpSpPr>
          <p:sp>
            <p:nvSpPr>
              <p:cNvPr id="8" name="Cross 7"/>
              <p:cNvSpPr/>
              <p:nvPr/>
            </p:nvSpPr>
            <p:spPr>
              <a:xfrm>
                <a:off x="3325447" y="6068554"/>
                <a:ext cx="551180" cy="565785"/>
              </a:xfrm>
              <a:prstGeom prst="plus">
                <a:avLst>
                  <a:gd name="adj" fmla="val 42247"/>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9" name="Minus 8"/>
              <p:cNvSpPr/>
              <p:nvPr/>
            </p:nvSpPr>
            <p:spPr>
              <a:xfrm>
                <a:off x="6975559" y="6068554"/>
                <a:ext cx="873125" cy="488315"/>
              </a:xfrm>
              <a:prstGeom prst="mathMinus">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spTree>
    <p:extLst>
      <p:ext uri="{BB962C8B-B14F-4D97-AF65-F5344CB8AC3E}">
        <p14:creationId xmlns:p14="http://schemas.microsoft.com/office/powerpoint/2010/main" val="44514914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F</a:t>
            </a:r>
            <a:r>
              <a:rPr lang="en-US" dirty="0"/>
              <a:t>, </a:t>
            </a:r>
            <a:r>
              <a:rPr lang="en-US" dirty="0" smtClean="0"/>
              <a:t>50</a:t>
            </a:r>
            <a:r>
              <a:rPr lang="en-US" sz="4000" dirty="0" smtClean="0"/>
              <a:t>s</a:t>
            </a:r>
            <a:r>
              <a:rPr lang="en-US" dirty="0" smtClean="0"/>
              <a:t> (KY): “Safety Issues and My Health”</a:t>
            </a:r>
            <a:endParaRPr lang="en-US" dirty="0"/>
          </a:p>
        </p:txBody>
      </p:sp>
      <p:sp>
        <p:nvSpPr>
          <p:cNvPr id="4" name="Slide Number Placeholder 3"/>
          <p:cNvSpPr>
            <a:spLocks noGrp="1"/>
          </p:cNvSpPr>
          <p:nvPr>
            <p:ph type="sldNum" sz="quarter" idx="12"/>
          </p:nvPr>
        </p:nvSpPr>
        <p:spPr/>
        <p:txBody>
          <a:bodyPr/>
          <a:lstStyle/>
          <a:p>
            <a:fld id="{0AF0BB18-AE53-42E4-9D5C-1A2C78F44834}" type="slidenum">
              <a:rPr lang="en-US" smtClean="0"/>
              <a:t>19</a:t>
            </a:fld>
            <a:endParaRPr lang="en-US"/>
          </a:p>
        </p:txBody>
      </p:sp>
      <p:sp>
        <p:nvSpPr>
          <p:cNvPr id="3" name="Content Placeholder 2"/>
          <p:cNvSpPr>
            <a:spLocks noGrp="1"/>
          </p:cNvSpPr>
          <p:nvPr>
            <p:ph idx="1"/>
          </p:nvPr>
        </p:nvSpPr>
        <p:spPr>
          <a:xfrm>
            <a:off x="537294" y="1935747"/>
            <a:ext cx="10206906" cy="4271251"/>
          </a:xfrm>
        </p:spPr>
        <p:txBody>
          <a:bodyPr>
            <a:noAutofit/>
          </a:bodyPr>
          <a:lstStyle/>
          <a:p>
            <a:r>
              <a:rPr lang="en-US" sz="2400" i="1" u="sng" dirty="0" smtClean="0"/>
              <a:t>Safety, Security, and Health</a:t>
            </a:r>
            <a:r>
              <a:rPr lang="en-US" sz="2800" i="1" dirty="0" smtClean="0"/>
              <a:t>:</a:t>
            </a:r>
          </a:p>
          <a:p>
            <a:r>
              <a:rPr lang="en-US" sz="2800" dirty="0" smtClean="0"/>
              <a:t>“I’ve </a:t>
            </a:r>
            <a:r>
              <a:rPr lang="en-US" sz="2800" dirty="0"/>
              <a:t>got a car payment and insurance. And I can’t help that because </a:t>
            </a:r>
            <a:r>
              <a:rPr lang="en-US" sz="2800" b="1" dirty="0"/>
              <a:t>with my </a:t>
            </a:r>
            <a:r>
              <a:rPr lang="en-US" sz="2800" b="1" dirty="0" smtClean="0"/>
              <a:t>disability, </a:t>
            </a:r>
            <a:r>
              <a:rPr lang="en-US" sz="2800" b="1" dirty="0"/>
              <a:t>I can’t walk like I used to</a:t>
            </a:r>
            <a:r>
              <a:rPr lang="en-US" sz="2800" dirty="0"/>
              <a:t>. </a:t>
            </a:r>
            <a:endParaRPr lang="en-US" sz="2800" dirty="0" smtClean="0"/>
          </a:p>
          <a:p>
            <a:r>
              <a:rPr lang="en-US" sz="2800" dirty="0" smtClean="0"/>
              <a:t>“And </a:t>
            </a:r>
            <a:r>
              <a:rPr lang="en-US" sz="2800" dirty="0"/>
              <a:t>then it’s not me, </a:t>
            </a:r>
            <a:r>
              <a:rPr lang="en-US" sz="2800" b="1" dirty="0"/>
              <a:t>safety reasons</a:t>
            </a:r>
            <a:r>
              <a:rPr lang="en-US" sz="2800" dirty="0"/>
              <a:t>, </a:t>
            </a:r>
            <a:r>
              <a:rPr lang="en-US" sz="2800" b="1" dirty="0"/>
              <a:t>kids on the bus stop</a:t>
            </a:r>
            <a:r>
              <a:rPr lang="en-US" sz="2800" dirty="0"/>
              <a:t>, and that’s not a good thing. I’ve been on a couple of buses where the guy pulled out a 9mm </a:t>
            </a:r>
            <a:r>
              <a:rPr lang="en-US" sz="2800" dirty="0" smtClean="0"/>
              <a:t>and joking </a:t>
            </a:r>
            <a:r>
              <a:rPr lang="en-US" sz="2800" dirty="0"/>
              <a:t>around and playing and pointing it at his friends. And I just rang the bell and politely got off, and it made me late for work, made the kids late for </a:t>
            </a:r>
            <a:r>
              <a:rPr lang="en-US" sz="2800" dirty="0" smtClean="0"/>
              <a:t>school.... </a:t>
            </a:r>
          </a:p>
          <a:p>
            <a:r>
              <a:rPr lang="en-US" sz="2800" dirty="0" smtClean="0"/>
              <a:t>“So </a:t>
            </a:r>
            <a:r>
              <a:rPr lang="en-US" sz="2800" dirty="0"/>
              <a:t>it’s </a:t>
            </a:r>
            <a:r>
              <a:rPr lang="en-US" sz="2800" dirty="0" smtClean="0"/>
              <a:t>just—in </a:t>
            </a:r>
            <a:r>
              <a:rPr lang="en-US" sz="2800" b="1" dirty="0" smtClean="0"/>
              <a:t>between </a:t>
            </a:r>
            <a:r>
              <a:rPr lang="en-US" sz="2800" b="1" dirty="0"/>
              <a:t>safety issues and my health, I have to keep some type of transportation right now</a:t>
            </a:r>
            <a:r>
              <a:rPr lang="en-US" sz="2800" dirty="0" smtClean="0"/>
              <a:t>.”</a:t>
            </a:r>
          </a:p>
        </p:txBody>
      </p:sp>
      <p:pic>
        <p:nvPicPr>
          <p:cNvPr id="6" name="Picture 2" descr="Clipart of transportation options: bicycle, bus, car, walki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87000" y="95360"/>
            <a:ext cx="1786890" cy="1791854"/>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102389382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F</a:t>
            </a:r>
            <a:r>
              <a:rPr lang="en-US" dirty="0"/>
              <a:t>, </a:t>
            </a:r>
            <a:r>
              <a:rPr lang="en-US" dirty="0" smtClean="0"/>
              <a:t>50</a:t>
            </a:r>
            <a:r>
              <a:rPr lang="en-US" sz="4000" dirty="0" smtClean="0"/>
              <a:t>s</a:t>
            </a:r>
            <a:r>
              <a:rPr lang="en-US" dirty="0" smtClean="0"/>
              <a:t> (KY): “Took away my independence”</a:t>
            </a:r>
            <a:endParaRPr lang="en-US" dirty="0"/>
          </a:p>
        </p:txBody>
      </p:sp>
      <p:sp>
        <p:nvSpPr>
          <p:cNvPr id="4" name="Slide Number Placeholder 3"/>
          <p:cNvSpPr>
            <a:spLocks noGrp="1"/>
          </p:cNvSpPr>
          <p:nvPr>
            <p:ph type="sldNum" sz="quarter" idx="12"/>
          </p:nvPr>
        </p:nvSpPr>
        <p:spPr/>
        <p:txBody>
          <a:bodyPr/>
          <a:lstStyle/>
          <a:p>
            <a:fld id="{0AF0BB18-AE53-42E4-9D5C-1A2C78F44834}" type="slidenum">
              <a:rPr lang="en-US" smtClean="0"/>
              <a:t>20</a:t>
            </a:fld>
            <a:endParaRPr lang="en-US"/>
          </a:p>
        </p:txBody>
      </p:sp>
      <p:sp>
        <p:nvSpPr>
          <p:cNvPr id="3" name="Content Placeholder 2"/>
          <p:cNvSpPr>
            <a:spLocks noGrp="1"/>
          </p:cNvSpPr>
          <p:nvPr>
            <p:ph idx="1"/>
          </p:nvPr>
        </p:nvSpPr>
        <p:spPr>
          <a:xfrm>
            <a:off x="537294" y="1935747"/>
            <a:ext cx="10206906" cy="4271251"/>
          </a:xfrm>
        </p:spPr>
        <p:txBody>
          <a:bodyPr>
            <a:noAutofit/>
          </a:bodyPr>
          <a:lstStyle/>
          <a:p>
            <a:r>
              <a:rPr lang="en-US" sz="2800" i="1" u="sng" dirty="0" smtClean="0"/>
              <a:t>Independence and Health</a:t>
            </a:r>
            <a:r>
              <a:rPr lang="en-US" sz="3200" i="1" dirty="0" smtClean="0"/>
              <a:t>:</a:t>
            </a:r>
          </a:p>
          <a:p>
            <a:r>
              <a:rPr lang="en-US" sz="3200" dirty="0" smtClean="0"/>
              <a:t>“Once </a:t>
            </a:r>
            <a:r>
              <a:rPr lang="en-US" sz="3200" dirty="0"/>
              <a:t>I got sick, </a:t>
            </a:r>
            <a:r>
              <a:rPr lang="en-US" sz="3200" b="1" dirty="0"/>
              <a:t>I couldn’t work</a:t>
            </a:r>
            <a:r>
              <a:rPr lang="en-US" sz="3200" dirty="0"/>
              <a:t>, so that took away my </a:t>
            </a:r>
            <a:r>
              <a:rPr lang="en-US" sz="3200" b="1" dirty="0"/>
              <a:t>financial independence</a:t>
            </a:r>
            <a:r>
              <a:rPr lang="en-US" sz="3200" dirty="0"/>
              <a:t>. And then when </a:t>
            </a:r>
            <a:r>
              <a:rPr lang="en-US" sz="3200" b="1" dirty="0"/>
              <a:t>I lost my car</a:t>
            </a:r>
            <a:r>
              <a:rPr lang="en-US" sz="3200" dirty="0"/>
              <a:t>, it took away my </a:t>
            </a:r>
            <a:r>
              <a:rPr lang="en-US" sz="3200" b="1" dirty="0"/>
              <a:t>mobility independence</a:t>
            </a:r>
            <a:r>
              <a:rPr lang="en-US" sz="3200" dirty="0"/>
              <a:t>. [Before I got sick], I could do whatever I wanted to do. I had the money to do it and I had a car to do it in, but now I don’t have either one of those. So it’s been hard. It’s been a big transition for me. I went through a big depression because it was just </a:t>
            </a:r>
            <a:r>
              <a:rPr lang="en-US" sz="3200" dirty="0" smtClean="0"/>
              <a:t>devastating.”</a:t>
            </a:r>
          </a:p>
        </p:txBody>
      </p:sp>
      <p:pic>
        <p:nvPicPr>
          <p:cNvPr id="6" name="Picture 2" descr="Clipart of transportation options: bicycle, bus, car, walki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87000" y="95360"/>
            <a:ext cx="1786890" cy="1791854"/>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260782531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Deciding to Work: Family</a:t>
            </a:r>
            <a:endParaRPr lang="en-US" dirty="0"/>
          </a:p>
        </p:txBody>
      </p:sp>
      <p:sp>
        <p:nvSpPr>
          <p:cNvPr id="3" name="Slide Number Placeholder 2"/>
          <p:cNvSpPr>
            <a:spLocks noGrp="1"/>
          </p:cNvSpPr>
          <p:nvPr>
            <p:ph type="sldNum" sz="quarter" idx="12"/>
          </p:nvPr>
        </p:nvSpPr>
        <p:spPr/>
        <p:txBody>
          <a:bodyPr/>
          <a:lstStyle/>
          <a:p>
            <a:fld id="{0AF0BB18-AE53-42E4-9D5C-1A2C78F44834}" type="slidenum">
              <a:rPr lang="en-US" smtClean="0"/>
              <a:t>21</a:t>
            </a:fld>
            <a:endParaRPr lang="en-US"/>
          </a:p>
        </p:txBody>
      </p:sp>
      <p:grpSp>
        <p:nvGrpSpPr>
          <p:cNvPr id="4" name="Group 3"/>
          <p:cNvGrpSpPr/>
          <p:nvPr/>
        </p:nvGrpSpPr>
        <p:grpSpPr>
          <a:xfrm>
            <a:off x="226515" y="387296"/>
            <a:ext cx="10684042" cy="6470704"/>
            <a:chOff x="226515" y="387296"/>
            <a:chExt cx="10684042" cy="6470704"/>
          </a:xfrm>
        </p:grpSpPr>
        <p:graphicFrame>
          <p:nvGraphicFramePr>
            <p:cNvPr id="8" name="Diagram 7"/>
            <p:cNvGraphicFramePr/>
            <p:nvPr>
              <p:extLst>
                <p:ext uri="{D42A27DB-BD31-4B8C-83A1-F6EECF244321}">
                  <p14:modId xmlns:p14="http://schemas.microsoft.com/office/powerpoint/2010/main" val="2489006594"/>
                </p:ext>
              </p:extLst>
            </p:nvPr>
          </p:nvGraphicFramePr>
          <p:xfrm>
            <a:off x="226515" y="387296"/>
            <a:ext cx="10684042" cy="64707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9" name="Group 8"/>
            <p:cNvGrpSpPr/>
            <p:nvPr/>
          </p:nvGrpSpPr>
          <p:grpSpPr>
            <a:xfrm>
              <a:off x="3325447" y="6068554"/>
              <a:ext cx="4523237" cy="565785"/>
              <a:chOff x="3325447" y="6068554"/>
              <a:chExt cx="4523237" cy="565785"/>
            </a:xfrm>
          </p:grpSpPr>
          <p:sp>
            <p:nvSpPr>
              <p:cNvPr id="10" name="Cross 9"/>
              <p:cNvSpPr/>
              <p:nvPr/>
            </p:nvSpPr>
            <p:spPr>
              <a:xfrm>
                <a:off x="3325447" y="6068554"/>
                <a:ext cx="551180" cy="565785"/>
              </a:xfrm>
              <a:prstGeom prst="plus">
                <a:avLst>
                  <a:gd name="adj" fmla="val 42247"/>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 name="Minus 10"/>
              <p:cNvSpPr/>
              <p:nvPr/>
            </p:nvSpPr>
            <p:spPr>
              <a:xfrm>
                <a:off x="6975559" y="6068554"/>
                <a:ext cx="873125" cy="488315"/>
              </a:xfrm>
              <a:prstGeom prst="mathMinus">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pic>
        <p:nvPicPr>
          <p:cNvPr id="13" name="Picture 2" descr="Clipart of two parents and two children, all holding hands" title="Family"/>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118598" y="-210641"/>
            <a:ext cx="2411269" cy="2386913"/>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50339726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F</a:t>
            </a:r>
            <a:r>
              <a:rPr lang="en-US" dirty="0"/>
              <a:t>, </a:t>
            </a:r>
            <a:r>
              <a:rPr lang="en-US" dirty="0" smtClean="0"/>
              <a:t>50</a:t>
            </a:r>
            <a:r>
              <a:rPr lang="en-US" sz="4000" dirty="0" smtClean="0"/>
              <a:t>s</a:t>
            </a:r>
            <a:r>
              <a:rPr lang="en-US" dirty="0" smtClean="0"/>
              <a:t> (KY): “I need to…be a parent”</a:t>
            </a:r>
            <a:endParaRPr lang="en-US" dirty="0"/>
          </a:p>
        </p:txBody>
      </p:sp>
      <p:sp>
        <p:nvSpPr>
          <p:cNvPr id="4" name="Slide Number Placeholder 3"/>
          <p:cNvSpPr>
            <a:spLocks noGrp="1"/>
          </p:cNvSpPr>
          <p:nvPr>
            <p:ph type="sldNum" sz="quarter" idx="12"/>
          </p:nvPr>
        </p:nvSpPr>
        <p:spPr/>
        <p:txBody>
          <a:bodyPr/>
          <a:lstStyle/>
          <a:p>
            <a:fld id="{0AF0BB18-AE53-42E4-9D5C-1A2C78F44834}" type="slidenum">
              <a:rPr lang="en-US" smtClean="0"/>
              <a:t>22</a:t>
            </a:fld>
            <a:endParaRPr lang="en-US"/>
          </a:p>
        </p:txBody>
      </p:sp>
      <p:pic>
        <p:nvPicPr>
          <p:cNvPr id="5" name="Picture 2" descr="Family: Clipart of two parents and two children, all holding hand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50396" y="-327546"/>
            <a:ext cx="2828925" cy="2800351"/>
          </a:xfrm>
          <a:prstGeom prst="rect">
            <a:avLst/>
          </a:prstGeom>
          <a:noFill/>
          <a:extLst>
            <a:ext uri="{909E8E84-426E-40dd-AFC4-6F175D3DCCD1}">
              <a14:hiddenFill xmlns="" xmlns:a14="http://schemas.microsoft.com/office/drawing/2010/main">
                <a:solidFill>
                  <a:srgbClr val="FFFFFF"/>
                </a:solidFill>
              </a14:hiddenFill>
            </a:ext>
          </a:extLst>
        </p:spPr>
      </p:pic>
      <p:sp>
        <p:nvSpPr>
          <p:cNvPr id="3" name="Content Placeholder 2"/>
          <p:cNvSpPr>
            <a:spLocks noGrp="1"/>
          </p:cNvSpPr>
          <p:nvPr>
            <p:ph idx="1"/>
          </p:nvPr>
        </p:nvSpPr>
        <p:spPr>
          <a:xfrm>
            <a:off x="537295" y="1732547"/>
            <a:ext cx="10206906" cy="4271251"/>
          </a:xfrm>
        </p:spPr>
        <p:txBody>
          <a:bodyPr>
            <a:noAutofit/>
          </a:bodyPr>
          <a:lstStyle/>
          <a:p>
            <a:pPr>
              <a:spcBef>
                <a:spcPts val="0"/>
              </a:spcBef>
              <a:spcAft>
                <a:spcPts val="0"/>
              </a:spcAft>
            </a:pPr>
            <a:r>
              <a:rPr lang="en-US" sz="2800" i="1" u="sng" dirty="0" smtClean="0"/>
              <a:t>Caregiving responsibilities</a:t>
            </a:r>
            <a:r>
              <a:rPr lang="en-US" sz="2800" dirty="0" smtClean="0"/>
              <a:t>: </a:t>
            </a:r>
          </a:p>
          <a:p>
            <a:pPr>
              <a:spcBef>
                <a:spcPts val="0"/>
              </a:spcBef>
              <a:spcAft>
                <a:spcPts val="0"/>
              </a:spcAft>
            </a:pPr>
            <a:r>
              <a:rPr lang="en-US" sz="2800" dirty="0" smtClean="0"/>
              <a:t>“I </a:t>
            </a:r>
            <a:r>
              <a:rPr lang="en-US" sz="2800" dirty="0"/>
              <a:t>have to go to temp services because it's </a:t>
            </a:r>
            <a:r>
              <a:rPr lang="en-US" sz="2800" b="1" dirty="0" smtClean="0"/>
              <a:t>flexible</a:t>
            </a:r>
            <a:r>
              <a:rPr lang="en-US" sz="2800" dirty="0" smtClean="0"/>
              <a:t>…. </a:t>
            </a:r>
            <a:r>
              <a:rPr lang="en-US" sz="2800" b="1" dirty="0" smtClean="0"/>
              <a:t>I </a:t>
            </a:r>
            <a:r>
              <a:rPr lang="en-US" sz="2800" b="1" dirty="0"/>
              <a:t>need </a:t>
            </a:r>
            <a:r>
              <a:rPr lang="en-US" sz="2800" b="1" dirty="0" smtClean="0"/>
              <a:t>to…be </a:t>
            </a:r>
            <a:r>
              <a:rPr lang="en-US" sz="2800" b="1" dirty="0"/>
              <a:t>able to work and then be able to </a:t>
            </a:r>
            <a:r>
              <a:rPr lang="en-US" sz="2800" b="1" dirty="0" smtClean="0"/>
              <a:t>be a </a:t>
            </a:r>
            <a:r>
              <a:rPr lang="en-US" sz="2800" b="1" dirty="0"/>
              <a:t>parent</a:t>
            </a:r>
            <a:r>
              <a:rPr lang="en-US" sz="2800" dirty="0"/>
              <a:t>, like with </a:t>
            </a:r>
            <a:r>
              <a:rPr lang="en-US" sz="2800" dirty="0" smtClean="0"/>
              <a:t>homework, stuff like this.”</a:t>
            </a:r>
            <a:endParaRPr lang="en-US" sz="2800" dirty="0"/>
          </a:p>
          <a:p>
            <a:pPr>
              <a:spcBef>
                <a:spcPts val="600"/>
              </a:spcBef>
              <a:spcAft>
                <a:spcPts val="0"/>
              </a:spcAft>
            </a:pPr>
            <a:r>
              <a:rPr lang="en-US" sz="2800" i="1" u="sng" dirty="0" smtClean="0"/>
              <a:t>Being a role model</a:t>
            </a:r>
            <a:r>
              <a:rPr lang="en-US" sz="2800" dirty="0" smtClean="0"/>
              <a:t>: </a:t>
            </a:r>
          </a:p>
          <a:p>
            <a:pPr>
              <a:spcBef>
                <a:spcPts val="0"/>
              </a:spcBef>
              <a:spcAft>
                <a:spcPts val="0"/>
              </a:spcAft>
            </a:pPr>
            <a:r>
              <a:rPr lang="en-US" sz="2800" dirty="0" smtClean="0"/>
              <a:t>“I’m </a:t>
            </a:r>
            <a:r>
              <a:rPr lang="en-US" sz="2800" dirty="0"/>
              <a:t>trying to be as </a:t>
            </a:r>
            <a:r>
              <a:rPr lang="en-US" sz="2800" b="1" dirty="0"/>
              <a:t>self-sufficient</a:t>
            </a:r>
            <a:r>
              <a:rPr lang="en-US" sz="2800" dirty="0"/>
              <a:t> as I can </a:t>
            </a:r>
            <a:r>
              <a:rPr lang="en-US" sz="2800" b="1" dirty="0"/>
              <a:t>because I have children</a:t>
            </a:r>
            <a:r>
              <a:rPr lang="en-US" sz="2800" dirty="0"/>
              <a:t>, and I </a:t>
            </a:r>
            <a:r>
              <a:rPr lang="en-US" sz="2800" b="1" dirty="0"/>
              <a:t>want to be a good </a:t>
            </a:r>
            <a:r>
              <a:rPr lang="en-US" sz="2800" b="1" dirty="0" smtClean="0"/>
              <a:t>example</a:t>
            </a:r>
            <a:r>
              <a:rPr lang="en-US" sz="2800" dirty="0" smtClean="0"/>
              <a:t>.”</a:t>
            </a:r>
          </a:p>
          <a:p>
            <a:pPr>
              <a:spcBef>
                <a:spcPts val="600"/>
              </a:spcBef>
              <a:spcAft>
                <a:spcPts val="0"/>
              </a:spcAft>
            </a:pPr>
            <a:r>
              <a:rPr lang="en-US" sz="2800" i="1" u="sng" dirty="0" smtClean="0"/>
              <a:t>Providing for basic needs</a:t>
            </a:r>
            <a:r>
              <a:rPr lang="en-US" sz="2800" dirty="0" smtClean="0"/>
              <a:t>: </a:t>
            </a:r>
          </a:p>
          <a:p>
            <a:pPr>
              <a:spcBef>
                <a:spcPts val="0"/>
              </a:spcBef>
              <a:spcAft>
                <a:spcPts val="0"/>
              </a:spcAft>
            </a:pPr>
            <a:r>
              <a:rPr lang="en-US" sz="2800" dirty="0" smtClean="0"/>
              <a:t>“</a:t>
            </a:r>
            <a:r>
              <a:rPr lang="en-US" sz="2800" dirty="0"/>
              <a:t>I'm divorced and in a situation with these two children</a:t>
            </a:r>
            <a:r>
              <a:rPr lang="en-US" sz="2800" dirty="0" smtClean="0"/>
              <a:t>. </a:t>
            </a:r>
            <a:r>
              <a:rPr lang="en-US" sz="2800" dirty="0"/>
              <a:t>I just try to </a:t>
            </a:r>
            <a:r>
              <a:rPr lang="en-US" sz="2800" b="1" dirty="0"/>
              <a:t>work as much as I can </a:t>
            </a:r>
            <a:r>
              <a:rPr lang="en-US" sz="2800" dirty="0"/>
              <a:t>so </a:t>
            </a:r>
            <a:r>
              <a:rPr lang="en-US" sz="2800" b="1" dirty="0"/>
              <a:t>we can be able to make </a:t>
            </a:r>
            <a:r>
              <a:rPr lang="en-US" sz="2800" b="1" dirty="0" smtClean="0"/>
              <a:t>it </a:t>
            </a:r>
            <a:r>
              <a:rPr lang="en-US" sz="2800" dirty="0"/>
              <a:t>and be able to handle </a:t>
            </a:r>
            <a:r>
              <a:rPr lang="en-US" sz="2800" dirty="0" smtClean="0"/>
              <a:t>it, </a:t>
            </a:r>
            <a:r>
              <a:rPr lang="en-US" sz="2800" dirty="0"/>
              <a:t>because just on this Social Security, on my own now, </a:t>
            </a:r>
            <a:r>
              <a:rPr lang="en-US" sz="2800" b="1" dirty="0" smtClean="0"/>
              <a:t>I’m struggling</a:t>
            </a:r>
            <a:r>
              <a:rPr lang="en-US" sz="2800" dirty="0"/>
              <a:t>. It’s hard.”</a:t>
            </a:r>
          </a:p>
          <a:p>
            <a:pPr>
              <a:spcBef>
                <a:spcPts val="0"/>
              </a:spcBef>
              <a:spcAft>
                <a:spcPts val="0"/>
              </a:spcAft>
            </a:pPr>
            <a:endParaRPr lang="en-US" sz="2800" dirty="0" smtClean="0"/>
          </a:p>
        </p:txBody>
      </p:sp>
    </p:spTree>
    <p:extLst>
      <p:ext uri="{BB962C8B-B14F-4D97-AF65-F5344CB8AC3E}">
        <p14:creationId xmlns:p14="http://schemas.microsoft.com/office/powerpoint/2010/main" val="109198955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585216"/>
            <a:ext cx="9627476" cy="1499616"/>
          </a:xfrm>
        </p:spPr>
        <p:txBody>
          <a:bodyPr>
            <a:normAutofit/>
          </a:bodyPr>
          <a:lstStyle/>
          <a:p>
            <a:r>
              <a:rPr lang="en-US" dirty="0" smtClean="0"/>
              <a:t>F</a:t>
            </a:r>
            <a:r>
              <a:rPr lang="en-US" dirty="0"/>
              <a:t>, </a:t>
            </a:r>
            <a:r>
              <a:rPr lang="en-US" dirty="0" smtClean="0"/>
              <a:t>30</a:t>
            </a:r>
            <a:r>
              <a:rPr lang="en-US" sz="4400" dirty="0" smtClean="0"/>
              <a:t>s </a:t>
            </a:r>
            <a:r>
              <a:rPr lang="en-US" dirty="0" smtClean="0"/>
              <a:t>(MN): “If we can plan it just right”</a:t>
            </a:r>
            <a:endParaRPr lang="en-US" dirty="0"/>
          </a:p>
        </p:txBody>
      </p:sp>
      <p:sp>
        <p:nvSpPr>
          <p:cNvPr id="3" name="Content Placeholder 2"/>
          <p:cNvSpPr>
            <a:spLocks noGrp="1"/>
          </p:cNvSpPr>
          <p:nvPr>
            <p:ph idx="1"/>
          </p:nvPr>
        </p:nvSpPr>
        <p:spPr>
          <a:xfrm>
            <a:off x="689811" y="1935434"/>
            <a:ext cx="10419467" cy="4224528"/>
          </a:xfrm>
        </p:spPr>
        <p:txBody>
          <a:bodyPr>
            <a:noAutofit/>
          </a:bodyPr>
          <a:lstStyle/>
          <a:p>
            <a:r>
              <a:rPr lang="en-US" sz="2800" i="1" u="sng" dirty="0" smtClean="0"/>
              <a:t>Improving family circumstances:</a:t>
            </a:r>
          </a:p>
          <a:p>
            <a:r>
              <a:rPr lang="en-US" sz="2800" dirty="0" smtClean="0"/>
              <a:t>“If </a:t>
            </a:r>
            <a:r>
              <a:rPr lang="en-US" sz="2800" dirty="0"/>
              <a:t>we can plan it just right, that would be a </a:t>
            </a:r>
            <a:r>
              <a:rPr lang="en-US" sz="2800" b="1" dirty="0"/>
              <a:t>huge down payment </a:t>
            </a:r>
            <a:r>
              <a:rPr lang="en-US" sz="2800" dirty="0"/>
              <a:t>[on a house] that we could save up. And that would be wonderful for us. </a:t>
            </a:r>
          </a:p>
          <a:p>
            <a:r>
              <a:rPr lang="en-US" sz="2800" i="1" u="sng" dirty="0" smtClean="0"/>
              <a:t>Role </a:t>
            </a:r>
            <a:r>
              <a:rPr lang="en-US" sz="2800" i="1" u="sng" dirty="0"/>
              <a:t>in family</a:t>
            </a:r>
            <a:r>
              <a:rPr lang="en-US" sz="2800" i="1" u="sng" dirty="0" smtClean="0"/>
              <a:t>:</a:t>
            </a:r>
            <a:endParaRPr lang="en-US" sz="2800" i="1" dirty="0" smtClean="0"/>
          </a:p>
          <a:p>
            <a:r>
              <a:rPr lang="en-US" sz="2800" i="1" dirty="0"/>
              <a:t>[Q: Is that something that you thought you would be able to do before you found all this out</a:t>
            </a:r>
            <a:r>
              <a:rPr lang="en-US" sz="2800" i="1" dirty="0" smtClean="0"/>
              <a:t>?] </a:t>
            </a:r>
            <a:r>
              <a:rPr lang="en-US" sz="2800" dirty="0"/>
              <a:t>“Never in a million years. No. No. </a:t>
            </a:r>
            <a:r>
              <a:rPr lang="en-US" sz="2800" b="1" dirty="0" smtClean="0"/>
              <a:t>I </a:t>
            </a:r>
            <a:r>
              <a:rPr lang="en-US" sz="2800" b="1" dirty="0"/>
              <a:t>thought that I would always have to be the stay-at-home, disabled wife</a:t>
            </a:r>
            <a:r>
              <a:rPr lang="en-US" sz="2800" dirty="0"/>
              <a:t>. I didn’t think that I could ever contribute significantly to our family. I thought we’d probably always have to live in an apartment because of the cost of my care is so high. So </a:t>
            </a:r>
            <a:r>
              <a:rPr lang="en-US" sz="2800" dirty="0" smtClean="0"/>
              <a:t>the </a:t>
            </a:r>
            <a:r>
              <a:rPr lang="en-US" sz="2800" dirty="0"/>
              <a:t>fact that there’s a possibility that </a:t>
            </a:r>
            <a:r>
              <a:rPr lang="en-US" sz="2800" b="1" dirty="0"/>
              <a:t>I could be contributing an actual equal income </a:t>
            </a:r>
            <a:r>
              <a:rPr lang="en-US" sz="2800" dirty="0"/>
              <a:t>is </a:t>
            </a:r>
            <a:r>
              <a:rPr lang="en-US" sz="2800" b="1" u="sng" dirty="0" smtClean="0"/>
              <a:t>amazing</a:t>
            </a:r>
            <a:r>
              <a:rPr lang="en-US" sz="2800" dirty="0" smtClean="0"/>
              <a:t>.”</a:t>
            </a:r>
            <a:endParaRPr lang="en-US" sz="2800" dirty="0"/>
          </a:p>
        </p:txBody>
      </p:sp>
      <p:sp>
        <p:nvSpPr>
          <p:cNvPr id="4" name="Slide Number Placeholder 3"/>
          <p:cNvSpPr>
            <a:spLocks noGrp="1"/>
          </p:cNvSpPr>
          <p:nvPr>
            <p:ph type="sldNum" sz="quarter" idx="12"/>
          </p:nvPr>
        </p:nvSpPr>
        <p:spPr/>
        <p:txBody>
          <a:bodyPr/>
          <a:lstStyle/>
          <a:p>
            <a:fld id="{0AF0BB18-AE53-42E4-9D5C-1A2C78F44834}" type="slidenum">
              <a:rPr lang="en-US" smtClean="0"/>
              <a:t>23</a:t>
            </a:fld>
            <a:endParaRPr lang="en-US"/>
          </a:p>
        </p:txBody>
      </p:sp>
      <p:pic>
        <p:nvPicPr>
          <p:cNvPr id="10" name="Picture 2" descr="Clipart of two parents and two children, all holding hands" title="Famil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3643" y="-302081"/>
            <a:ext cx="2411269" cy="2386913"/>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7614404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t>
            </a:r>
            <a:r>
              <a:rPr lang="en-US" dirty="0"/>
              <a:t>, </a:t>
            </a:r>
            <a:r>
              <a:rPr lang="en-US" dirty="0" smtClean="0"/>
              <a:t>50</a:t>
            </a:r>
            <a:r>
              <a:rPr lang="en-US" sz="4400" dirty="0" smtClean="0"/>
              <a:t>s</a:t>
            </a:r>
            <a:r>
              <a:rPr lang="en-US" sz="4800" dirty="0" smtClean="0"/>
              <a:t> </a:t>
            </a:r>
            <a:r>
              <a:rPr lang="en-US" dirty="0" smtClean="0">
                <a:sym typeface="Wingdings" panose="05000000000000000000" pitchFamily="2" charset="2"/>
              </a:rPr>
              <a:t>(KY):</a:t>
            </a:r>
            <a:r>
              <a:rPr lang="en-US" dirty="0" smtClean="0"/>
              <a:t> “I miss my family to death”</a:t>
            </a:r>
            <a:endParaRPr lang="en-US" dirty="0"/>
          </a:p>
        </p:txBody>
      </p:sp>
      <p:sp>
        <p:nvSpPr>
          <p:cNvPr id="3" name="Content Placeholder 2"/>
          <p:cNvSpPr>
            <a:spLocks noGrp="1"/>
          </p:cNvSpPr>
          <p:nvPr>
            <p:ph idx="1"/>
          </p:nvPr>
        </p:nvSpPr>
        <p:spPr>
          <a:xfrm>
            <a:off x="1024128" y="2084832"/>
            <a:ext cx="9720073" cy="4224528"/>
          </a:xfrm>
        </p:spPr>
        <p:txBody>
          <a:bodyPr>
            <a:noAutofit/>
          </a:bodyPr>
          <a:lstStyle/>
          <a:p>
            <a:r>
              <a:rPr lang="en-US" sz="3000" i="1" u="sng" dirty="0" smtClean="0"/>
              <a:t>Family Engagement</a:t>
            </a:r>
            <a:r>
              <a:rPr lang="en-US" sz="3000" i="1" dirty="0" smtClean="0"/>
              <a:t>: </a:t>
            </a:r>
          </a:p>
          <a:p>
            <a:r>
              <a:rPr lang="en-US" sz="3000" dirty="0" smtClean="0"/>
              <a:t>“[Having a job] </a:t>
            </a:r>
            <a:r>
              <a:rPr lang="en-US" sz="3000" dirty="0"/>
              <a:t>helps me with all my free time. I don’t have to sit there 24 hours a day just watching the TV. </a:t>
            </a:r>
            <a:r>
              <a:rPr lang="en-US" sz="3000" b="1" dirty="0"/>
              <a:t>I can go see my family now</a:t>
            </a:r>
            <a:r>
              <a:rPr lang="en-US" sz="3000" dirty="0"/>
              <a:t>, which back in the day </a:t>
            </a:r>
            <a:r>
              <a:rPr lang="en-US" sz="3000" b="1" dirty="0"/>
              <a:t>I didn’t have the money</a:t>
            </a:r>
            <a:r>
              <a:rPr lang="en-US" sz="3000" dirty="0"/>
              <a:t> to go see them half the time, and now I can see them at least once or twice a week. </a:t>
            </a:r>
            <a:r>
              <a:rPr lang="en-US" sz="3000" b="1" dirty="0"/>
              <a:t>And that’s been great because I miss my family to death</a:t>
            </a:r>
            <a:r>
              <a:rPr lang="en-US" sz="3000" dirty="0"/>
              <a:t>. They live about 50 miles away from me, so it’s kind of hard sometimes with no money. So now I can go see them constant whenever I want </a:t>
            </a:r>
            <a:r>
              <a:rPr lang="en-US" sz="3000" dirty="0" smtClean="0"/>
              <a:t>to.”</a:t>
            </a:r>
            <a:endParaRPr lang="en-US" sz="3000" dirty="0"/>
          </a:p>
          <a:p>
            <a:r>
              <a:rPr lang="en-US" sz="3000" dirty="0"/>
              <a:t> </a:t>
            </a:r>
          </a:p>
          <a:p>
            <a:endParaRPr lang="en-US" sz="3000" dirty="0"/>
          </a:p>
        </p:txBody>
      </p:sp>
      <p:sp>
        <p:nvSpPr>
          <p:cNvPr id="4" name="Slide Number Placeholder 3"/>
          <p:cNvSpPr>
            <a:spLocks noGrp="1"/>
          </p:cNvSpPr>
          <p:nvPr>
            <p:ph type="sldNum" sz="quarter" idx="12"/>
          </p:nvPr>
        </p:nvSpPr>
        <p:spPr/>
        <p:txBody>
          <a:bodyPr/>
          <a:lstStyle/>
          <a:p>
            <a:fld id="{0AF0BB18-AE53-42E4-9D5C-1A2C78F44834}" type="slidenum">
              <a:rPr lang="en-US" smtClean="0"/>
              <a:t>24</a:t>
            </a:fld>
            <a:endParaRPr lang="en-US"/>
          </a:p>
        </p:txBody>
      </p:sp>
      <p:pic>
        <p:nvPicPr>
          <p:cNvPr id="6" name="Picture 2" descr="Family: Clipart of two parents and two children, all holding hand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50396" y="-327546"/>
            <a:ext cx="2828925" cy="2800351"/>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273186036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463550" indent="-463550"/>
            <a:r>
              <a:rPr lang="en-US" dirty="0" smtClean="0"/>
              <a:t>Deciding to Work: </a:t>
            </a:r>
            <a:br>
              <a:rPr lang="en-US" dirty="0" smtClean="0"/>
            </a:br>
            <a:r>
              <a:rPr lang="en-US" dirty="0" smtClean="0"/>
              <a:t>Activity/Social engagement</a:t>
            </a:r>
            <a:endParaRPr lang="en-US" dirty="0"/>
          </a:p>
        </p:txBody>
      </p:sp>
      <p:sp>
        <p:nvSpPr>
          <p:cNvPr id="3" name="Slide Number Placeholder 2"/>
          <p:cNvSpPr>
            <a:spLocks noGrp="1"/>
          </p:cNvSpPr>
          <p:nvPr>
            <p:ph type="sldNum" sz="quarter" idx="12"/>
          </p:nvPr>
        </p:nvSpPr>
        <p:spPr/>
        <p:txBody>
          <a:bodyPr/>
          <a:lstStyle/>
          <a:p>
            <a:fld id="{0AF0BB18-AE53-42E4-9D5C-1A2C78F44834}" type="slidenum">
              <a:rPr lang="en-US" smtClean="0"/>
              <a:t>25</a:t>
            </a:fld>
            <a:endParaRPr lang="en-US"/>
          </a:p>
        </p:txBody>
      </p:sp>
      <p:grpSp>
        <p:nvGrpSpPr>
          <p:cNvPr id="4" name="Group 3"/>
          <p:cNvGrpSpPr/>
          <p:nvPr/>
        </p:nvGrpSpPr>
        <p:grpSpPr>
          <a:xfrm>
            <a:off x="226515" y="387296"/>
            <a:ext cx="10684042" cy="6470704"/>
            <a:chOff x="226515" y="387296"/>
            <a:chExt cx="10684042" cy="6470704"/>
          </a:xfrm>
        </p:grpSpPr>
        <p:graphicFrame>
          <p:nvGraphicFramePr>
            <p:cNvPr id="8" name="Diagram 7"/>
            <p:cNvGraphicFramePr/>
            <p:nvPr>
              <p:extLst>
                <p:ext uri="{D42A27DB-BD31-4B8C-83A1-F6EECF244321}">
                  <p14:modId xmlns:p14="http://schemas.microsoft.com/office/powerpoint/2010/main" val="1107526507"/>
                </p:ext>
              </p:extLst>
            </p:nvPr>
          </p:nvGraphicFramePr>
          <p:xfrm>
            <a:off x="226515" y="387296"/>
            <a:ext cx="10684042" cy="64707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12" name="Group 11" descr="Positive/motivators on the left, negative/barriers on the right." title="Scale graphic"/>
            <p:cNvGrpSpPr/>
            <p:nvPr/>
          </p:nvGrpSpPr>
          <p:grpSpPr>
            <a:xfrm>
              <a:off x="3325447" y="6068554"/>
              <a:ext cx="4523237" cy="565785"/>
              <a:chOff x="3325447" y="6068554"/>
              <a:chExt cx="4523237" cy="565785"/>
            </a:xfrm>
          </p:grpSpPr>
          <p:sp>
            <p:nvSpPr>
              <p:cNvPr id="14" name="Cross 13"/>
              <p:cNvSpPr/>
              <p:nvPr/>
            </p:nvSpPr>
            <p:spPr>
              <a:xfrm>
                <a:off x="3325447" y="6068554"/>
                <a:ext cx="551180" cy="565785"/>
              </a:xfrm>
              <a:prstGeom prst="plus">
                <a:avLst>
                  <a:gd name="adj" fmla="val 42247"/>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5" name="Minus 14"/>
              <p:cNvSpPr/>
              <p:nvPr/>
            </p:nvSpPr>
            <p:spPr>
              <a:xfrm>
                <a:off x="6975559" y="6068554"/>
                <a:ext cx="873125" cy="488315"/>
              </a:xfrm>
              <a:prstGeom prst="mathMinus">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pic>
        <p:nvPicPr>
          <p:cNvPr id="9" name="Picture 8" descr="Sillhouette of person using wheelchair, person running, child on bike, with city skyline." title="Activity/Social Life"/>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180743" y="0"/>
            <a:ext cx="2011257" cy="1844150"/>
          </a:xfrm>
          <a:prstGeom prst="rect">
            <a:avLst/>
          </a:prstGeom>
        </p:spPr>
      </p:pic>
    </p:spTree>
    <p:extLst>
      <p:ext uri="{BB962C8B-B14F-4D97-AF65-F5344CB8AC3E}">
        <p14:creationId xmlns:p14="http://schemas.microsoft.com/office/powerpoint/2010/main" val="149399564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AF0BB18-AE53-42E4-9D5C-1A2C78F44834}" type="slidenum">
              <a:rPr lang="en-US" smtClean="0"/>
              <a:t>26</a:t>
            </a:fld>
            <a:endParaRPr lang="en-US"/>
          </a:p>
        </p:txBody>
      </p:sp>
      <p:sp>
        <p:nvSpPr>
          <p:cNvPr id="2" name="Title 1"/>
          <p:cNvSpPr>
            <a:spLocks noGrp="1"/>
          </p:cNvSpPr>
          <p:nvPr>
            <p:ph type="title"/>
          </p:nvPr>
        </p:nvSpPr>
        <p:spPr/>
        <p:txBody>
          <a:bodyPr>
            <a:noAutofit/>
          </a:bodyPr>
          <a:lstStyle/>
          <a:p>
            <a:r>
              <a:rPr lang="en-US" sz="4800" dirty="0" smtClean="0"/>
              <a:t>F</a:t>
            </a:r>
            <a:r>
              <a:rPr lang="en-US" sz="4800" dirty="0"/>
              <a:t>, </a:t>
            </a:r>
            <a:r>
              <a:rPr lang="en-US" sz="4800" dirty="0" smtClean="0"/>
              <a:t>50</a:t>
            </a:r>
            <a:r>
              <a:rPr lang="en-US" sz="4000" dirty="0" smtClean="0"/>
              <a:t>s</a:t>
            </a:r>
            <a:r>
              <a:rPr lang="en-US" sz="4800" dirty="0"/>
              <a:t> </a:t>
            </a:r>
            <a:r>
              <a:rPr lang="en-US" sz="4800" dirty="0" smtClean="0"/>
              <a:t>(KY): “a Reason to get out of bed”</a:t>
            </a:r>
            <a:endParaRPr lang="en-US" sz="4400" dirty="0"/>
          </a:p>
        </p:txBody>
      </p:sp>
      <p:sp>
        <p:nvSpPr>
          <p:cNvPr id="3" name="Content Placeholder 2"/>
          <p:cNvSpPr>
            <a:spLocks noGrp="1"/>
          </p:cNvSpPr>
          <p:nvPr>
            <p:ph idx="1"/>
          </p:nvPr>
        </p:nvSpPr>
        <p:spPr>
          <a:xfrm>
            <a:off x="590309" y="1979271"/>
            <a:ext cx="10153890" cy="4765753"/>
          </a:xfrm>
        </p:spPr>
        <p:txBody>
          <a:bodyPr>
            <a:noAutofit/>
          </a:bodyPr>
          <a:lstStyle/>
          <a:p>
            <a:r>
              <a:rPr lang="en-US" sz="2800" i="1" u="sng" dirty="0" smtClean="0"/>
              <a:t>Counteracting boredom/inactivity</a:t>
            </a:r>
            <a:r>
              <a:rPr lang="en-US" sz="2800" i="1" dirty="0" smtClean="0"/>
              <a:t>:</a:t>
            </a:r>
          </a:p>
          <a:p>
            <a:r>
              <a:rPr lang="en-US" sz="2800" dirty="0"/>
              <a:t>“To me the socialization is important. And…I guess basically a reason to get out of the bed, get showered and </a:t>
            </a:r>
            <a:r>
              <a:rPr lang="en-US" sz="2800" b="1" dirty="0"/>
              <a:t>get out of the house every day</a:t>
            </a:r>
            <a:r>
              <a:rPr lang="en-US" sz="2800" dirty="0"/>
              <a:t>.”</a:t>
            </a:r>
          </a:p>
          <a:p>
            <a:r>
              <a:rPr lang="en-US" sz="2800" i="1" u="sng" dirty="0"/>
              <a:t>Social </a:t>
            </a:r>
            <a:r>
              <a:rPr lang="en-US" sz="2800" i="1" u="sng" dirty="0" smtClean="0"/>
              <a:t>interactions </a:t>
            </a:r>
            <a:r>
              <a:rPr lang="en-US" sz="2800" i="1" u="sng" dirty="0"/>
              <a:t>at work:</a:t>
            </a:r>
          </a:p>
          <a:p>
            <a:r>
              <a:rPr lang="en-US" sz="2800" dirty="0" smtClean="0"/>
              <a:t>“I </a:t>
            </a:r>
            <a:r>
              <a:rPr lang="en-US" sz="2800" dirty="0"/>
              <a:t>moved up here and my parents were gone for three months in </a:t>
            </a:r>
            <a:r>
              <a:rPr lang="en-US" sz="2800" dirty="0" smtClean="0"/>
              <a:t>[another state]. </a:t>
            </a:r>
            <a:r>
              <a:rPr lang="en-US" sz="2800" dirty="0"/>
              <a:t>They just got back a couple days ago, and I really don’t have any friends--I mean I have friends, but we don’t socialize; we’ll talk on the phone. And it’s very, very </a:t>
            </a:r>
            <a:r>
              <a:rPr lang="en-US" sz="2800" b="1" dirty="0"/>
              <a:t>lonely and isolating</a:t>
            </a:r>
            <a:r>
              <a:rPr lang="en-US" sz="2800" dirty="0"/>
              <a:t>. And even at work, it’s just me with one patient. But it’s </a:t>
            </a:r>
            <a:r>
              <a:rPr lang="en-US" sz="2800" b="1" dirty="0"/>
              <a:t>better than sitting here by myself and watching TV</a:t>
            </a:r>
            <a:r>
              <a:rPr lang="en-US" sz="2800" dirty="0" smtClean="0"/>
              <a:t>.”</a:t>
            </a:r>
            <a:endParaRPr lang="en-US" sz="2800" dirty="0"/>
          </a:p>
        </p:txBody>
      </p:sp>
      <p:pic>
        <p:nvPicPr>
          <p:cNvPr id="6" name="Picture 5" descr="Sillhouette of person using wheelchair, person running, child on bike, with city skyline." title="Activity/Social Life"/>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80743" y="0"/>
            <a:ext cx="2011257" cy="1844150"/>
          </a:xfrm>
          <a:prstGeom prst="rect">
            <a:avLst/>
          </a:prstGeom>
        </p:spPr>
      </p:pic>
    </p:spTree>
    <p:extLst>
      <p:ext uri="{BB962C8B-B14F-4D97-AF65-F5344CB8AC3E}">
        <p14:creationId xmlns:p14="http://schemas.microsoft.com/office/powerpoint/2010/main" val="252148807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dirty="0" smtClean="0"/>
              <a:t>F</a:t>
            </a:r>
            <a:r>
              <a:rPr lang="en-US" sz="4800" dirty="0"/>
              <a:t>, </a:t>
            </a:r>
            <a:r>
              <a:rPr lang="en-US" sz="4800" dirty="0" smtClean="0"/>
              <a:t>40</a:t>
            </a:r>
            <a:r>
              <a:rPr lang="en-US" sz="4000" dirty="0" smtClean="0"/>
              <a:t>s</a:t>
            </a:r>
            <a:r>
              <a:rPr lang="en-US" sz="4800" dirty="0" smtClean="0"/>
              <a:t> (MN): “I loved working”</a:t>
            </a:r>
            <a:endParaRPr lang="en-US" sz="4800" dirty="0"/>
          </a:p>
        </p:txBody>
      </p:sp>
      <p:sp>
        <p:nvSpPr>
          <p:cNvPr id="3" name="Content Placeholder 2"/>
          <p:cNvSpPr>
            <a:spLocks noGrp="1"/>
          </p:cNvSpPr>
          <p:nvPr>
            <p:ph idx="1"/>
          </p:nvPr>
        </p:nvSpPr>
        <p:spPr>
          <a:xfrm>
            <a:off x="749807" y="2084832"/>
            <a:ext cx="10588753" cy="4660192"/>
          </a:xfrm>
        </p:spPr>
        <p:txBody>
          <a:bodyPr>
            <a:noAutofit/>
          </a:bodyPr>
          <a:lstStyle/>
          <a:p>
            <a:r>
              <a:rPr lang="en-US" sz="2800" i="1" u="sng" dirty="0"/>
              <a:t>Counteracting </a:t>
            </a:r>
            <a:r>
              <a:rPr lang="en-US" sz="2800" i="1" u="sng" dirty="0" smtClean="0"/>
              <a:t>boredom/inactivity</a:t>
            </a:r>
            <a:r>
              <a:rPr lang="en-US" sz="2800" i="1" dirty="0" smtClean="0"/>
              <a:t>:</a:t>
            </a:r>
            <a:endParaRPr lang="en-US" sz="2800" dirty="0" smtClean="0"/>
          </a:p>
          <a:p>
            <a:r>
              <a:rPr lang="en-US" sz="2800" dirty="0" smtClean="0"/>
              <a:t>“I’ve </a:t>
            </a:r>
            <a:r>
              <a:rPr lang="en-US" sz="2800" dirty="0"/>
              <a:t>been on disability for, gosh, it’s been, I want to say, six years. So I’ve basically been </a:t>
            </a:r>
            <a:r>
              <a:rPr lang="en-US" sz="2800" b="1" dirty="0"/>
              <a:t>stuck in this </a:t>
            </a:r>
            <a:r>
              <a:rPr lang="en-US" sz="2800" b="1" dirty="0" smtClean="0"/>
              <a:t>house</a:t>
            </a:r>
            <a:r>
              <a:rPr lang="en-US" sz="2800" dirty="0" smtClean="0"/>
              <a:t>… and I’m </a:t>
            </a:r>
            <a:r>
              <a:rPr lang="en-US" sz="2800" b="1" dirty="0" smtClean="0"/>
              <a:t>going crazy</a:t>
            </a:r>
            <a:r>
              <a:rPr lang="en-US" sz="2800" dirty="0" smtClean="0"/>
              <a:t>. </a:t>
            </a:r>
            <a:r>
              <a:rPr lang="en-US" sz="2800" dirty="0"/>
              <a:t>I used to work a lot of hours. Prior to being </a:t>
            </a:r>
            <a:r>
              <a:rPr lang="en-US" sz="2800" dirty="0" smtClean="0"/>
              <a:t>disabled</a:t>
            </a:r>
            <a:r>
              <a:rPr lang="en-US" sz="2800" dirty="0"/>
              <a:t>, I worked almost 50 hours a week and made a wonderful income off of that. And </a:t>
            </a:r>
            <a:r>
              <a:rPr lang="en-US" sz="2800" b="1" dirty="0"/>
              <a:t>I miss it</a:t>
            </a:r>
            <a:r>
              <a:rPr lang="en-US" sz="2800" dirty="0"/>
              <a:t>. I miss it</a:t>
            </a:r>
            <a:r>
              <a:rPr lang="en-US" sz="2800" dirty="0" smtClean="0"/>
              <a:t>.”</a:t>
            </a:r>
          </a:p>
          <a:p>
            <a:r>
              <a:rPr lang="en-US" sz="2800" i="1" u="sng" dirty="0"/>
              <a:t>Social interactions at work</a:t>
            </a:r>
            <a:r>
              <a:rPr lang="en-US" sz="2800" i="1" u="sng" dirty="0" smtClean="0"/>
              <a:t>:</a:t>
            </a:r>
            <a:endParaRPr lang="en-US" sz="2800" dirty="0" smtClean="0"/>
          </a:p>
          <a:p>
            <a:pPr marL="0" indent="0">
              <a:buNone/>
            </a:pPr>
            <a:r>
              <a:rPr lang="en-US" sz="2800" dirty="0" smtClean="0"/>
              <a:t>“I </a:t>
            </a:r>
            <a:r>
              <a:rPr lang="en-US" sz="2800" dirty="0"/>
              <a:t>really </a:t>
            </a:r>
            <a:r>
              <a:rPr lang="en-US" sz="2800" dirty="0" smtClean="0"/>
              <a:t>just </a:t>
            </a:r>
            <a:r>
              <a:rPr lang="en-US" sz="2800" b="1" dirty="0" smtClean="0"/>
              <a:t>want to get back to work</a:t>
            </a:r>
            <a:r>
              <a:rPr lang="en-US" sz="2800" dirty="0" smtClean="0"/>
              <a:t>, </a:t>
            </a:r>
            <a:r>
              <a:rPr lang="en-US" sz="2800" b="1" dirty="0"/>
              <a:t>meeting new people</a:t>
            </a:r>
            <a:r>
              <a:rPr lang="en-US" sz="2800" dirty="0"/>
              <a:t>. </a:t>
            </a:r>
            <a:r>
              <a:rPr lang="en-US" sz="2800" b="1" dirty="0"/>
              <a:t>I loved working</a:t>
            </a:r>
            <a:r>
              <a:rPr lang="en-US" sz="2800" dirty="0" smtClean="0"/>
              <a:t>. </a:t>
            </a:r>
            <a:r>
              <a:rPr lang="en-US" sz="2800" dirty="0"/>
              <a:t>I don’t like being at home. I mean I can say maybe the first month or so was kind of nice to get a break, but it’s not what I wanted</a:t>
            </a:r>
            <a:r>
              <a:rPr lang="en-US" sz="2800" dirty="0" smtClean="0"/>
              <a:t>.”</a:t>
            </a:r>
            <a:endParaRPr lang="en-US" sz="2800" dirty="0"/>
          </a:p>
          <a:p>
            <a:endParaRPr lang="en-US" sz="2800" dirty="0"/>
          </a:p>
        </p:txBody>
      </p:sp>
      <p:sp>
        <p:nvSpPr>
          <p:cNvPr id="4" name="Slide Number Placeholder 3"/>
          <p:cNvSpPr>
            <a:spLocks noGrp="1"/>
          </p:cNvSpPr>
          <p:nvPr>
            <p:ph type="sldNum" sz="quarter" idx="12"/>
          </p:nvPr>
        </p:nvSpPr>
        <p:spPr/>
        <p:txBody>
          <a:bodyPr/>
          <a:lstStyle/>
          <a:p>
            <a:fld id="{0AF0BB18-AE53-42E4-9D5C-1A2C78F44834}" type="slidenum">
              <a:rPr lang="en-US" smtClean="0"/>
              <a:t>27</a:t>
            </a:fld>
            <a:endParaRPr lang="en-US"/>
          </a:p>
        </p:txBody>
      </p:sp>
      <p:pic>
        <p:nvPicPr>
          <p:cNvPr id="6" name="Picture 5" descr="Sillhouette of person using wheelchair, person running, child on bike, with city skyline." title="Activity/Social Life"/>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80743" y="0"/>
            <a:ext cx="2011257" cy="1844150"/>
          </a:xfrm>
          <a:prstGeom prst="rect">
            <a:avLst/>
          </a:prstGeom>
        </p:spPr>
      </p:pic>
    </p:spTree>
    <p:extLst>
      <p:ext uri="{BB962C8B-B14F-4D97-AF65-F5344CB8AC3E}">
        <p14:creationId xmlns:p14="http://schemas.microsoft.com/office/powerpoint/2010/main" val="133360379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5400" dirty="0" smtClean="0"/>
              <a:t>F</a:t>
            </a:r>
            <a:r>
              <a:rPr lang="en-US" sz="5400" dirty="0"/>
              <a:t>, </a:t>
            </a:r>
            <a:r>
              <a:rPr lang="en-US" sz="5400" dirty="0" smtClean="0"/>
              <a:t>50</a:t>
            </a:r>
            <a:r>
              <a:rPr lang="en-US" sz="4400" dirty="0" smtClean="0"/>
              <a:t>s</a:t>
            </a:r>
            <a:r>
              <a:rPr lang="en-US" sz="5400" dirty="0"/>
              <a:t> (MN): </a:t>
            </a:r>
            <a:r>
              <a:rPr lang="en-US" sz="5400" dirty="0" smtClean="0"/>
              <a:t>“Mainstream living”</a:t>
            </a:r>
            <a:endParaRPr lang="en-US" dirty="0"/>
          </a:p>
        </p:txBody>
      </p:sp>
      <p:sp>
        <p:nvSpPr>
          <p:cNvPr id="3" name="Content Placeholder 2"/>
          <p:cNvSpPr>
            <a:spLocks noGrp="1"/>
          </p:cNvSpPr>
          <p:nvPr>
            <p:ph idx="1"/>
          </p:nvPr>
        </p:nvSpPr>
        <p:spPr>
          <a:xfrm>
            <a:off x="1024128" y="2322786"/>
            <a:ext cx="9720071" cy="4147918"/>
          </a:xfrm>
        </p:spPr>
        <p:txBody>
          <a:bodyPr>
            <a:normAutofit/>
          </a:bodyPr>
          <a:lstStyle/>
          <a:p>
            <a:pPr marL="0" indent="0">
              <a:buNone/>
            </a:pPr>
            <a:r>
              <a:rPr lang="en-US" sz="3200" dirty="0" smtClean="0"/>
              <a:t>“</a:t>
            </a:r>
            <a:r>
              <a:rPr lang="en-US" sz="3200" dirty="0"/>
              <a:t>Mentally I just </a:t>
            </a:r>
            <a:r>
              <a:rPr lang="en-US" sz="3200" b="1" dirty="0"/>
              <a:t>need to get out of the house</a:t>
            </a:r>
            <a:r>
              <a:rPr lang="en-US" sz="3200" dirty="0"/>
              <a:t>. </a:t>
            </a:r>
            <a:r>
              <a:rPr lang="en-US" sz="3200" dirty="0" smtClean="0"/>
              <a:t>… </a:t>
            </a:r>
            <a:r>
              <a:rPr lang="en-US" sz="3200" dirty="0"/>
              <a:t>I mean it’s a big house and a yard, I usually garden and--you know, big wide open spaces. I don’t really have neighbors, per se. But yeah, I need some </a:t>
            </a:r>
            <a:r>
              <a:rPr lang="en-US" sz="3200" b="1" dirty="0"/>
              <a:t>mainstream living</a:t>
            </a:r>
            <a:r>
              <a:rPr lang="en-US" sz="3200" dirty="0"/>
              <a:t>. </a:t>
            </a:r>
            <a:r>
              <a:rPr lang="en-US" sz="3200" dirty="0" smtClean="0"/>
              <a:t>”</a:t>
            </a:r>
            <a:endParaRPr lang="en-US" sz="3200" dirty="0"/>
          </a:p>
        </p:txBody>
      </p:sp>
      <p:sp>
        <p:nvSpPr>
          <p:cNvPr id="4" name="Slide Number Placeholder 3"/>
          <p:cNvSpPr>
            <a:spLocks noGrp="1"/>
          </p:cNvSpPr>
          <p:nvPr>
            <p:ph type="sldNum" sz="quarter" idx="12"/>
          </p:nvPr>
        </p:nvSpPr>
        <p:spPr/>
        <p:txBody>
          <a:bodyPr/>
          <a:lstStyle/>
          <a:p>
            <a:fld id="{0AF0BB18-AE53-42E4-9D5C-1A2C78F44834}" type="slidenum">
              <a:rPr lang="en-US" smtClean="0"/>
              <a:t>28</a:t>
            </a:fld>
            <a:endParaRPr lang="en-US"/>
          </a:p>
        </p:txBody>
      </p:sp>
      <p:pic>
        <p:nvPicPr>
          <p:cNvPr id="6" name="Picture 5" descr="Sillhouette of person using wheelchair, person running, child on bike, with city skyline." title="Activity/Social Life"/>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80743" y="0"/>
            <a:ext cx="2011257" cy="1844150"/>
          </a:xfrm>
          <a:prstGeom prst="rect">
            <a:avLst/>
          </a:prstGeom>
        </p:spPr>
      </p:pic>
    </p:spTree>
    <p:extLst>
      <p:ext uri="{BB962C8B-B14F-4D97-AF65-F5344CB8AC3E}">
        <p14:creationId xmlns:p14="http://schemas.microsoft.com/office/powerpoint/2010/main" val="103231591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Diagram 15"/>
          <p:cNvGraphicFramePr/>
          <p:nvPr>
            <p:extLst>
              <p:ext uri="{D42A27DB-BD31-4B8C-83A1-F6EECF244321}">
                <p14:modId xmlns:p14="http://schemas.microsoft.com/office/powerpoint/2010/main" val="1604970953"/>
              </p:ext>
            </p:extLst>
          </p:nvPr>
        </p:nvGraphicFramePr>
        <p:xfrm>
          <a:off x="2554883" y="1540042"/>
          <a:ext cx="6658562" cy="52049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le 1"/>
          <p:cNvSpPr>
            <a:spLocks noGrp="1"/>
          </p:cNvSpPr>
          <p:nvPr>
            <p:ph type="title"/>
          </p:nvPr>
        </p:nvSpPr>
        <p:spPr/>
        <p:txBody>
          <a:bodyPr/>
          <a:lstStyle/>
          <a:p>
            <a:pPr marL="463550" indent="-463550"/>
            <a:r>
              <a:rPr lang="en-US" dirty="0" smtClean="0"/>
              <a:t>Deciding to Work: </a:t>
            </a:r>
            <a:br>
              <a:rPr lang="en-US" dirty="0" smtClean="0"/>
            </a:br>
            <a:r>
              <a:rPr lang="en-US" dirty="0" smtClean="0"/>
              <a:t>Personal/Social Meanings of Work</a:t>
            </a:r>
            <a:endParaRPr lang="en-US" dirty="0"/>
          </a:p>
        </p:txBody>
      </p:sp>
      <p:sp>
        <p:nvSpPr>
          <p:cNvPr id="3" name="Slide Number Placeholder 2"/>
          <p:cNvSpPr>
            <a:spLocks noGrp="1"/>
          </p:cNvSpPr>
          <p:nvPr>
            <p:ph type="sldNum" sz="quarter" idx="12"/>
          </p:nvPr>
        </p:nvSpPr>
        <p:spPr/>
        <p:txBody>
          <a:bodyPr/>
          <a:lstStyle/>
          <a:p>
            <a:fld id="{0AF0BB18-AE53-42E4-9D5C-1A2C78F44834}" type="slidenum">
              <a:rPr lang="en-US" smtClean="0"/>
              <a:t>29</a:t>
            </a:fld>
            <a:endParaRPr lang="en-US"/>
          </a:p>
        </p:txBody>
      </p:sp>
      <p:pic>
        <p:nvPicPr>
          <p:cNvPr id="5" name="Picture 2" descr="Person wearing a tie, sitting cross-legged, arms open, with symbols floating around his head: heart, %, clock, file folder, $, family" title="Meaning of Work"/>
          <p:cNvPicPr>
            <a:picLocks noChangeAspect="1" noChangeArrowheads="1"/>
          </p:cNvPicPr>
          <p:nvPr/>
        </p:nvPicPr>
        <p:blipFill rotWithShape="1">
          <a:blip r:embed="rId8">
            <a:extLst>
              <a:ext uri="{28A0092B-C50C-407E-A947-70E740481C1C}">
                <a14:useLocalDpi xmlns:a14="http://schemas.microsoft.com/office/drawing/2010/main" val="0"/>
              </a:ext>
            </a:extLst>
          </a:blip>
          <a:srcRect l="24495" t="30281" r="27062" b="7088"/>
          <a:stretch/>
        </p:blipFill>
        <p:spPr bwMode="auto">
          <a:xfrm>
            <a:off x="9673839" y="0"/>
            <a:ext cx="2517023" cy="1878904"/>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93123075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4192" y="585216"/>
            <a:ext cx="9930008" cy="1499616"/>
          </a:xfrm>
        </p:spPr>
        <p:txBody>
          <a:bodyPr>
            <a:normAutofit/>
          </a:bodyPr>
          <a:lstStyle/>
          <a:p>
            <a:r>
              <a:rPr lang="en-US" sz="4400" dirty="0"/>
              <a:t>m</a:t>
            </a:r>
            <a:r>
              <a:rPr lang="en-US" sz="4400" dirty="0" smtClean="0"/>
              <a:t>, </a:t>
            </a:r>
            <a:r>
              <a:rPr lang="en-US" sz="4400" dirty="0"/>
              <a:t>5</a:t>
            </a:r>
            <a:r>
              <a:rPr lang="en-US" sz="4400" dirty="0" smtClean="0"/>
              <a:t>0</a:t>
            </a:r>
            <a:r>
              <a:rPr lang="en-US" sz="3200" dirty="0" smtClean="0"/>
              <a:t>s</a:t>
            </a:r>
            <a:r>
              <a:rPr lang="en-US" sz="4000" dirty="0" smtClean="0"/>
              <a:t> </a:t>
            </a:r>
            <a:r>
              <a:rPr lang="en-US" sz="4400" dirty="0" smtClean="0"/>
              <a:t>(</a:t>
            </a:r>
            <a:r>
              <a:rPr lang="en-US" sz="4400" dirty="0" err="1" smtClean="0"/>
              <a:t>mn</a:t>
            </a:r>
            <a:r>
              <a:rPr lang="en-US" sz="4400" dirty="0" smtClean="0"/>
              <a:t>): “Contributing member to Society”</a:t>
            </a:r>
            <a:endParaRPr lang="en-US" sz="4400" dirty="0"/>
          </a:p>
        </p:txBody>
      </p:sp>
      <p:sp>
        <p:nvSpPr>
          <p:cNvPr id="4" name="Slide Number Placeholder 3"/>
          <p:cNvSpPr>
            <a:spLocks noGrp="1"/>
          </p:cNvSpPr>
          <p:nvPr>
            <p:ph type="sldNum" sz="quarter" idx="12"/>
          </p:nvPr>
        </p:nvSpPr>
        <p:spPr/>
        <p:txBody>
          <a:bodyPr/>
          <a:lstStyle/>
          <a:p>
            <a:fld id="{0AF0BB18-AE53-42E4-9D5C-1A2C78F44834}" type="slidenum">
              <a:rPr lang="en-US" smtClean="0"/>
              <a:t>30</a:t>
            </a:fld>
            <a:endParaRPr lang="en-US"/>
          </a:p>
        </p:txBody>
      </p:sp>
      <p:sp>
        <p:nvSpPr>
          <p:cNvPr id="3" name="Content Placeholder 2"/>
          <p:cNvSpPr>
            <a:spLocks noGrp="1"/>
          </p:cNvSpPr>
          <p:nvPr>
            <p:ph idx="1"/>
          </p:nvPr>
        </p:nvSpPr>
        <p:spPr>
          <a:xfrm>
            <a:off x="382137" y="1748579"/>
            <a:ext cx="11559654" cy="4722125"/>
          </a:xfrm>
        </p:spPr>
        <p:txBody>
          <a:bodyPr>
            <a:noAutofit/>
          </a:bodyPr>
          <a:lstStyle/>
          <a:p>
            <a:r>
              <a:rPr lang="en-US" sz="2400" i="1" u="sng" dirty="0" smtClean="0"/>
              <a:t>Being a role model:</a:t>
            </a:r>
          </a:p>
          <a:p>
            <a:r>
              <a:rPr lang="en-US" sz="2400" dirty="0" smtClean="0"/>
              <a:t>“Being </a:t>
            </a:r>
            <a:r>
              <a:rPr lang="en-US" sz="2400" dirty="0"/>
              <a:t>unemployed has been very helpful in terms of me being able to </a:t>
            </a:r>
            <a:r>
              <a:rPr lang="en-US" sz="2400" b="1" dirty="0"/>
              <a:t>do things with my kids </a:t>
            </a:r>
            <a:r>
              <a:rPr lang="en-US" sz="2400" dirty="0"/>
              <a:t>and getting them places where they need to go, for them, which is really good. Because if I was working, that would be a lot more </a:t>
            </a:r>
            <a:r>
              <a:rPr lang="en-US" sz="2400" dirty="0" smtClean="0"/>
              <a:t>challenging… So </a:t>
            </a:r>
            <a:r>
              <a:rPr lang="en-US" sz="2400" dirty="0"/>
              <a:t>certainly that’s kind of a plus side to all of this, but on the other hand…</a:t>
            </a:r>
            <a:r>
              <a:rPr lang="en-US" sz="2400" b="1" dirty="0"/>
              <a:t>they know their dad doesn’t work</a:t>
            </a:r>
            <a:r>
              <a:rPr lang="en-US" sz="2400" dirty="0"/>
              <a:t>. And I’m sure on some level, that’s got to be hard for them in terms of sharing with their </a:t>
            </a:r>
            <a:r>
              <a:rPr lang="en-US" sz="2400" dirty="0" smtClean="0"/>
              <a:t>friends… </a:t>
            </a:r>
          </a:p>
          <a:p>
            <a:r>
              <a:rPr lang="en-US" sz="2400" i="1" u="sng" dirty="0" smtClean="0"/>
              <a:t>Contributing to society:</a:t>
            </a:r>
            <a:endParaRPr lang="en-US" sz="2400" dirty="0"/>
          </a:p>
          <a:p>
            <a:r>
              <a:rPr lang="en-US" sz="2400" dirty="0" smtClean="0"/>
              <a:t>“I just want to feel like a </a:t>
            </a:r>
            <a:r>
              <a:rPr lang="en-US" sz="2400" b="1" dirty="0" smtClean="0"/>
              <a:t>contributing member to society </a:t>
            </a:r>
            <a:r>
              <a:rPr lang="en-US" sz="2400" dirty="0" smtClean="0"/>
              <a:t>in some form or fashion, rather than just sitting back and collecting a disability check.”</a:t>
            </a:r>
          </a:p>
          <a:p>
            <a:r>
              <a:rPr lang="en-US" sz="2400" i="1" u="sng" dirty="0" smtClean="0"/>
              <a:t>Feeling productive:</a:t>
            </a:r>
          </a:p>
          <a:p>
            <a:r>
              <a:rPr lang="en-US" sz="2400" dirty="0" smtClean="0"/>
              <a:t>“But </a:t>
            </a:r>
            <a:r>
              <a:rPr lang="en-US" sz="2400" dirty="0"/>
              <a:t>I mean I think for me, just again, </a:t>
            </a:r>
            <a:r>
              <a:rPr lang="en-US" sz="2400" dirty="0" smtClean="0"/>
              <a:t>[I want] to </a:t>
            </a:r>
            <a:r>
              <a:rPr lang="en-US" sz="2400" dirty="0"/>
              <a:t>feel </a:t>
            </a:r>
            <a:r>
              <a:rPr lang="en-US" sz="2400" b="1" dirty="0"/>
              <a:t>productive</a:t>
            </a:r>
            <a:r>
              <a:rPr lang="en-US" sz="2400" dirty="0"/>
              <a:t>, </a:t>
            </a:r>
            <a:r>
              <a:rPr lang="en-US" sz="2400" b="1" dirty="0"/>
              <a:t>feel like I’m doing something</a:t>
            </a:r>
            <a:r>
              <a:rPr lang="en-US" sz="2400" dirty="0" smtClean="0"/>
              <a:t>.” </a:t>
            </a:r>
            <a:endParaRPr lang="en-US" sz="2400" dirty="0"/>
          </a:p>
          <a:p>
            <a:endParaRPr lang="en-US" sz="2400" dirty="0"/>
          </a:p>
          <a:p>
            <a:endParaRPr lang="en-US" sz="2400" dirty="0"/>
          </a:p>
        </p:txBody>
      </p:sp>
      <p:pic>
        <p:nvPicPr>
          <p:cNvPr id="6" name="Picture 2" descr="Person wearing a tie, sitting cross-legged, arms open, with symbols floating around his head: heart, %, clock, file folder, $, family" title="Meaning of Work"/>
          <p:cNvPicPr>
            <a:picLocks noChangeAspect="1" noChangeArrowheads="1"/>
          </p:cNvPicPr>
          <p:nvPr/>
        </p:nvPicPr>
        <p:blipFill rotWithShape="1">
          <a:blip r:embed="rId3">
            <a:extLst>
              <a:ext uri="{28A0092B-C50C-407E-A947-70E740481C1C}">
                <a14:useLocalDpi xmlns:a14="http://schemas.microsoft.com/office/drawing/2010/main" val="0"/>
              </a:ext>
            </a:extLst>
          </a:blip>
          <a:srcRect l="24495" t="30281" r="27062" b="7088"/>
          <a:stretch/>
        </p:blipFill>
        <p:spPr bwMode="auto">
          <a:xfrm>
            <a:off x="9673839" y="0"/>
            <a:ext cx="2517023" cy="1878904"/>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311933621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Meaning of Work: Image of a person wearing a tie and sitting cross-legged, arms open, with symbols floating around his head: heart, %, clock, file folder, $, family of four "/>
          <p:cNvPicPr>
            <a:picLocks noChangeAspect="1" noChangeArrowheads="1"/>
          </p:cNvPicPr>
          <p:nvPr/>
        </p:nvPicPr>
        <p:blipFill rotWithShape="1">
          <a:blip r:embed="rId3">
            <a:extLst>
              <a:ext uri="{28A0092B-C50C-407E-A947-70E740481C1C}">
                <a14:useLocalDpi xmlns:a14="http://schemas.microsoft.com/office/drawing/2010/main" val="0"/>
              </a:ext>
            </a:extLst>
          </a:blip>
          <a:srcRect l="24495" t="30281" r="27062" b="7088"/>
          <a:stretch/>
        </p:blipFill>
        <p:spPr bwMode="auto">
          <a:xfrm>
            <a:off x="9795353" y="0"/>
            <a:ext cx="2395510" cy="1788197"/>
          </a:xfrm>
          <a:prstGeom prst="rect">
            <a:avLst/>
          </a:prstGeom>
          <a:noFill/>
          <a:extLst>
            <a:ext uri="{909E8E84-426E-40dd-AFC4-6F175D3DCCD1}">
              <a14:hiddenFill xmlns=""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sz="5400" dirty="0" smtClean="0"/>
              <a:t>F</a:t>
            </a:r>
            <a:r>
              <a:rPr lang="en-US" sz="5400" dirty="0"/>
              <a:t>, </a:t>
            </a:r>
            <a:r>
              <a:rPr lang="en-US" sz="5400" dirty="0" smtClean="0"/>
              <a:t>40</a:t>
            </a:r>
            <a:r>
              <a:rPr lang="en-US" sz="4400" dirty="0" smtClean="0"/>
              <a:t>s</a:t>
            </a:r>
            <a:r>
              <a:rPr lang="en-US" sz="5400" dirty="0" smtClean="0"/>
              <a:t> (KY): “Part of the society”</a:t>
            </a:r>
            <a:endParaRPr lang="en-US" dirty="0"/>
          </a:p>
        </p:txBody>
      </p:sp>
      <p:sp>
        <p:nvSpPr>
          <p:cNvPr id="3" name="Content Placeholder 2"/>
          <p:cNvSpPr>
            <a:spLocks noGrp="1"/>
          </p:cNvSpPr>
          <p:nvPr>
            <p:ph idx="1"/>
          </p:nvPr>
        </p:nvSpPr>
        <p:spPr>
          <a:xfrm>
            <a:off x="382137" y="1748579"/>
            <a:ext cx="11559654" cy="4722125"/>
          </a:xfrm>
        </p:spPr>
        <p:txBody>
          <a:bodyPr>
            <a:noAutofit/>
          </a:bodyPr>
          <a:lstStyle/>
          <a:p>
            <a:pPr>
              <a:spcAft>
                <a:spcPts val="1200"/>
              </a:spcAft>
            </a:pPr>
            <a:r>
              <a:rPr lang="en-US" sz="2400" i="1" u="sng" dirty="0"/>
              <a:t>Self-esteem, social belonging:</a:t>
            </a:r>
          </a:p>
          <a:p>
            <a:pPr>
              <a:spcBef>
                <a:spcPts val="0"/>
              </a:spcBef>
              <a:spcAft>
                <a:spcPts val="0"/>
              </a:spcAft>
            </a:pPr>
            <a:r>
              <a:rPr lang="en-US" sz="2400" i="1" dirty="0" smtClean="0"/>
              <a:t>[Q: And </a:t>
            </a:r>
            <a:r>
              <a:rPr lang="en-US" sz="2400" i="1" dirty="0"/>
              <a:t>what do you think it would be like to work and go </a:t>
            </a:r>
            <a:r>
              <a:rPr lang="en-US" sz="2400" i="1" dirty="0" smtClean="0"/>
              <a:t>off </a:t>
            </a:r>
            <a:r>
              <a:rPr lang="en-US" sz="2400" i="1" dirty="0"/>
              <a:t>disability</a:t>
            </a:r>
            <a:r>
              <a:rPr lang="en-US" sz="2400" i="1" dirty="0" smtClean="0"/>
              <a:t>?] “</a:t>
            </a:r>
            <a:r>
              <a:rPr lang="en-US" sz="2400" dirty="0" smtClean="0"/>
              <a:t>Well</a:t>
            </a:r>
            <a:r>
              <a:rPr lang="en-US" sz="2400" dirty="0"/>
              <a:t>, for one, my </a:t>
            </a:r>
            <a:r>
              <a:rPr lang="en-US" sz="2400" b="1" dirty="0"/>
              <a:t>self-esteem</a:t>
            </a:r>
            <a:r>
              <a:rPr lang="en-US" sz="2400" dirty="0"/>
              <a:t> would be built because I know that I would be doing something to help other people and that </a:t>
            </a:r>
            <a:r>
              <a:rPr lang="en-US" sz="2400" b="1" dirty="0"/>
              <a:t>I belong somewhere</a:t>
            </a:r>
            <a:r>
              <a:rPr lang="en-US" sz="2400" dirty="0"/>
              <a:t>, that </a:t>
            </a:r>
            <a:r>
              <a:rPr lang="en-US" sz="2400" b="1" dirty="0"/>
              <a:t>I'm needed somewhere</a:t>
            </a:r>
            <a:r>
              <a:rPr lang="en-US" sz="2400" dirty="0"/>
              <a:t>. And the feeling to be needed, that goes a long, long way. </a:t>
            </a:r>
            <a:r>
              <a:rPr lang="en-US" sz="2400" dirty="0" smtClean="0"/>
              <a:t>…</a:t>
            </a:r>
            <a:r>
              <a:rPr lang="en-US" sz="2400" b="1" dirty="0" smtClean="0"/>
              <a:t>I </a:t>
            </a:r>
            <a:r>
              <a:rPr lang="en-US" sz="2400" b="1" dirty="0"/>
              <a:t>want to feel like I belong</a:t>
            </a:r>
            <a:r>
              <a:rPr lang="en-US" sz="2400" dirty="0"/>
              <a:t>. I want to feel like I'm </a:t>
            </a:r>
            <a:r>
              <a:rPr lang="en-US" sz="2400" b="1" dirty="0"/>
              <a:t>part of </a:t>
            </a:r>
            <a:r>
              <a:rPr lang="en-US" sz="2400" b="1" dirty="0" smtClean="0"/>
              <a:t>the </a:t>
            </a:r>
            <a:r>
              <a:rPr lang="en-US" sz="2400" b="1" dirty="0"/>
              <a:t>society</a:t>
            </a:r>
            <a:r>
              <a:rPr lang="en-US" sz="2400" dirty="0"/>
              <a:t>. And </a:t>
            </a:r>
            <a:r>
              <a:rPr lang="en-US" sz="2400" b="1" dirty="0"/>
              <a:t>when you're on disability, you're this little group over here outside the circle with the rest of the world</a:t>
            </a:r>
            <a:r>
              <a:rPr lang="en-US" sz="2400" dirty="0" smtClean="0"/>
              <a:t>.”</a:t>
            </a:r>
            <a:endParaRPr lang="en-US" sz="2400" dirty="0"/>
          </a:p>
          <a:p>
            <a:r>
              <a:rPr lang="en-US" sz="2400" i="1" u="sng" dirty="0" smtClean="0"/>
              <a:t>Achieving personal goals, being a role model:</a:t>
            </a:r>
          </a:p>
          <a:p>
            <a:pPr>
              <a:spcBef>
                <a:spcPts val="0"/>
              </a:spcBef>
              <a:spcAft>
                <a:spcPts val="0"/>
              </a:spcAft>
            </a:pPr>
            <a:r>
              <a:rPr lang="en-US" sz="2400" i="1" dirty="0" smtClean="0"/>
              <a:t>[Q: Does </a:t>
            </a:r>
            <a:r>
              <a:rPr lang="en-US" sz="2400" i="1" dirty="0"/>
              <a:t>going to school help you feel like you're part of </a:t>
            </a:r>
            <a:r>
              <a:rPr lang="en-US" sz="2400" i="1" dirty="0" smtClean="0"/>
              <a:t>the </a:t>
            </a:r>
            <a:r>
              <a:rPr lang="en-US" sz="2400" i="1" dirty="0"/>
              <a:t>society</a:t>
            </a:r>
            <a:r>
              <a:rPr lang="en-US" sz="2400" i="1" dirty="0" smtClean="0"/>
              <a:t>?]</a:t>
            </a:r>
            <a:r>
              <a:rPr lang="en-US" sz="2400" i="1" dirty="0"/>
              <a:t> </a:t>
            </a:r>
            <a:r>
              <a:rPr lang="en-US" sz="2400" i="1" dirty="0" smtClean="0"/>
              <a:t>“</a:t>
            </a:r>
            <a:r>
              <a:rPr lang="en-US" sz="2400" dirty="0" smtClean="0"/>
              <a:t>Oh </a:t>
            </a:r>
            <a:r>
              <a:rPr lang="en-US" sz="2400" dirty="0"/>
              <a:t>yeah, because none of them kids know that I'm on disability. I got a 4.0; I got straight </a:t>
            </a:r>
            <a:r>
              <a:rPr lang="en-US" sz="2400" dirty="0" smtClean="0"/>
              <a:t>‘A’s</a:t>
            </a:r>
            <a:r>
              <a:rPr lang="en-US" sz="2400" dirty="0"/>
              <a:t>… Those students, when they find out the grades that I have, they come to me and ask me to help them. That makes me feel so good to know that </a:t>
            </a:r>
            <a:r>
              <a:rPr lang="en-US" sz="2400" b="1" dirty="0"/>
              <a:t>them kids are looking up to me </a:t>
            </a:r>
            <a:r>
              <a:rPr lang="en-US" sz="2400" dirty="0"/>
              <a:t>for something. It </a:t>
            </a:r>
            <a:r>
              <a:rPr lang="en-US" sz="2400" dirty="0" smtClean="0"/>
              <a:t>makes </a:t>
            </a:r>
            <a:r>
              <a:rPr lang="en-US" sz="2400" dirty="0"/>
              <a:t>me </a:t>
            </a:r>
            <a:r>
              <a:rPr lang="en-US" sz="2400" dirty="0" smtClean="0"/>
              <a:t>feel </a:t>
            </a:r>
            <a:r>
              <a:rPr lang="en-US" sz="2400" b="1" dirty="0"/>
              <a:t>part of </a:t>
            </a:r>
            <a:r>
              <a:rPr lang="en-US" sz="2400" b="1" dirty="0" smtClean="0"/>
              <a:t>the </a:t>
            </a:r>
            <a:r>
              <a:rPr lang="en-US" sz="2400" b="1" dirty="0"/>
              <a:t>society</a:t>
            </a:r>
            <a:r>
              <a:rPr lang="en-US" sz="2400" dirty="0" smtClean="0"/>
              <a:t>.”</a:t>
            </a:r>
            <a:endParaRPr lang="en-US" sz="2400" dirty="0"/>
          </a:p>
        </p:txBody>
      </p:sp>
      <p:sp>
        <p:nvSpPr>
          <p:cNvPr id="4" name="Slide Number Placeholder 3"/>
          <p:cNvSpPr>
            <a:spLocks noGrp="1"/>
          </p:cNvSpPr>
          <p:nvPr>
            <p:ph type="sldNum" sz="quarter" idx="12"/>
          </p:nvPr>
        </p:nvSpPr>
        <p:spPr/>
        <p:txBody>
          <a:bodyPr/>
          <a:lstStyle/>
          <a:p>
            <a:fld id="{0AF0BB18-AE53-42E4-9D5C-1A2C78F44834}" type="slidenum">
              <a:rPr lang="en-US" smtClean="0"/>
              <a:t>31</a:t>
            </a:fld>
            <a:endParaRPr lang="en-US"/>
          </a:p>
        </p:txBody>
      </p:sp>
    </p:spTree>
    <p:extLst>
      <p:ext uri="{BB962C8B-B14F-4D97-AF65-F5344CB8AC3E}">
        <p14:creationId xmlns:p14="http://schemas.microsoft.com/office/powerpoint/2010/main" val="404108321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Going off SSDI: Taking the Leap</a:t>
            </a:r>
          </a:p>
        </p:txBody>
      </p:sp>
      <p:sp>
        <p:nvSpPr>
          <p:cNvPr id="4" name="Slide Number Placeholder 3"/>
          <p:cNvSpPr>
            <a:spLocks noGrp="1"/>
          </p:cNvSpPr>
          <p:nvPr>
            <p:ph type="sldNum" sz="quarter" idx="12"/>
          </p:nvPr>
        </p:nvSpPr>
        <p:spPr/>
        <p:txBody>
          <a:bodyPr/>
          <a:lstStyle/>
          <a:p>
            <a:fld id="{0AF0BB18-AE53-42E4-9D5C-1A2C78F44834}" type="slidenum">
              <a:rPr lang="en-US" smtClean="0">
                <a:solidFill>
                  <a:prstClr val="black">
                    <a:lumMod val="95000"/>
                    <a:lumOff val="5000"/>
                  </a:prstClr>
                </a:solidFill>
              </a:rPr>
              <a:pPr/>
              <a:t>32</a:t>
            </a:fld>
            <a:endParaRPr lang="en-US">
              <a:solidFill>
                <a:prstClr val="black">
                  <a:lumMod val="95000"/>
                  <a:lumOff val="5000"/>
                </a:prstClr>
              </a:solidFill>
            </a:endParaRPr>
          </a:p>
        </p:txBody>
      </p:sp>
      <p:pic>
        <p:nvPicPr>
          <p:cNvPr id="8" name="Picture 7" descr="Blue cartoon person standing at the edge of a cliff looking worried at the gap between them and another cliff ledge" title="Cartoon person at cliff edge"/>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5598" y="2175042"/>
            <a:ext cx="4800408" cy="3559687"/>
          </a:xfrm>
          <a:prstGeom prst="rect">
            <a:avLst/>
          </a:prstGeom>
        </p:spPr>
      </p:pic>
      <p:pic>
        <p:nvPicPr>
          <p:cNvPr id="11" name="Picture 10" descr="As a blue cartoon hand draws a bridge between the two cliffs, a happy blue cartoon person runs across, while another person watches and smiles." title="Cartoon person crossing gap"/>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80922" y="2175043"/>
            <a:ext cx="4965614" cy="3559687"/>
          </a:xfrm>
          <a:prstGeom prst="rect">
            <a:avLst/>
          </a:prstGeom>
        </p:spPr>
      </p:pic>
    </p:spTree>
    <p:extLst>
      <p:ext uri="{BB962C8B-B14F-4D97-AF65-F5344CB8AC3E}">
        <p14:creationId xmlns:p14="http://schemas.microsoft.com/office/powerpoint/2010/main" val="2556387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Going off SSDI: Taking the Leap</a:t>
            </a:r>
            <a:endParaRPr lang="en-US" dirty="0"/>
          </a:p>
        </p:txBody>
      </p:sp>
      <p:sp>
        <p:nvSpPr>
          <p:cNvPr id="3" name="Content Placeholder 2"/>
          <p:cNvSpPr>
            <a:spLocks noGrp="1"/>
          </p:cNvSpPr>
          <p:nvPr>
            <p:ph idx="1"/>
          </p:nvPr>
        </p:nvSpPr>
        <p:spPr>
          <a:xfrm>
            <a:off x="1024128" y="1938528"/>
            <a:ext cx="9720073" cy="4370832"/>
          </a:xfrm>
        </p:spPr>
        <p:txBody>
          <a:bodyPr>
            <a:noAutofit/>
          </a:bodyPr>
          <a:lstStyle/>
          <a:p>
            <a:r>
              <a:rPr lang="en-US" sz="4800" dirty="0" smtClean="0"/>
              <a:t>“I </a:t>
            </a:r>
            <a:r>
              <a:rPr lang="en-US" sz="4800" dirty="0"/>
              <a:t>need to go part-time. I just feel </a:t>
            </a:r>
            <a:r>
              <a:rPr lang="en-US" sz="4800" b="1" dirty="0"/>
              <a:t>I don't want to jump in over my head and drown</a:t>
            </a:r>
            <a:r>
              <a:rPr lang="en-US" sz="4800" dirty="0"/>
              <a:t>. I've got a daughter. I'm not going to </a:t>
            </a:r>
            <a:r>
              <a:rPr lang="en-US" sz="4800" dirty="0" smtClean="0"/>
              <a:t>drown.” </a:t>
            </a:r>
            <a:r>
              <a:rPr lang="en-US" sz="4800" i="1" dirty="0" smtClean="0"/>
              <a:t>(F, 30s, KY)</a:t>
            </a:r>
          </a:p>
        </p:txBody>
      </p:sp>
      <p:sp>
        <p:nvSpPr>
          <p:cNvPr id="4" name="Slide Number Placeholder 3"/>
          <p:cNvSpPr>
            <a:spLocks noGrp="1"/>
          </p:cNvSpPr>
          <p:nvPr>
            <p:ph type="sldNum" sz="quarter" idx="12"/>
          </p:nvPr>
        </p:nvSpPr>
        <p:spPr/>
        <p:txBody>
          <a:bodyPr/>
          <a:lstStyle/>
          <a:p>
            <a:fld id="{0AF0BB18-AE53-42E4-9D5C-1A2C78F44834}" type="slidenum">
              <a:rPr lang="en-US" smtClean="0">
                <a:solidFill>
                  <a:prstClr val="black">
                    <a:lumMod val="95000"/>
                    <a:lumOff val="5000"/>
                  </a:prstClr>
                </a:solidFill>
              </a:rPr>
              <a:pPr/>
              <a:t>33</a:t>
            </a:fld>
            <a:endParaRPr lang="en-US">
              <a:solidFill>
                <a:prstClr val="black">
                  <a:lumMod val="95000"/>
                  <a:lumOff val="5000"/>
                </a:prstClr>
              </a:solidFill>
            </a:endParaRPr>
          </a:p>
        </p:txBody>
      </p:sp>
      <p:grpSp>
        <p:nvGrpSpPr>
          <p:cNvPr id="8" name="Group 7" descr="Clipart: Dollar sign, insurance cards" title="SSDI and Other Benefits"/>
          <p:cNvGrpSpPr/>
          <p:nvPr/>
        </p:nvGrpSpPr>
        <p:grpSpPr>
          <a:xfrm>
            <a:off x="9996447" y="-186661"/>
            <a:ext cx="2225661" cy="1775285"/>
            <a:chOff x="-84430" y="3048828"/>
            <a:chExt cx="2225661" cy="1775285"/>
          </a:xfrm>
        </p:grpSpPr>
        <p:pic>
          <p:nvPicPr>
            <p:cNvPr id="9" name="Picture 2" descr="Clipart: health insurance cards and dollar sign"/>
            <p:cNvPicPr>
              <a:picLocks noChangeAspect="1" noChangeArrowheads="1"/>
            </p:cNvPicPr>
            <p:nvPr/>
          </p:nvPicPr>
          <p:blipFill rotWithShape="1">
            <a:blip r:embed="rId3">
              <a:extLst>
                <a:ext uri="{28A0092B-C50C-407E-A947-70E740481C1C}">
                  <a14:useLocalDpi xmlns:a14="http://schemas.microsoft.com/office/drawing/2010/main" val="0"/>
                </a:ext>
              </a:extLst>
            </a:blip>
            <a:srcRect t="69980" r="81359" b="1104"/>
            <a:stretch/>
          </p:blipFill>
          <p:spPr bwMode="auto">
            <a:xfrm>
              <a:off x="365946" y="3048828"/>
              <a:ext cx="1775285" cy="1775285"/>
            </a:xfrm>
            <a:prstGeom prst="rect">
              <a:avLst/>
            </a:prstGeom>
            <a:noFill/>
            <a:extLst>
              <a:ext uri="{909E8E84-426E-40dd-AFC4-6F175D3DCCD1}">
                <a14:hiddenFill xmlns="" xmlns:a14="http://schemas.microsoft.com/office/drawing/2010/main">
                  <a:solidFill>
                    <a:srgbClr val="FFFFFF"/>
                  </a:solidFill>
                </a14:hiddenFill>
              </a:ext>
            </a:extLst>
          </p:spPr>
        </p:pic>
        <p:sp>
          <p:nvSpPr>
            <p:cNvPr id="10" name="Rectangle 9"/>
            <p:cNvSpPr/>
            <p:nvPr/>
          </p:nvSpPr>
          <p:spPr>
            <a:xfrm rot="21229451">
              <a:off x="-84430" y="3416203"/>
              <a:ext cx="729688" cy="1323439"/>
            </a:xfrm>
            <a:prstGeom prst="rect">
              <a:avLst/>
            </a:prstGeom>
            <a:noFill/>
          </p:spPr>
          <p:txBody>
            <a:bodyPr wrap="none" lIns="91440" tIns="45720" rIns="91440" bIns="45720">
              <a:spAutoFit/>
            </a:bodyPr>
            <a:lstStyle/>
            <a:p>
              <a:pPr algn="ctr"/>
              <a:r>
                <a:rPr lang="en-US" sz="8000" b="1" cap="none" spc="0" dirty="0" smtClean="0">
                  <a:ln w="0"/>
                  <a:solidFill>
                    <a:schemeClr val="tx1"/>
                  </a:solidFill>
                  <a:effectLst>
                    <a:outerShdw blurRad="38100" dist="19050" dir="2700000" algn="tl" rotWithShape="0">
                      <a:schemeClr val="dk1">
                        <a:alpha val="40000"/>
                      </a:schemeClr>
                    </a:outerShdw>
                  </a:effectLst>
                </a:rPr>
                <a:t>$</a:t>
              </a:r>
              <a:endParaRPr lang="en-US" sz="8000" b="1" cap="none" spc="0" dirty="0">
                <a:ln w="0"/>
                <a:solidFill>
                  <a:schemeClr val="tx1"/>
                </a:solidFill>
                <a:effectLst>
                  <a:outerShdw blurRad="38100" dist="19050" dir="2700000" algn="tl" rotWithShape="0">
                    <a:schemeClr val="dk1">
                      <a:alpha val="40000"/>
                    </a:schemeClr>
                  </a:outerShdw>
                </a:effectLst>
              </a:endParaRPr>
            </a:p>
          </p:txBody>
        </p:sp>
      </p:grpSp>
    </p:spTree>
    <p:extLst>
      <p:ext uri="{BB962C8B-B14F-4D97-AF65-F5344CB8AC3E}">
        <p14:creationId xmlns:p14="http://schemas.microsoft.com/office/powerpoint/2010/main" val="165905856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800" dirty="0" smtClean="0"/>
              <a:t>M, 30</a:t>
            </a:r>
            <a:r>
              <a:rPr lang="en-US" sz="4000" dirty="0" smtClean="0"/>
              <a:t>s</a:t>
            </a:r>
            <a:r>
              <a:rPr lang="en-US" sz="4800" dirty="0" smtClean="0"/>
              <a:t> </a:t>
            </a:r>
            <a:r>
              <a:rPr lang="en-US" sz="4800" dirty="0"/>
              <a:t>(KY):</a:t>
            </a:r>
            <a:r>
              <a:rPr lang="en-US" sz="4800" dirty="0" smtClean="0"/>
              <a:t>“the </a:t>
            </a:r>
            <a:r>
              <a:rPr lang="en-US" sz="4800" dirty="0"/>
              <a:t>fear of not </a:t>
            </a:r>
            <a:r>
              <a:rPr lang="en-US" sz="4800" dirty="0" smtClean="0"/>
              <a:t>knowing”</a:t>
            </a:r>
            <a:endParaRPr lang="en-US" sz="4800" dirty="0"/>
          </a:p>
        </p:txBody>
      </p:sp>
      <p:sp>
        <p:nvSpPr>
          <p:cNvPr id="3" name="Content Placeholder 2"/>
          <p:cNvSpPr>
            <a:spLocks noGrp="1"/>
          </p:cNvSpPr>
          <p:nvPr>
            <p:ph idx="1"/>
          </p:nvPr>
        </p:nvSpPr>
        <p:spPr>
          <a:xfrm>
            <a:off x="1075135" y="1920589"/>
            <a:ext cx="9720071" cy="4023360"/>
          </a:xfrm>
        </p:spPr>
        <p:txBody>
          <a:bodyPr>
            <a:noAutofit/>
          </a:bodyPr>
          <a:lstStyle/>
          <a:p>
            <a:r>
              <a:rPr lang="en-US" sz="3200" i="1" dirty="0" smtClean="0"/>
              <a:t>“</a:t>
            </a:r>
            <a:r>
              <a:rPr lang="en-US" sz="3200" dirty="0"/>
              <a:t>I was 26-ish when I first started thinking about getting back to </a:t>
            </a:r>
            <a:r>
              <a:rPr lang="en-US" sz="3200" dirty="0" smtClean="0"/>
              <a:t>work.</a:t>
            </a:r>
          </a:p>
          <a:p>
            <a:r>
              <a:rPr lang="en-US" sz="3200" dirty="0" smtClean="0"/>
              <a:t>Even </a:t>
            </a:r>
            <a:r>
              <a:rPr lang="en-US" sz="3200" b="1" dirty="0"/>
              <a:t>the fear of losing the little I was getting</a:t>
            </a:r>
            <a:r>
              <a:rPr lang="en-US" sz="3200" dirty="0"/>
              <a:t>, the fear of not </a:t>
            </a:r>
            <a:r>
              <a:rPr lang="en-US" sz="3200" dirty="0" smtClean="0"/>
              <a:t>knowing…I </a:t>
            </a:r>
            <a:r>
              <a:rPr lang="en-US" sz="3200" dirty="0"/>
              <a:t>didn’t know if…I could do a full day of work. Everything was just so uncertain. </a:t>
            </a:r>
            <a:endParaRPr lang="en-US" sz="3200" dirty="0" smtClean="0"/>
          </a:p>
          <a:p>
            <a:r>
              <a:rPr lang="en-US" sz="3200" b="1" dirty="0" smtClean="0"/>
              <a:t>It </a:t>
            </a:r>
            <a:r>
              <a:rPr lang="en-US" sz="3200" b="1" dirty="0"/>
              <a:t>would have been really nice to have a little bit of certainty</a:t>
            </a:r>
            <a:r>
              <a:rPr lang="en-US" sz="3200" dirty="0"/>
              <a:t> </a:t>
            </a:r>
            <a:r>
              <a:rPr lang="en-US" sz="3200" dirty="0" smtClean="0"/>
              <a:t>in…understanding </a:t>
            </a:r>
            <a:r>
              <a:rPr lang="en-US" sz="3200" dirty="0"/>
              <a:t>what happens with SSI and SSDI and Medicare or </a:t>
            </a:r>
            <a:r>
              <a:rPr lang="en-US" sz="3200" dirty="0" smtClean="0"/>
              <a:t>Medicaid when </a:t>
            </a:r>
            <a:r>
              <a:rPr lang="en-US" sz="3200" dirty="0"/>
              <a:t>you start </a:t>
            </a:r>
            <a:r>
              <a:rPr lang="en-US" sz="3200" dirty="0" smtClean="0"/>
              <a:t>working</a:t>
            </a:r>
            <a:r>
              <a:rPr lang="en-US" sz="3200" dirty="0"/>
              <a:t>.</a:t>
            </a:r>
            <a:r>
              <a:rPr lang="en-US" sz="3200" dirty="0" smtClean="0"/>
              <a:t>” </a:t>
            </a:r>
            <a:endParaRPr lang="en-US" sz="3200" dirty="0"/>
          </a:p>
        </p:txBody>
      </p:sp>
      <p:sp>
        <p:nvSpPr>
          <p:cNvPr id="4" name="Slide Number Placeholder 3"/>
          <p:cNvSpPr>
            <a:spLocks noGrp="1"/>
          </p:cNvSpPr>
          <p:nvPr>
            <p:ph type="sldNum" sz="quarter" idx="12"/>
          </p:nvPr>
        </p:nvSpPr>
        <p:spPr/>
        <p:txBody>
          <a:bodyPr/>
          <a:lstStyle/>
          <a:p>
            <a:fld id="{0AF0BB18-AE53-42E4-9D5C-1A2C78F44834}" type="slidenum">
              <a:rPr lang="en-US" smtClean="0"/>
              <a:t>34</a:t>
            </a:fld>
            <a:endParaRPr lang="en-US"/>
          </a:p>
        </p:txBody>
      </p:sp>
      <p:grpSp>
        <p:nvGrpSpPr>
          <p:cNvPr id="8" name="Group 7" descr="Clipart: Dollar sign, insurance cards" title="SSDI and Other Benefits"/>
          <p:cNvGrpSpPr/>
          <p:nvPr/>
        </p:nvGrpSpPr>
        <p:grpSpPr>
          <a:xfrm>
            <a:off x="9996447" y="-186661"/>
            <a:ext cx="2225661" cy="1775285"/>
            <a:chOff x="-84430" y="3048828"/>
            <a:chExt cx="2225661" cy="1775285"/>
          </a:xfrm>
        </p:grpSpPr>
        <p:pic>
          <p:nvPicPr>
            <p:cNvPr id="9" name="Picture 2" descr="Clipart: health insurance cards and dollar sign"/>
            <p:cNvPicPr>
              <a:picLocks noChangeAspect="1" noChangeArrowheads="1"/>
            </p:cNvPicPr>
            <p:nvPr/>
          </p:nvPicPr>
          <p:blipFill rotWithShape="1">
            <a:blip r:embed="rId3">
              <a:extLst>
                <a:ext uri="{28A0092B-C50C-407E-A947-70E740481C1C}">
                  <a14:useLocalDpi xmlns:a14="http://schemas.microsoft.com/office/drawing/2010/main" val="0"/>
                </a:ext>
              </a:extLst>
            </a:blip>
            <a:srcRect t="69980" r="81359" b="1104"/>
            <a:stretch/>
          </p:blipFill>
          <p:spPr bwMode="auto">
            <a:xfrm>
              <a:off x="365946" y="3048828"/>
              <a:ext cx="1775285" cy="1775285"/>
            </a:xfrm>
            <a:prstGeom prst="rect">
              <a:avLst/>
            </a:prstGeom>
            <a:noFill/>
            <a:extLst>
              <a:ext uri="{909E8E84-426E-40dd-AFC4-6F175D3DCCD1}">
                <a14:hiddenFill xmlns="" xmlns:a14="http://schemas.microsoft.com/office/drawing/2010/main">
                  <a:solidFill>
                    <a:srgbClr val="FFFFFF"/>
                  </a:solidFill>
                </a14:hiddenFill>
              </a:ext>
            </a:extLst>
          </p:spPr>
        </p:pic>
        <p:sp>
          <p:nvSpPr>
            <p:cNvPr id="13" name="Rectangle 12"/>
            <p:cNvSpPr/>
            <p:nvPr/>
          </p:nvSpPr>
          <p:spPr>
            <a:xfrm rot="21229451">
              <a:off x="-84430" y="3416203"/>
              <a:ext cx="729688" cy="1323439"/>
            </a:xfrm>
            <a:prstGeom prst="rect">
              <a:avLst/>
            </a:prstGeom>
            <a:noFill/>
          </p:spPr>
          <p:txBody>
            <a:bodyPr wrap="none" lIns="91440" tIns="45720" rIns="91440" bIns="45720">
              <a:spAutoFit/>
            </a:bodyPr>
            <a:lstStyle/>
            <a:p>
              <a:pPr algn="ctr"/>
              <a:r>
                <a:rPr lang="en-US" sz="8000" b="1" cap="none" spc="0" dirty="0" smtClean="0">
                  <a:ln w="0"/>
                  <a:solidFill>
                    <a:schemeClr val="tx1"/>
                  </a:solidFill>
                  <a:effectLst>
                    <a:outerShdw blurRad="38100" dist="19050" dir="2700000" algn="tl" rotWithShape="0">
                      <a:schemeClr val="dk1">
                        <a:alpha val="40000"/>
                      </a:schemeClr>
                    </a:outerShdw>
                  </a:effectLst>
                </a:rPr>
                <a:t>$</a:t>
              </a:r>
              <a:endParaRPr lang="en-US" sz="8000" b="1" cap="none" spc="0" dirty="0">
                <a:ln w="0"/>
                <a:solidFill>
                  <a:schemeClr val="tx1"/>
                </a:solidFill>
                <a:effectLst>
                  <a:outerShdw blurRad="38100" dist="19050" dir="2700000" algn="tl" rotWithShape="0">
                    <a:schemeClr val="dk1">
                      <a:alpha val="40000"/>
                    </a:schemeClr>
                  </a:outerShdw>
                </a:effectLst>
              </a:endParaRPr>
            </a:p>
          </p:txBody>
        </p:sp>
      </p:grpSp>
    </p:spTree>
    <p:extLst>
      <p:ext uri="{BB962C8B-B14F-4D97-AF65-F5344CB8AC3E}">
        <p14:creationId xmlns:p14="http://schemas.microsoft.com/office/powerpoint/2010/main" val="128272391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 30</a:t>
            </a:r>
            <a:r>
              <a:rPr lang="en-US" sz="3600" dirty="0"/>
              <a:t>s</a:t>
            </a:r>
            <a:r>
              <a:rPr lang="en-US" dirty="0"/>
              <a:t> (KY</a:t>
            </a:r>
            <a:r>
              <a:rPr lang="en-US" dirty="0" smtClean="0"/>
              <a:t>):“My Window is a Big Jump”</a:t>
            </a:r>
            <a:endParaRPr lang="en-US" dirty="0"/>
          </a:p>
        </p:txBody>
      </p:sp>
      <p:sp>
        <p:nvSpPr>
          <p:cNvPr id="3" name="Content Placeholder 2"/>
          <p:cNvSpPr>
            <a:spLocks noGrp="1"/>
          </p:cNvSpPr>
          <p:nvPr>
            <p:ph idx="1"/>
          </p:nvPr>
        </p:nvSpPr>
        <p:spPr>
          <a:xfrm>
            <a:off x="1024128" y="1920589"/>
            <a:ext cx="10349363" cy="4023360"/>
          </a:xfrm>
        </p:spPr>
        <p:txBody>
          <a:bodyPr>
            <a:noAutofit/>
          </a:bodyPr>
          <a:lstStyle/>
          <a:p>
            <a:r>
              <a:rPr lang="en-US" sz="2800" dirty="0" smtClean="0"/>
              <a:t>The </a:t>
            </a:r>
            <a:r>
              <a:rPr lang="en-US" sz="2800" b="1" dirty="0"/>
              <a:t>financial planning </a:t>
            </a:r>
            <a:r>
              <a:rPr lang="en-US" sz="2800" dirty="0"/>
              <a:t>lady, she had a very thorough discovery of what all of my benefits are, what all my income sources are, what they could be in the future…and whether it was worth it for me. </a:t>
            </a:r>
          </a:p>
          <a:p>
            <a:r>
              <a:rPr lang="en-US" sz="2800" dirty="0" smtClean="0"/>
              <a:t>…One of </a:t>
            </a:r>
            <a:r>
              <a:rPr lang="en-US" sz="2800" dirty="0"/>
              <a:t>the </a:t>
            </a:r>
            <a:r>
              <a:rPr lang="en-US" sz="2800" b="1" dirty="0"/>
              <a:t>biggest worries </a:t>
            </a:r>
            <a:r>
              <a:rPr lang="en-US" sz="2800" dirty="0"/>
              <a:t>with me at the very beginning was, “If you work too much, </a:t>
            </a:r>
            <a:r>
              <a:rPr lang="en-US" sz="2800" b="1" dirty="0"/>
              <a:t>you're going to lose these benefits</a:t>
            </a:r>
            <a:r>
              <a:rPr lang="en-US" sz="2800" dirty="0" smtClean="0"/>
              <a:t>.”… </a:t>
            </a:r>
            <a:r>
              <a:rPr lang="en-US" sz="2800" b="1" dirty="0"/>
              <a:t>It gave me confidence that, yeah, here's my window.</a:t>
            </a:r>
            <a:r>
              <a:rPr lang="en-US" sz="2800" dirty="0"/>
              <a:t> </a:t>
            </a:r>
            <a:r>
              <a:rPr lang="en-US" sz="2800" dirty="0" smtClean="0"/>
              <a:t>…</a:t>
            </a:r>
            <a:r>
              <a:rPr lang="en-US" sz="2800" dirty="0"/>
              <a:t>W</a:t>
            </a:r>
            <a:r>
              <a:rPr lang="en-US" sz="2800" dirty="0" smtClean="0"/>
              <a:t>ith </a:t>
            </a:r>
            <a:r>
              <a:rPr lang="en-US" sz="2800" dirty="0"/>
              <a:t>me, my window is a </a:t>
            </a:r>
            <a:r>
              <a:rPr lang="en-US" sz="2800" b="1" dirty="0"/>
              <a:t>big jump</a:t>
            </a:r>
            <a:r>
              <a:rPr lang="en-US" sz="2800" dirty="0"/>
              <a:t>. </a:t>
            </a:r>
            <a:r>
              <a:rPr lang="en-US" sz="2800" dirty="0" smtClean="0"/>
              <a:t>…[</a:t>
            </a:r>
            <a:r>
              <a:rPr lang="en-US" sz="2800" dirty="0"/>
              <a:t>The work incentives program] is a comfort. I think it’s a great thing to have in place because it actually motivates--</a:t>
            </a:r>
            <a:r>
              <a:rPr lang="en-US" sz="2800" b="1" dirty="0"/>
              <a:t>it allows people in my situation to make a plan like this and be comfortable moving on the plan</a:t>
            </a:r>
            <a:r>
              <a:rPr lang="en-US" sz="2800" dirty="0" smtClean="0"/>
              <a:t>.</a:t>
            </a:r>
            <a:endParaRPr lang="en-US" sz="2800" dirty="0"/>
          </a:p>
        </p:txBody>
      </p:sp>
      <p:sp>
        <p:nvSpPr>
          <p:cNvPr id="4" name="Slide Number Placeholder 3"/>
          <p:cNvSpPr>
            <a:spLocks noGrp="1"/>
          </p:cNvSpPr>
          <p:nvPr>
            <p:ph type="sldNum" sz="quarter" idx="12"/>
          </p:nvPr>
        </p:nvSpPr>
        <p:spPr/>
        <p:txBody>
          <a:bodyPr/>
          <a:lstStyle/>
          <a:p>
            <a:fld id="{0AF0BB18-AE53-42E4-9D5C-1A2C78F44834}" type="slidenum">
              <a:rPr lang="en-US" smtClean="0"/>
              <a:t>35</a:t>
            </a:fld>
            <a:endParaRPr lang="en-US"/>
          </a:p>
        </p:txBody>
      </p:sp>
      <p:grpSp>
        <p:nvGrpSpPr>
          <p:cNvPr id="10" name="Group 9" descr="Clipart: Dollar sign, insurance cards" title="SSDI and Other Benefits"/>
          <p:cNvGrpSpPr/>
          <p:nvPr/>
        </p:nvGrpSpPr>
        <p:grpSpPr>
          <a:xfrm>
            <a:off x="9996447" y="-186661"/>
            <a:ext cx="2225661" cy="1775285"/>
            <a:chOff x="-84430" y="3048828"/>
            <a:chExt cx="2225661" cy="1775285"/>
          </a:xfrm>
        </p:grpSpPr>
        <p:pic>
          <p:nvPicPr>
            <p:cNvPr id="11" name="Picture 2" descr="Clipart: health insurance cards and dollar sign"/>
            <p:cNvPicPr>
              <a:picLocks noChangeAspect="1" noChangeArrowheads="1"/>
            </p:cNvPicPr>
            <p:nvPr/>
          </p:nvPicPr>
          <p:blipFill rotWithShape="1">
            <a:blip r:embed="rId3">
              <a:extLst>
                <a:ext uri="{28A0092B-C50C-407E-A947-70E740481C1C}">
                  <a14:useLocalDpi xmlns:a14="http://schemas.microsoft.com/office/drawing/2010/main" val="0"/>
                </a:ext>
              </a:extLst>
            </a:blip>
            <a:srcRect t="69980" r="81359" b="1104"/>
            <a:stretch/>
          </p:blipFill>
          <p:spPr bwMode="auto">
            <a:xfrm>
              <a:off x="365946" y="3048828"/>
              <a:ext cx="1775285" cy="1775285"/>
            </a:xfrm>
            <a:prstGeom prst="rect">
              <a:avLst/>
            </a:prstGeom>
            <a:noFill/>
            <a:extLst>
              <a:ext uri="{909E8E84-426E-40dd-AFC4-6F175D3DCCD1}">
                <a14:hiddenFill xmlns="" xmlns:a14="http://schemas.microsoft.com/office/drawing/2010/main">
                  <a:solidFill>
                    <a:srgbClr val="FFFFFF"/>
                  </a:solidFill>
                </a14:hiddenFill>
              </a:ext>
            </a:extLst>
          </p:spPr>
        </p:pic>
        <p:sp>
          <p:nvSpPr>
            <p:cNvPr id="12" name="Rectangle 11"/>
            <p:cNvSpPr/>
            <p:nvPr/>
          </p:nvSpPr>
          <p:spPr>
            <a:xfrm rot="21229451">
              <a:off x="-84430" y="3416203"/>
              <a:ext cx="729688" cy="1323439"/>
            </a:xfrm>
            <a:prstGeom prst="rect">
              <a:avLst/>
            </a:prstGeom>
            <a:noFill/>
          </p:spPr>
          <p:txBody>
            <a:bodyPr wrap="none" lIns="91440" tIns="45720" rIns="91440" bIns="45720">
              <a:spAutoFit/>
            </a:bodyPr>
            <a:lstStyle/>
            <a:p>
              <a:pPr algn="ctr"/>
              <a:r>
                <a:rPr lang="en-US" sz="8000" b="1" cap="none" spc="0" dirty="0" smtClean="0">
                  <a:ln w="0"/>
                  <a:solidFill>
                    <a:schemeClr val="tx1"/>
                  </a:solidFill>
                  <a:effectLst>
                    <a:outerShdw blurRad="38100" dist="19050" dir="2700000" algn="tl" rotWithShape="0">
                      <a:schemeClr val="dk1">
                        <a:alpha val="40000"/>
                      </a:schemeClr>
                    </a:outerShdw>
                  </a:effectLst>
                </a:rPr>
                <a:t>$</a:t>
              </a:r>
              <a:endParaRPr lang="en-US" sz="8000" b="1" cap="none" spc="0" dirty="0">
                <a:ln w="0"/>
                <a:solidFill>
                  <a:schemeClr val="tx1"/>
                </a:solidFill>
                <a:effectLst>
                  <a:outerShdw blurRad="38100" dist="19050" dir="2700000" algn="tl" rotWithShape="0">
                    <a:schemeClr val="dk1">
                      <a:alpha val="40000"/>
                    </a:schemeClr>
                  </a:outerShdw>
                </a:effectLst>
              </a:endParaRPr>
            </a:p>
          </p:txBody>
        </p:sp>
      </p:grpSp>
    </p:spTree>
    <p:extLst>
      <p:ext uri="{BB962C8B-B14F-4D97-AF65-F5344CB8AC3E}">
        <p14:creationId xmlns:p14="http://schemas.microsoft.com/office/powerpoint/2010/main" val="253340157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https://fortunedotcom.files.wordpress.com/2014/10/475158073.jpg?w=840&amp;h=485&amp;crop=1"/>
          <p:cNvPicPr>
            <a:picLocks noChangeAspect="1" noChangeArrowheads="1"/>
          </p:cNvPicPr>
          <p:nvPr/>
        </p:nvPicPr>
        <p:blipFill rotWithShape="1">
          <a:blip r:embed="rId3">
            <a:extLst>
              <a:ext uri="{28A0092B-C50C-407E-A947-70E740481C1C}">
                <a14:useLocalDpi xmlns:a14="http://schemas.microsoft.com/office/drawing/2010/main" val="0"/>
              </a:ext>
            </a:extLst>
          </a:blip>
          <a:srcRect l="24495" t="30281" r="27062" b="7088"/>
          <a:stretch/>
        </p:blipFill>
        <p:spPr bwMode="auto">
          <a:xfrm>
            <a:off x="9297537" y="0"/>
            <a:ext cx="2893326" cy="2159806"/>
          </a:xfrm>
          <a:prstGeom prst="rect">
            <a:avLst/>
          </a:prstGeom>
          <a:noFill/>
          <a:extLst>
            <a:ext uri="{909E8E84-426E-40dd-AFC4-6F175D3DCCD1}">
              <a14:hiddenFill xmlns:a14="http://schemas.microsoft.com/office/drawing/2010/main" xmlns="">
                <a:solidFill>
                  <a:srgbClr val="FFFFFF"/>
                </a:solidFill>
              </a14:hiddenFill>
            </a:ext>
          </a:extLst>
        </p:spPr>
      </p:pic>
      <p:sp>
        <p:nvSpPr>
          <p:cNvPr id="2" name="Title 1"/>
          <p:cNvSpPr>
            <a:spLocks noGrp="1"/>
          </p:cNvSpPr>
          <p:nvPr>
            <p:ph type="title"/>
          </p:nvPr>
        </p:nvSpPr>
        <p:spPr/>
        <p:txBody>
          <a:bodyPr/>
          <a:lstStyle/>
          <a:p>
            <a:r>
              <a:rPr lang="en-US" dirty="0" smtClean="0"/>
              <a:t>M</a:t>
            </a:r>
            <a:r>
              <a:rPr lang="en-US" dirty="0"/>
              <a:t>, </a:t>
            </a:r>
            <a:r>
              <a:rPr lang="en-US" dirty="0" smtClean="0"/>
              <a:t>50</a:t>
            </a:r>
            <a:r>
              <a:rPr lang="en-US" sz="4000" dirty="0" smtClean="0"/>
              <a:t>s</a:t>
            </a:r>
            <a:r>
              <a:rPr lang="en-US" dirty="0"/>
              <a:t> </a:t>
            </a:r>
            <a:r>
              <a:rPr lang="en-US" dirty="0" smtClean="0"/>
              <a:t>(KY): “It fills a big void”</a:t>
            </a:r>
            <a:endParaRPr lang="en-US" dirty="0"/>
          </a:p>
        </p:txBody>
      </p:sp>
      <p:sp>
        <p:nvSpPr>
          <p:cNvPr id="3" name="Content Placeholder 2"/>
          <p:cNvSpPr>
            <a:spLocks noGrp="1"/>
          </p:cNvSpPr>
          <p:nvPr>
            <p:ph idx="1"/>
          </p:nvPr>
        </p:nvSpPr>
        <p:spPr>
          <a:xfrm>
            <a:off x="740937" y="1890215"/>
            <a:ext cx="10319545" cy="4023360"/>
          </a:xfrm>
        </p:spPr>
        <p:txBody>
          <a:bodyPr>
            <a:noAutofit/>
          </a:bodyPr>
          <a:lstStyle/>
          <a:p>
            <a:pPr>
              <a:spcBef>
                <a:spcPts val="0"/>
              </a:spcBef>
              <a:spcAft>
                <a:spcPts val="0"/>
              </a:spcAft>
            </a:pPr>
            <a:r>
              <a:rPr lang="en-US" sz="2800" u="sng" dirty="0"/>
              <a:t>INTERVIEWER</a:t>
            </a:r>
            <a:r>
              <a:rPr lang="en-US" sz="2800" dirty="0"/>
              <a:t>:  And what do you think has been the most </a:t>
            </a:r>
            <a:endParaRPr lang="en-US" sz="2800" dirty="0" smtClean="0"/>
          </a:p>
          <a:p>
            <a:pPr>
              <a:spcBef>
                <a:spcPts val="0"/>
              </a:spcBef>
              <a:spcAft>
                <a:spcPts val="0"/>
              </a:spcAft>
            </a:pPr>
            <a:r>
              <a:rPr lang="en-US" sz="2800" dirty="0" smtClean="0"/>
              <a:t>helpful </a:t>
            </a:r>
            <a:r>
              <a:rPr lang="en-US" sz="2800" dirty="0"/>
              <a:t>aspect of the services from </a:t>
            </a:r>
            <a:r>
              <a:rPr lang="en-US" sz="2800" b="1" dirty="0" err="1"/>
              <a:t>voc</a:t>
            </a:r>
            <a:r>
              <a:rPr lang="en-US" sz="2800" b="1" dirty="0"/>
              <a:t> rehab</a:t>
            </a:r>
            <a:r>
              <a:rPr lang="en-US" sz="2800" dirty="0"/>
              <a:t>? </a:t>
            </a:r>
          </a:p>
          <a:p>
            <a:r>
              <a:rPr lang="en-US" sz="2800" u="sng" dirty="0"/>
              <a:t>RESPONDENT</a:t>
            </a:r>
            <a:r>
              <a:rPr lang="en-US" sz="2800" dirty="0"/>
              <a:t>:  </a:t>
            </a:r>
            <a:r>
              <a:rPr lang="en-US" sz="2800" b="1" dirty="0"/>
              <a:t>Just getting to talk to someone </a:t>
            </a:r>
            <a:r>
              <a:rPr lang="en-US" sz="2800" dirty="0"/>
              <a:t>and talking about your problems and</a:t>
            </a:r>
            <a:r>
              <a:rPr lang="en-US" sz="2800" b="1" dirty="0"/>
              <a:t> getting a job and working</a:t>
            </a:r>
            <a:r>
              <a:rPr lang="en-US" sz="2800" dirty="0"/>
              <a:t>. It</a:t>
            </a:r>
            <a:r>
              <a:rPr lang="en-US" sz="2800" b="1" dirty="0"/>
              <a:t> fills a big void in my life</a:t>
            </a:r>
            <a:r>
              <a:rPr lang="en-US" sz="2800" dirty="0"/>
              <a:t>. </a:t>
            </a:r>
          </a:p>
          <a:p>
            <a:r>
              <a:rPr lang="en-US" sz="2800" u="sng" dirty="0"/>
              <a:t>INTERVIEWER</a:t>
            </a:r>
            <a:r>
              <a:rPr lang="en-US" sz="2800" dirty="0"/>
              <a:t>:  Can you say more about that?</a:t>
            </a:r>
          </a:p>
          <a:p>
            <a:r>
              <a:rPr lang="en-US" sz="2800" u="sng" dirty="0"/>
              <a:t>RESPONDENT</a:t>
            </a:r>
            <a:r>
              <a:rPr lang="en-US" sz="2800" dirty="0"/>
              <a:t>:  Well, I’d just like to thank the people every day that help me out there - </a:t>
            </a:r>
            <a:r>
              <a:rPr lang="en-US" sz="2800" dirty="0" smtClean="0"/>
              <a:t>[names the </a:t>
            </a:r>
            <a:r>
              <a:rPr lang="en-US" sz="2800" dirty="0"/>
              <a:t>rehab counselor, job placement person, and benefits counselor]. It’s just a great deal out here. </a:t>
            </a:r>
            <a:r>
              <a:rPr lang="en-US" sz="2800" b="1" dirty="0"/>
              <a:t>If anybody’s out there that needs help, they ought to check into stuff like this</a:t>
            </a:r>
            <a:r>
              <a:rPr lang="en-US" sz="2800" dirty="0"/>
              <a:t>.… </a:t>
            </a:r>
            <a:r>
              <a:rPr lang="en-US" sz="2800" b="1" dirty="0"/>
              <a:t>It’s just been great ever since I finally committed myself to doing this</a:t>
            </a:r>
            <a:r>
              <a:rPr lang="en-US" sz="2800" dirty="0"/>
              <a:t>.</a:t>
            </a:r>
          </a:p>
          <a:p>
            <a:endParaRPr lang="en-US" sz="2800" dirty="0"/>
          </a:p>
        </p:txBody>
      </p:sp>
      <p:sp>
        <p:nvSpPr>
          <p:cNvPr id="4" name="Slide Number Placeholder 3"/>
          <p:cNvSpPr>
            <a:spLocks noGrp="1"/>
          </p:cNvSpPr>
          <p:nvPr>
            <p:ph type="sldNum" sz="quarter" idx="12"/>
          </p:nvPr>
        </p:nvSpPr>
        <p:spPr/>
        <p:txBody>
          <a:bodyPr/>
          <a:lstStyle/>
          <a:p>
            <a:fld id="{0AF0BB18-AE53-42E4-9D5C-1A2C78F44834}" type="slidenum">
              <a:rPr lang="en-US" smtClean="0"/>
              <a:t>36</a:t>
            </a:fld>
            <a:endParaRPr lang="en-US"/>
          </a:p>
        </p:txBody>
      </p:sp>
    </p:spTree>
    <p:extLst>
      <p:ext uri="{BB962C8B-B14F-4D97-AF65-F5344CB8AC3E}">
        <p14:creationId xmlns:p14="http://schemas.microsoft.com/office/powerpoint/2010/main" val="216595200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Few Final Notes</a:t>
            </a:r>
            <a:endParaRPr lang="en-US" dirty="0"/>
          </a:p>
        </p:txBody>
      </p:sp>
      <p:sp>
        <p:nvSpPr>
          <p:cNvPr id="3" name="Content Placeholder 2"/>
          <p:cNvSpPr>
            <a:spLocks noGrp="1"/>
          </p:cNvSpPr>
          <p:nvPr>
            <p:ph idx="1"/>
          </p:nvPr>
        </p:nvSpPr>
        <p:spPr>
          <a:xfrm>
            <a:off x="1024128" y="1878904"/>
            <a:ext cx="10713170" cy="3822360"/>
          </a:xfrm>
        </p:spPr>
        <p:txBody>
          <a:bodyPr>
            <a:normAutofit fontScale="85000" lnSpcReduction="20000"/>
          </a:bodyPr>
          <a:lstStyle/>
          <a:p>
            <a:pPr lvl="1"/>
            <a:r>
              <a:rPr lang="en-US" sz="3200" dirty="0" smtClean="0"/>
              <a:t>People come to VR wanting to work, for many reasons.</a:t>
            </a:r>
            <a:endParaRPr lang="en-US" sz="3200" dirty="0"/>
          </a:p>
          <a:p>
            <a:pPr lvl="1"/>
            <a:r>
              <a:rPr lang="en-US" sz="3200" dirty="0"/>
              <a:t>Financial concerns are weighed with personal/family priorities and needs for social connection</a:t>
            </a:r>
            <a:r>
              <a:rPr lang="en-US" sz="3200" dirty="0" smtClean="0"/>
              <a:t>.</a:t>
            </a:r>
            <a:endParaRPr lang="en-US" sz="3200" dirty="0"/>
          </a:p>
          <a:p>
            <a:pPr lvl="1"/>
            <a:r>
              <a:rPr lang="en-US" sz="3200" dirty="0"/>
              <a:t>VR helps </a:t>
            </a:r>
            <a:r>
              <a:rPr lang="en-US" sz="3200" dirty="0" smtClean="0"/>
              <a:t>make </a:t>
            </a:r>
            <a:r>
              <a:rPr lang="en-US" sz="3200" dirty="0"/>
              <a:t>informed decisions, reducing perceived risk</a:t>
            </a:r>
            <a:r>
              <a:rPr lang="en-US" sz="3200" dirty="0" smtClean="0"/>
              <a:t>. </a:t>
            </a:r>
          </a:p>
          <a:p>
            <a:pPr lvl="1"/>
            <a:r>
              <a:rPr lang="en-US" sz="3200" dirty="0" smtClean="0"/>
              <a:t>Quantitative analysis not enough; qualitative research explains whys and </a:t>
            </a:r>
            <a:r>
              <a:rPr lang="en-US" sz="3200" dirty="0" err="1" smtClean="0"/>
              <a:t>hows</a:t>
            </a:r>
            <a:r>
              <a:rPr lang="en-US" sz="3200" dirty="0" smtClean="0"/>
              <a:t>. </a:t>
            </a:r>
          </a:p>
          <a:p>
            <a:pPr marL="128016" lvl="1" indent="0">
              <a:buNone/>
            </a:pPr>
            <a:endParaRPr lang="en-US" sz="3200" dirty="0" smtClean="0"/>
          </a:p>
          <a:p>
            <a:pPr marL="128016" lvl="1" indent="0">
              <a:buNone/>
            </a:pPr>
            <a:r>
              <a:rPr lang="en-US" sz="3200" u="sng" dirty="0"/>
              <a:t>For future research:</a:t>
            </a:r>
          </a:p>
          <a:p>
            <a:pPr lvl="1"/>
            <a:r>
              <a:rPr lang="en-US" sz="3200" dirty="0"/>
              <a:t>Family/household, incl. interviews w/family members</a:t>
            </a:r>
          </a:p>
          <a:p>
            <a:pPr lvl="1"/>
            <a:r>
              <a:rPr lang="en-US" sz="3200" dirty="0"/>
              <a:t>Longer-term f/u – entire employment process (find, get, keep</a:t>
            </a:r>
            <a:r>
              <a:rPr lang="en-US" sz="3200" dirty="0" smtClean="0"/>
              <a:t>)</a:t>
            </a:r>
            <a:endParaRPr lang="en-US" sz="3200" dirty="0"/>
          </a:p>
        </p:txBody>
      </p:sp>
      <p:sp>
        <p:nvSpPr>
          <p:cNvPr id="4" name="Slide Number Placeholder 3"/>
          <p:cNvSpPr>
            <a:spLocks noGrp="1"/>
          </p:cNvSpPr>
          <p:nvPr>
            <p:ph type="sldNum" sz="quarter" idx="12"/>
          </p:nvPr>
        </p:nvSpPr>
        <p:spPr/>
        <p:txBody>
          <a:bodyPr/>
          <a:lstStyle/>
          <a:p>
            <a:fld id="{0AF0BB18-AE53-42E4-9D5C-1A2C78F44834}" type="slidenum">
              <a:rPr lang="en-US" smtClean="0"/>
              <a:t>37</a:t>
            </a:fld>
            <a:endParaRPr lang="en-US"/>
          </a:p>
        </p:txBody>
      </p:sp>
      <p:sp>
        <p:nvSpPr>
          <p:cNvPr id="5" name="TextBox 4"/>
          <p:cNvSpPr txBox="1"/>
          <p:nvPr/>
        </p:nvSpPr>
        <p:spPr>
          <a:xfrm>
            <a:off x="344918" y="5838423"/>
            <a:ext cx="10206906" cy="769441"/>
          </a:xfrm>
          <a:prstGeom prst="rect">
            <a:avLst/>
          </a:prstGeom>
          <a:noFill/>
        </p:spPr>
        <p:txBody>
          <a:bodyPr wrap="square" rtlCol="0">
            <a:spAutoFit/>
          </a:bodyPr>
          <a:lstStyle/>
          <a:p>
            <a:pPr marL="128016" lvl="1" indent="0" algn="ctr">
              <a:buNone/>
            </a:pPr>
            <a:r>
              <a:rPr lang="en-US" sz="2200" i="1" dirty="0" smtClean="0"/>
              <a:t>Contact:</a:t>
            </a:r>
          </a:p>
          <a:p>
            <a:pPr marL="128016" lvl="1" indent="0" algn="ctr">
              <a:buNone/>
            </a:pPr>
            <a:r>
              <a:rPr lang="en-US" sz="2200" dirty="0" smtClean="0"/>
              <a:t>Allison </a:t>
            </a:r>
            <a:r>
              <a:rPr lang="en-US" sz="2200" dirty="0"/>
              <a:t>B. Taylor, MSW, </a:t>
            </a:r>
            <a:r>
              <a:rPr lang="en-US" sz="2200" dirty="0" smtClean="0"/>
              <a:t>PhD </a:t>
            </a:r>
            <a:r>
              <a:rPr lang="en-US" sz="2200" dirty="0" smtClean="0">
                <a:sym typeface="Wingdings" panose="05000000000000000000" pitchFamily="2" charset="2"/>
              </a:rPr>
              <a:t> </a:t>
            </a:r>
            <a:r>
              <a:rPr lang="en-US" sz="2200" dirty="0" smtClean="0"/>
              <a:t>ICI, </a:t>
            </a:r>
            <a:r>
              <a:rPr lang="en-US" sz="2200" dirty="0"/>
              <a:t>UMass </a:t>
            </a:r>
            <a:r>
              <a:rPr lang="en-US" sz="2200" dirty="0" smtClean="0"/>
              <a:t>Boston </a:t>
            </a:r>
            <a:r>
              <a:rPr lang="en-US" sz="2200" dirty="0">
                <a:sym typeface="Wingdings" panose="05000000000000000000" pitchFamily="2" charset="2"/>
              </a:rPr>
              <a:t></a:t>
            </a:r>
            <a:r>
              <a:rPr lang="en-US" sz="2200" dirty="0"/>
              <a:t> </a:t>
            </a:r>
            <a:r>
              <a:rPr lang="en-US" sz="2200" dirty="0" smtClean="0"/>
              <a:t> </a:t>
            </a:r>
            <a:r>
              <a:rPr lang="en-US" sz="2200" dirty="0" smtClean="0">
                <a:hlinkClick r:id="rId3"/>
              </a:rPr>
              <a:t>Allison.taylor@umb.edu</a:t>
            </a:r>
            <a:endParaRPr lang="en-US" sz="2200" dirty="0"/>
          </a:p>
        </p:txBody>
      </p:sp>
    </p:spTree>
    <p:extLst>
      <p:ext uri="{BB962C8B-B14F-4D97-AF65-F5344CB8AC3E}">
        <p14:creationId xmlns:p14="http://schemas.microsoft.com/office/powerpoint/2010/main" val="3324545859"/>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22475</TotalTime>
  <Words>6612</Words>
  <Application>Microsoft Office PowerPoint</Application>
  <PresentationFormat>Widescreen</PresentationFormat>
  <Paragraphs>475</Paragraphs>
  <Slides>37</Slides>
  <Notes>37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37</vt:i4>
      </vt:variant>
    </vt:vector>
  </HeadingPairs>
  <TitlesOfParts>
    <vt:vector size="47" baseType="lpstr">
      <vt:lpstr>Arial</vt:lpstr>
      <vt:lpstr>Arial Narrow</vt:lpstr>
      <vt:lpstr>Calibri</vt:lpstr>
      <vt:lpstr>Courier New</vt:lpstr>
      <vt:lpstr>Symbol</vt:lpstr>
      <vt:lpstr>Tw Cen MT</vt:lpstr>
      <vt:lpstr>Tw Cen MT Condensed</vt:lpstr>
      <vt:lpstr>Wingdings</vt:lpstr>
      <vt:lpstr>Wingdings 3</vt:lpstr>
      <vt:lpstr>Integral</vt:lpstr>
      <vt:lpstr>Why Return to Work? Consumer Perspectives from the  SGA Qualitative Study</vt:lpstr>
      <vt:lpstr>Overview - SGA Project</vt:lpstr>
      <vt:lpstr>Overview - SGA Qualitative Study</vt:lpstr>
      <vt:lpstr>recruitment, Sample, &amp; methods</vt:lpstr>
      <vt:lpstr>Participant Demographics</vt:lpstr>
      <vt:lpstr>Participants: Age</vt:lpstr>
      <vt:lpstr>Participants: Disabilities</vt:lpstr>
      <vt:lpstr>PARTICIPANTS: Family/Living Situation</vt:lpstr>
      <vt:lpstr>Interviews Conducted</vt:lpstr>
      <vt:lpstr>Research Questions</vt:lpstr>
      <vt:lpstr>PowerPoint Presentation</vt:lpstr>
      <vt:lpstr>Deciding to Work: SSDI/Other Benefits</vt:lpstr>
      <vt:lpstr>F, 50s (MN): “Reclaiming Life”</vt:lpstr>
      <vt:lpstr>Deciding to Work: Disabilities</vt:lpstr>
      <vt:lpstr>F, 50s (KY): “If I can walk…”</vt:lpstr>
      <vt:lpstr>F, 40s (MN) “If I have a bad day”</vt:lpstr>
      <vt:lpstr>F, 60s (KY): “Feeling Good About Yourself”</vt:lpstr>
      <vt:lpstr>Deciding to Work: Transportation</vt:lpstr>
      <vt:lpstr>F, 50s (KY): “Safety Issues and My Health”</vt:lpstr>
      <vt:lpstr>F, 50s (KY): “Took away my independence”</vt:lpstr>
      <vt:lpstr>Deciding to Work: Family</vt:lpstr>
      <vt:lpstr>F, 50s (KY): “I need to…be a parent”</vt:lpstr>
      <vt:lpstr>F, 30s (MN): “If we can plan it just right”</vt:lpstr>
      <vt:lpstr>M, 50s (KY): “I miss my family to death”</vt:lpstr>
      <vt:lpstr>Deciding to Work:  Activity/Social engagement</vt:lpstr>
      <vt:lpstr>F, 50s (KY): “a Reason to get out of bed”</vt:lpstr>
      <vt:lpstr>F, 40s (MN): “I loved working”</vt:lpstr>
      <vt:lpstr>F, 50s (MN): “Mainstream living”</vt:lpstr>
      <vt:lpstr>Deciding to Work:  Personal/Social Meanings of Work</vt:lpstr>
      <vt:lpstr>m, 50s (mn): “Contributing member to Society”</vt:lpstr>
      <vt:lpstr>F, 40s (KY): “Part of the society”</vt:lpstr>
      <vt:lpstr>Going off SSDI: Taking the Leap</vt:lpstr>
      <vt:lpstr>Going off SSDI: Taking the Leap</vt:lpstr>
      <vt:lpstr>M, 30s (KY):“the fear of not knowing”</vt:lpstr>
      <vt:lpstr>M, 30s (KY):“My Window is a Big Jump”</vt:lpstr>
      <vt:lpstr>M, 50s (KY): “It fills a big void”</vt:lpstr>
      <vt:lpstr>A Few Final Notes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SGA Qualitative Study</dc:title>
  <dc:creator>Allison B Taylor</dc:creator>
  <cp:lastModifiedBy>Allison B Taylor</cp:lastModifiedBy>
  <cp:revision>322</cp:revision>
  <cp:lastPrinted>2017-09-06T00:59:43Z</cp:lastPrinted>
  <dcterms:created xsi:type="dcterms:W3CDTF">2017-06-30T15:42:53Z</dcterms:created>
  <dcterms:modified xsi:type="dcterms:W3CDTF">2017-11-20T21:23:59Z</dcterms:modified>
</cp:coreProperties>
</file>