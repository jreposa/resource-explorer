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comments/modernComment_13F_C00201B7.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comments/modernComment_11B6_9A1D6B9.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194_D551ED5D.xml" ContentType="application/vnd.ms-powerpoint.comments+xml"/>
  <Override PartName="/ppt/notesSlides/notesSlide16.xml" ContentType="application/vnd.openxmlformats-officedocument.presentationml.notesSlide+xml"/>
  <Override PartName="/ppt/comments/modernComment_1195_2D37B0A7.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comments/modernComment_1196_58A82CE8.xml" ContentType="application/vnd.ms-powerpoint.comments+xml"/>
  <Override PartName="/ppt/comments/modernComment_1191_49114759.xml" ContentType="application/vnd.ms-powerpoint.comments+xml"/>
  <Override PartName="/ppt/notesSlides/notesSlide18.xml" ContentType="application/vnd.openxmlformats-officedocument.presentationml.notesSlide+xml"/>
  <Override PartName="/ppt/comments/modernComment_1192_24D4D6B7.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comments/modernComment_1197_4C75CF0C.xml" ContentType="application/vnd.ms-powerpoint.comments+xml"/>
  <Override PartName="/ppt/notesSlides/notesSlide20.xml" ContentType="application/vnd.openxmlformats-officedocument.presentationml.notesSlide+xml"/>
  <Override PartName="/ppt/comments/modernComment_1193_45A9A53A.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9"/>
  </p:notesMasterIdLst>
  <p:sldIdLst>
    <p:sldId id="305" r:id="rId5"/>
    <p:sldId id="4484" r:id="rId6"/>
    <p:sldId id="322" r:id="rId7"/>
    <p:sldId id="304" r:id="rId8"/>
    <p:sldId id="324" r:id="rId9"/>
    <p:sldId id="4491" r:id="rId10"/>
    <p:sldId id="327" r:id="rId11"/>
    <p:sldId id="318" r:id="rId12"/>
    <p:sldId id="319" r:id="rId13"/>
    <p:sldId id="4492" r:id="rId14"/>
    <p:sldId id="330" r:id="rId15"/>
    <p:sldId id="4536" r:id="rId16"/>
    <p:sldId id="4495" r:id="rId17"/>
    <p:sldId id="4496" r:id="rId18"/>
    <p:sldId id="4534" r:id="rId19"/>
    <p:sldId id="4535" r:id="rId20"/>
    <p:sldId id="4500" r:id="rId21"/>
    <p:sldId id="4501" r:id="rId22"/>
    <p:sldId id="4502" r:id="rId23"/>
    <p:sldId id="4497" r:id="rId24"/>
    <p:sldId id="4498" r:id="rId25"/>
    <p:sldId id="4503" r:id="rId26"/>
    <p:sldId id="4499" r:id="rId27"/>
    <p:sldId id="453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AF9E5922-BE14-21C1-25D9-FF50823DBFEF}" name="Esther N Kamau" initials="" userId="S::Esther.Kamau@umb.edu::c59bc04e-195b-4f47-a9cf-cd0f66ebb9bd" providerId="AD"/>
  <p188:author id="{BD98BD31-FE70-C971-688E-37D748B68C30}" name="Jennifer Bose" initials="" userId="S::Jennifer.Bose@umb.edu::f57e63ec-2de7-442a-90bd-440d5db3c04d" providerId="AD"/>
  <p188:author id="{74976233-0874-7BC2-4439-4098E4A9B58D}" name="Allison B Taylor" initials="AT" userId="S::Allison.Taylor@umb.edu::38c8237f-9d26-4ca9-8386-ca9a64f81faf" providerId="AD"/>
  <p188:author id="{2647414F-76FB-9F34-3599-5A5CBC052074}" name="Kim O'Brien" initials="KO'B" userId="Kim O'Brien" providerId="None"/>
  <p188:author id="{F2C42E7B-CD0A-A5AC-181F-5F85FF0E4545}" name="Allison B Taylor" initials="AT" userId="S::allison.taylor@umb.edu::38c8237f-9d26-4ca9-8386-ca9a64f81faf" providerId="AD"/>
  <p188:author id="{BC9C587D-3549-5C22-0175-35AE1DAAE3C9}" name="Jennifer Sulewski" initials="JS" userId="S::js1870@usnh.edu::5b74ab6b-323b-4fda-aa9c-ca5383cabb13" providerId="AD"/>
  <p188:author id="{53829A89-B6C8-5F79-01E8-0C152BD6C52D}" name="Rowan DeAza" initials="RD" userId="S::Rowan.DeAza@thearcofghn.org::0e1102ff-7be2-4fa1-b8ad-770e78cfda49" providerId="AD"/>
  <p188:author id="{29C0C9BE-618B-3E09-35B9-B92A4A35FD9C}" name="Rowan DeAza" initials="RD" userId="S::rowan.deaza_thearcofghn.org#ext#@liveumb.onmicrosoft.com::623cc26e-b504-44ca-9c7c-4720981b9d88" providerId="AD"/>
  <p188:author id="{D6CFC0CE-00B8-4EDF-BBCD-1B8126F65567}" name="Oliver B Lyons" initials="OL" userId="S::oliver.lyons@umb.edu::10ac6de2-fbd0-4a17-b115-06cdfffe79ae" providerId="AD"/>
  <p188:author id="{D0BFEBDF-95AD-8ACF-BCAA-D89BA6489275}" name="Oliver B Lyons" initials="" userId="S::Oliver.Lyons@umb.edu::10ac6de2-fbd0-4a17-b115-06cdfffe79ae" providerId="AD"/>
  <p188:author id="{7A7295F0-4F59-BEB1-AFE5-C1783F825291}" name="de Boinville, Amy" initials="Ad" userId="S::adeboinville@air.org::d3d8ae80-f33b-467e-8e69-1ef04b379b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7D33"/>
    <a:srgbClr val="3EB059"/>
    <a:srgbClr val="327EC4"/>
    <a:srgbClr val="2B8D7F"/>
    <a:srgbClr val="5479BD"/>
    <a:srgbClr val="C198E0"/>
    <a:srgbClr val="287A53"/>
    <a:srgbClr val="4DC58D"/>
    <a:srgbClr val="C05289"/>
    <a:srgbClr val="FBCD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31853D-EC5B-4708-8F40-D1EE3AE783EA}" v="44" dt="2026-03-12T12:32:50.404"/>
    <p1510:client id="{FA229D58-C772-E784-EC6A-248505C589CC}" v="105" dt="2026-03-12T12:31:23.1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ison B Taylor" userId="38c8237f-9d26-4ca9-8386-ca9a64f81faf" providerId="ADAL" clId="{59BD7257-E7E7-4021-A2F3-CE208D0AF6FD}"/>
    <pc:docChg chg="undo redo custSel addSld delSld modSld sldOrd">
      <pc:chgData name="Allison B Taylor" userId="38c8237f-9d26-4ca9-8386-ca9a64f81faf" providerId="ADAL" clId="{59BD7257-E7E7-4021-A2F3-CE208D0AF6FD}" dt="2026-03-12T12:32:50.404" v="5126" actId="2696"/>
      <pc:docMkLst>
        <pc:docMk/>
      </pc:docMkLst>
      <pc:sldChg chg="delSp modSp add del mod setBg delDesignElem">
        <pc:chgData name="Allison B Taylor" userId="38c8237f-9d26-4ca9-8386-ca9a64f81faf" providerId="ADAL" clId="{59BD7257-E7E7-4021-A2F3-CE208D0AF6FD}" dt="2026-03-11T13:24:17.680" v="3032" actId="47"/>
        <pc:sldMkLst>
          <pc:docMk/>
          <pc:sldMk cId="1765944536" sldId="303"/>
        </pc:sldMkLst>
        <pc:spChg chg="mod">
          <ac:chgData name="Allison B Taylor" userId="38c8237f-9d26-4ca9-8386-ca9a64f81faf" providerId="ADAL" clId="{59BD7257-E7E7-4021-A2F3-CE208D0AF6FD}" dt="2026-03-11T13:18:55.806" v="3026" actId="20577"/>
          <ac:spMkLst>
            <pc:docMk/>
            <pc:sldMk cId="1765944536" sldId="303"/>
            <ac:spMk id="2" creationId="{6F4C4BA5-CBAF-B247-761A-EEC017FF633A}"/>
          </ac:spMkLst>
        </pc:spChg>
        <pc:spChg chg="del">
          <ac:chgData name="Allison B Taylor" userId="38c8237f-9d26-4ca9-8386-ca9a64f81faf" providerId="ADAL" clId="{59BD7257-E7E7-4021-A2F3-CE208D0AF6FD}" dt="2026-03-11T13:18:32.603" v="3021"/>
          <ac:spMkLst>
            <pc:docMk/>
            <pc:sldMk cId="1765944536" sldId="303"/>
            <ac:spMk id="37" creationId="{99192C51-B764-4A9B-9587-5EF8B628B8D9}"/>
          </ac:spMkLst>
        </pc:spChg>
      </pc:sldChg>
      <pc:sldChg chg="modSp mod">
        <pc:chgData name="Allison B Taylor" userId="38c8237f-9d26-4ca9-8386-ca9a64f81faf" providerId="ADAL" clId="{59BD7257-E7E7-4021-A2F3-CE208D0AF6FD}" dt="2026-03-02T21:59:07.030" v="675" actId="20577"/>
        <pc:sldMkLst>
          <pc:docMk/>
          <pc:sldMk cId="393762718" sldId="305"/>
        </pc:sldMkLst>
        <pc:spChg chg="mod">
          <ac:chgData name="Allison B Taylor" userId="38c8237f-9d26-4ca9-8386-ca9a64f81faf" providerId="ADAL" clId="{59BD7257-E7E7-4021-A2F3-CE208D0AF6FD}" dt="2026-03-02T21:59:07.030" v="675" actId="20577"/>
          <ac:spMkLst>
            <pc:docMk/>
            <pc:sldMk cId="393762718" sldId="305"/>
            <ac:spMk id="8" creationId="{CFB53D53-EB6F-C616-9959-CEC5CE544223}"/>
          </ac:spMkLst>
        </pc:spChg>
      </pc:sldChg>
      <pc:sldChg chg="ord modNotesTx">
        <pc:chgData name="Allison B Taylor" userId="38c8237f-9d26-4ca9-8386-ca9a64f81faf" providerId="ADAL" clId="{59BD7257-E7E7-4021-A2F3-CE208D0AF6FD}" dt="2026-03-11T14:11:29.049" v="3895" actId="20577"/>
        <pc:sldMkLst>
          <pc:docMk/>
          <pc:sldMk cId="4178483288" sldId="318"/>
        </pc:sldMkLst>
      </pc:sldChg>
      <pc:sldChg chg="addSp delSp add del setBg delDesignElem">
        <pc:chgData name="Allison B Taylor" userId="38c8237f-9d26-4ca9-8386-ca9a64f81faf" providerId="ADAL" clId="{59BD7257-E7E7-4021-A2F3-CE208D0AF6FD}" dt="2026-03-11T13:25:34.727" v="3037"/>
        <pc:sldMkLst>
          <pc:docMk/>
          <pc:sldMk cId="3221356983" sldId="319"/>
        </pc:sldMkLst>
        <pc:spChg chg="add del">
          <ac:chgData name="Allison B Taylor" userId="38c8237f-9d26-4ca9-8386-ca9a64f81faf" providerId="ADAL" clId="{59BD7257-E7E7-4021-A2F3-CE208D0AF6FD}" dt="2026-03-11T13:25:28.155" v="3036"/>
          <ac:spMkLst>
            <pc:docMk/>
            <pc:sldMk cId="3221356983" sldId="319"/>
            <ac:spMk id="10" creationId="{2E442304-DDBD-4F7B-8017-36BCC863FB40}"/>
          </ac:spMkLst>
        </pc:spChg>
        <pc:spChg chg="add del">
          <ac:chgData name="Allison B Taylor" userId="38c8237f-9d26-4ca9-8386-ca9a64f81faf" providerId="ADAL" clId="{59BD7257-E7E7-4021-A2F3-CE208D0AF6FD}" dt="2026-03-11T13:25:28.155" v="3036"/>
          <ac:spMkLst>
            <pc:docMk/>
            <pc:sldMk cId="3221356983" sldId="319"/>
            <ac:spMk id="12" creationId="{5E107275-3853-46FD-A241-DE4355A42675}"/>
          </ac:spMkLst>
        </pc:spChg>
      </pc:sldChg>
      <pc:sldChg chg="modSp mod">
        <pc:chgData name="Allison B Taylor" userId="38c8237f-9d26-4ca9-8386-ca9a64f81faf" providerId="ADAL" clId="{59BD7257-E7E7-4021-A2F3-CE208D0AF6FD}" dt="2026-03-11T14:08:03.143" v="3891" actId="20577"/>
        <pc:sldMkLst>
          <pc:docMk/>
          <pc:sldMk cId="170212513" sldId="324"/>
        </pc:sldMkLst>
        <pc:graphicFrameChg chg="mod modGraphic">
          <ac:chgData name="Allison B Taylor" userId="38c8237f-9d26-4ca9-8386-ca9a64f81faf" providerId="ADAL" clId="{59BD7257-E7E7-4021-A2F3-CE208D0AF6FD}" dt="2026-03-11T14:08:03.143" v="3891" actId="20577"/>
          <ac:graphicFrameMkLst>
            <pc:docMk/>
            <pc:sldMk cId="170212513" sldId="324"/>
            <ac:graphicFrameMk id="10" creationId="{771CDA9D-5B42-E09B-DA90-27E8AF34FA60}"/>
          </ac:graphicFrameMkLst>
        </pc:graphicFrameChg>
      </pc:sldChg>
      <pc:sldChg chg="modSp mod modNotesTx">
        <pc:chgData name="Allison B Taylor" userId="38c8237f-9d26-4ca9-8386-ca9a64f81faf" providerId="ADAL" clId="{59BD7257-E7E7-4021-A2F3-CE208D0AF6FD}" dt="2026-03-11T14:12:05.630" v="3896" actId="20577"/>
        <pc:sldMkLst>
          <pc:docMk/>
          <pc:sldMk cId="3091507086" sldId="330"/>
        </pc:sldMkLst>
        <pc:picChg chg="mod">
          <ac:chgData name="Allison B Taylor" userId="38c8237f-9d26-4ca9-8386-ca9a64f81faf" providerId="ADAL" clId="{59BD7257-E7E7-4021-A2F3-CE208D0AF6FD}" dt="2026-03-11T14:06:00.153" v="3858" actId="962"/>
          <ac:picMkLst>
            <pc:docMk/>
            <pc:sldMk cId="3091507086" sldId="330"/>
            <ac:picMk id="5" creationId="{A92CB0AB-7156-7301-7FF1-AD80297C2B30}"/>
          </ac:picMkLst>
        </pc:picChg>
      </pc:sldChg>
      <pc:sldChg chg="addSp delSp add del setBg delDesignElem">
        <pc:chgData name="Allison B Taylor" userId="38c8237f-9d26-4ca9-8386-ca9a64f81faf" providerId="ADAL" clId="{59BD7257-E7E7-4021-A2F3-CE208D0AF6FD}" dt="2026-03-11T13:24:54.651" v="3033" actId="47"/>
        <pc:sldMkLst>
          <pc:docMk/>
          <pc:sldMk cId="3939742820" sldId="4494"/>
        </pc:sldMkLst>
        <pc:spChg chg="add del">
          <ac:chgData name="Allison B Taylor" userId="38c8237f-9d26-4ca9-8386-ca9a64f81faf" providerId="ADAL" clId="{59BD7257-E7E7-4021-A2F3-CE208D0AF6FD}" dt="2026-03-11T13:23:00.762" v="3029"/>
          <ac:spMkLst>
            <pc:docMk/>
            <pc:sldMk cId="3939742820" sldId="4494"/>
            <ac:spMk id="13" creationId="{2A39B854-4B6C-4F7F-A602-6F97770CED70}"/>
          </ac:spMkLst>
        </pc:spChg>
        <pc:spChg chg="add del">
          <ac:chgData name="Allison B Taylor" userId="38c8237f-9d26-4ca9-8386-ca9a64f81faf" providerId="ADAL" clId="{59BD7257-E7E7-4021-A2F3-CE208D0AF6FD}" dt="2026-03-11T13:23:00.762" v="3029"/>
          <ac:spMkLst>
            <pc:docMk/>
            <pc:sldMk cId="3939742820" sldId="4494"/>
            <ac:spMk id="14" creationId="{4D24BFD5-D814-402B-B6C4-EEF6AE14B0F2}"/>
          </ac:spMkLst>
        </pc:spChg>
        <pc:spChg chg="add del">
          <ac:chgData name="Allison B Taylor" userId="38c8237f-9d26-4ca9-8386-ca9a64f81faf" providerId="ADAL" clId="{59BD7257-E7E7-4021-A2F3-CE208D0AF6FD}" dt="2026-03-11T13:23:00.762" v="3029"/>
          <ac:spMkLst>
            <pc:docMk/>
            <pc:sldMk cId="3939742820" sldId="4494"/>
            <ac:spMk id="15" creationId="{36FED7E8-9A97-475F-9FA4-113410D4433B}"/>
          </ac:spMkLst>
        </pc:spChg>
      </pc:sldChg>
      <pc:sldChg chg="modSp mod">
        <pc:chgData name="Allison B Taylor" userId="38c8237f-9d26-4ca9-8386-ca9a64f81faf" providerId="ADAL" clId="{59BD7257-E7E7-4021-A2F3-CE208D0AF6FD}" dt="2026-03-11T20:42:50.272" v="5125" actId="20577"/>
        <pc:sldMkLst>
          <pc:docMk/>
          <pc:sldMk cId="3309515376" sldId="4495"/>
        </pc:sldMkLst>
        <pc:spChg chg="mod">
          <ac:chgData name="Allison B Taylor" userId="38c8237f-9d26-4ca9-8386-ca9a64f81faf" providerId="ADAL" clId="{59BD7257-E7E7-4021-A2F3-CE208D0AF6FD}" dt="2026-03-11T20:42:50.272" v="5125" actId="20577"/>
          <ac:spMkLst>
            <pc:docMk/>
            <pc:sldMk cId="3309515376" sldId="4495"/>
            <ac:spMk id="2" creationId="{096D192E-C646-C2EA-CD9B-A9694F599A94}"/>
          </ac:spMkLst>
        </pc:spChg>
        <pc:graphicFrameChg chg="mod">
          <ac:chgData name="Allison B Taylor" userId="38c8237f-9d26-4ca9-8386-ca9a64f81faf" providerId="ADAL" clId="{59BD7257-E7E7-4021-A2F3-CE208D0AF6FD}" dt="2026-03-11T14:12:48.079" v="3898" actId="113"/>
          <ac:graphicFrameMkLst>
            <pc:docMk/>
            <pc:sldMk cId="3309515376" sldId="4495"/>
            <ac:graphicFrameMk id="5" creationId="{10C4043F-0335-DDF6-6A1B-92015FCAE99E}"/>
          </ac:graphicFrameMkLst>
        </pc:graphicFrameChg>
      </pc:sldChg>
      <pc:sldChg chg="modSp mod">
        <pc:chgData name="Allison B Taylor" userId="38c8237f-9d26-4ca9-8386-ca9a64f81faf" providerId="ADAL" clId="{59BD7257-E7E7-4021-A2F3-CE208D0AF6FD}" dt="2026-03-11T13:39:26.590" v="3119" actId="20577"/>
        <pc:sldMkLst>
          <pc:docMk/>
          <pc:sldMk cId="853422248" sldId="4496"/>
        </pc:sldMkLst>
        <pc:graphicFrameChg chg="mod modGraphic">
          <ac:chgData name="Allison B Taylor" userId="38c8237f-9d26-4ca9-8386-ca9a64f81faf" providerId="ADAL" clId="{59BD7257-E7E7-4021-A2F3-CE208D0AF6FD}" dt="2026-03-11T13:39:26.590" v="3119" actId="20577"/>
          <ac:graphicFrameMkLst>
            <pc:docMk/>
            <pc:sldMk cId="853422248" sldId="4496"/>
            <ac:graphicFrameMk id="9" creationId="{8198AE59-5870-802B-C025-6A50AAC1E613}"/>
          </ac:graphicFrameMkLst>
        </pc:graphicFrameChg>
      </pc:sldChg>
      <pc:sldChg chg="modSp new mod modShow">
        <pc:chgData name="Allison B Taylor" userId="38c8237f-9d26-4ca9-8386-ca9a64f81faf" providerId="ADAL" clId="{59BD7257-E7E7-4021-A2F3-CE208D0AF6FD}" dt="2026-03-02T21:54:05.923" v="380" actId="113"/>
        <pc:sldMkLst>
          <pc:docMk/>
          <pc:sldMk cId="1225869145" sldId="4497"/>
        </pc:sldMkLst>
        <pc:spChg chg="mod">
          <ac:chgData name="Allison B Taylor" userId="38c8237f-9d26-4ca9-8386-ca9a64f81faf" providerId="ADAL" clId="{59BD7257-E7E7-4021-A2F3-CE208D0AF6FD}" dt="2026-03-02T21:38:16.996" v="135" actId="27636"/>
          <ac:spMkLst>
            <pc:docMk/>
            <pc:sldMk cId="1225869145" sldId="4497"/>
            <ac:spMk id="2" creationId="{F9DF6BD7-8C42-825D-6F7E-78C2B369F0E2}"/>
          </ac:spMkLst>
        </pc:spChg>
        <pc:spChg chg="mod">
          <ac:chgData name="Allison B Taylor" userId="38c8237f-9d26-4ca9-8386-ca9a64f81faf" providerId="ADAL" clId="{59BD7257-E7E7-4021-A2F3-CE208D0AF6FD}" dt="2026-03-02T21:54:05.923" v="380" actId="113"/>
          <ac:spMkLst>
            <pc:docMk/>
            <pc:sldMk cId="1225869145" sldId="4497"/>
            <ac:spMk id="3" creationId="{88EEEF70-EB23-E2EC-CD20-1A6C982F68BC}"/>
          </ac:spMkLst>
        </pc:spChg>
      </pc:sldChg>
      <pc:sldChg chg="addSp delSp modSp new mod setBg modNotesTx">
        <pc:chgData name="Allison B Taylor" userId="38c8237f-9d26-4ca9-8386-ca9a64f81faf" providerId="ADAL" clId="{59BD7257-E7E7-4021-A2F3-CE208D0AF6FD}" dt="2026-03-11T14:23:24.567" v="4303" actId="20577"/>
        <pc:sldMkLst>
          <pc:docMk/>
          <pc:sldMk cId="617928375" sldId="4498"/>
        </pc:sldMkLst>
        <pc:spChg chg="mod">
          <ac:chgData name="Allison B Taylor" userId="38c8237f-9d26-4ca9-8386-ca9a64f81faf" providerId="ADAL" clId="{59BD7257-E7E7-4021-A2F3-CE208D0AF6FD}" dt="2026-03-11T14:23:24.567" v="4303" actId="20577"/>
          <ac:spMkLst>
            <pc:docMk/>
            <pc:sldMk cId="617928375" sldId="4498"/>
            <ac:spMk id="2" creationId="{57C19241-5D70-8389-3F65-034EADC81628}"/>
          </ac:spMkLst>
        </pc:spChg>
        <pc:spChg chg="del mod">
          <ac:chgData name="Allison B Taylor" userId="38c8237f-9d26-4ca9-8386-ca9a64f81faf" providerId="ADAL" clId="{59BD7257-E7E7-4021-A2F3-CE208D0AF6FD}" dt="2026-03-11T14:20:24.233" v="4253" actId="26606"/>
          <ac:spMkLst>
            <pc:docMk/>
            <pc:sldMk cId="617928375" sldId="4498"/>
            <ac:spMk id="3" creationId="{7963F345-E5B4-C46E-A50B-5848C98264C3}"/>
          </ac:spMkLst>
        </pc:spChg>
        <pc:spChg chg="mod">
          <ac:chgData name="Allison B Taylor" userId="38c8237f-9d26-4ca9-8386-ca9a64f81faf" providerId="ADAL" clId="{59BD7257-E7E7-4021-A2F3-CE208D0AF6FD}" dt="2026-03-11T14:20:24.233" v="4253" actId="26606"/>
          <ac:spMkLst>
            <pc:docMk/>
            <pc:sldMk cId="617928375" sldId="4498"/>
            <ac:spMk id="4" creationId="{B028C3C1-9759-A72A-9C85-29EED127FE7C}"/>
          </ac:spMkLst>
        </pc:spChg>
        <pc:spChg chg="add">
          <ac:chgData name="Allison B Taylor" userId="38c8237f-9d26-4ca9-8386-ca9a64f81faf" providerId="ADAL" clId="{59BD7257-E7E7-4021-A2F3-CE208D0AF6FD}" dt="2026-03-11T14:20:24.233" v="4253" actId="26606"/>
          <ac:spMkLst>
            <pc:docMk/>
            <pc:sldMk cId="617928375" sldId="4498"/>
            <ac:spMk id="10" creationId="{2E442304-DDBD-4F7B-8017-36BCC863FB40}"/>
          </ac:spMkLst>
        </pc:spChg>
        <pc:spChg chg="add">
          <ac:chgData name="Allison B Taylor" userId="38c8237f-9d26-4ca9-8386-ca9a64f81faf" providerId="ADAL" clId="{59BD7257-E7E7-4021-A2F3-CE208D0AF6FD}" dt="2026-03-11T14:20:24.233" v="4253" actId="26606"/>
          <ac:spMkLst>
            <pc:docMk/>
            <pc:sldMk cId="617928375" sldId="4498"/>
            <ac:spMk id="12" creationId="{5E107275-3853-46FD-A241-DE4355A42675}"/>
          </ac:spMkLst>
        </pc:spChg>
        <pc:graphicFrameChg chg="add mod">
          <ac:chgData name="Allison B Taylor" userId="38c8237f-9d26-4ca9-8386-ca9a64f81faf" providerId="ADAL" clId="{59BD7257-E7E7-4021-A2F3-CE208D0AF6FD}" dt="2026-03-11T14:20:59.199" v="4255" actId="12100"/>
          <ac:graphicFrameMkLst>
            <pc:docMk/>
            <pc:sldMk cId="617928375" sldId="4498"/>
            <ac:graphicFrameMk id="6" creationId="{66C72479-4768-E71E-F4F7-A60872D1131A}"/>
          </ac:graphicFrameMkLst>
        </pc:graphicFrameChg>
      </pc:sldChg>
      <pc:sldChg chg="addSp modSp new mod setBg modNotesTx">
        <pc:chgData name="Allison B Taylor" userId="38c8237f-9d26-4ca9-8386-ca9a64f81faf" providerId="ADAL" clId="{59BD7257-E7E7-4021-A2F3-CE208D0AF6FD}" dt="2026-03-11T14:41:09.397" v="5037" actId="20577"/>
        <pc:sldMkLst>
          <pc:docMk/>
          <pc:sldMk cId="1168745786" sldId="4499"/>
        </pc:sldMkLst>
        <pc:spChg chg="mod">
          <ac:chgData name="Allison B Taylor" userId="38c8237f-9d26-4ca9-8386-ca9a64f81faf" providerId="ADAL" clId="{59BD7257-E7E7-4021-A2F3-CE208D0AF6FD}" dt="2026-03-11T14:39:57.007" v="5031" actId="20577"/>
          <ac:spMkLst>
            <pc:docMk/>
            <pc:sldMk cId="1168745786" sldId="4499"/>
            <ac:spMk id="2" creationId="{9E73879E-289A-0A2F-7277-70E891471933}"/>
          </ac:spMkLst>
        </pc:spChg>
        <pc:spChg chg="mod">
          <ac:chgData name="Allison B Taylor" userId="38c8237f-9d26-4ca9-8386-ca9a64f81faf" providerId="ADAL" clId="{59BD7257-E7E7-4021-A2F3-CE208D0AF6FD}" dt="2026-03-11T14:41:09.397" v="5037" actId="20577"/>
          <ac:spMkLst>
            <pc:docMk/>
            <pc:sldMk cId="1168745786" sldId="4499"/>
            <ac:spMk id="3" creationId="{9D593AE8-CE27-066F-157B-1BFBF51A0216}"/>
          </ac:spMkLst>
        </pc:spChg>
        <pc:spChg chg="mod">
          <ac:chgData name="Allison B Taylor" userId="38c8237f-9d26-4ca9-8386-ca9a64f81faf" providerId="ADAL" clId="{59BD7257-E7E7-4021-A2F3-CE208D0AF6FD}" dt="2026-03-11T14:39:44.755" v="5026" actId="26606"/>
          <ac:spMkLst>
            <pc:docMk/>
            <pc:sldMk cId="1168745786" sldId="4499"/>
            <ac:spMk id="4" creationId="{B7901F20-EEA5-6464-4804-3E219B2C31F8}"/>
          </ac:spMkLst>
        </pc:spChg>
        <pc:spChg chg="add">
          <ac:chgData name="Allison B Taylor" userId="38c8237f-9d26-4ca9-8386-ca9a64f81faf" providerId="ADAL" clId="{59BD7257-E7E7-4021-A2F3-CE208D0AF6FD}" dt="2026-03-11T14:39:44.755" v="5026" actId="26606"/>
          <ac:spMkLst>
            <pc:docMk/>
            <pc:sldMk cId="1168745786" sldId="4499"/>
            <ac:spMk id="9" creationId="{100EDD19-6802-4EC3-95CE-CFFAB042CFD6}"/>
          </ac:spMkLst>
        </pc:spChg>
        <pc:spChg chg="add">
          <ac:chgData name="Allison B Taylor" userId="38c8237f-9d26-4ca9-8386-ca9a64f81faf" providerId="ADAL" clId="{59BD7257-E7E7-4021-A2F3-CE208D0AF6FD}" dt="2026-03-11T14:39:44.755" v="5026" actId="26606"/>
          <ac:spMkLst>
            <pc:docMk/>
            <pc:sldMk cId="1168745786" sldId="4499"/>
            <ac:spMk id="11" creationId="{DB17E863-922E-4C26-BD64-E8FD41D28661}"/>
          </ac:spMkLst>
        </pc:spChg>
      </pc:sldChg>
      <pc:sldChg chg="modSp new mod">
        <pc:chgData name="Allison B Taylor" userId="38c8237f-9d26-4ca9-8386-ca9a64f81faf" providerId="ADAL" clId="{59BD7257-E7E7-4021-A2F3-CE208D0AF6FD}" dt="2026-03-11T13:39:53.741" v="3150" actId="20577"/>
        <pc:sldMkLst>
          <pc:docMk/>
          <pc:sldMk cId="3578916189" sldId="4500"/>
        </pc:sldMkLst>
        <pc:spChg chg="mod">
          <ac:chgData name="Allison B Taylor" userId="38c8237f-9d26-4ca9-8386-ca9a64f81faf" providerId="ADAL" clId="{59BD7257-E7E7-4021-A2F3-CE208D0AF6FD}" dt="2026-03-11T13:39:53.741" v="3150" actId="20577"/>
          <ac:spMkLst>
            <pc:docMk/>
            <pc:sldMk cId="3578916189" sldId="4500"/>
            <ac:spMk id="2" creationId="{277323FD-C287-33AA-A932-3CEACA48EE59}"/>
          </ac:spMkLst>
        </pc:spChg>
        <pc:spChg chg="mod">
          <ac:chgData name="Allison B Taylor" userId="38c8237f-9d26-4ca9-8386-ca9a64f81faf" providerId="ADAL" clId="{59BD7257-E7E7-4021-A2F3-CE208D0AF6FD}" dt="2026-03-05T15:32:42.553" v="676" actId="21"/>
          <ac:spMkLst>
            <pc:docMk/>
            <pc:sldMk cId="3578916189" sldId="4500"/>
            <ac:spMk id="3" creationId="{6AD83B15-E9D8-6E2F-F42A-302E1D0C072C}"/>
          </ac:spMkLst>
        </pc:spChg>
      </pc:sldChg>
      <pc:sldChg chg="addSp delSp modSp new mod setBg modClrScheme chgLayout">
        <pc:chgData name="Allison B Taylor" userId="38c8237f-9d26-4ca9-8386-ca9a64f81faf" providerId="ADAL" clId="{59BD7257-E7E7-4021-A2F3-CE208D0AF6FD}" dt="2026-03-11T14:05:21.312" v="3855" actId="962"/>
        <pc:sldMkLst>
          <pc:docMk/>
          <pc:sldMk cId="758624423" sldId="4501"/>
        </pc:sldMkLst>
        <pc:spChg chg="del mod ord">
          <ac:chgData name="Allison B Taylor" userId="38c8237f-9d26-4ca9-8386-ca9a64f81faf" providerId="ADAL" clId="{59BD7257-E7E7-4021-A2F3-CE208D0AF6FD}" dt="2026-03-11T13:46:54.450" v="3290" actId="478"/>
          <ac:spMkLst>
            <pc:docMk/>
            <pc:sldMk cId="758624423" sldId="4501"/>
            <ac:spMk id="2" creationId="{306C056F-9FC0-504C-9243-81290A9873EE}"/>
          </ac:spMkLst>
        </pc:spChg>
        <pc:spChg chg="add del mod ord">
          <ac:chgData name="Allison B Taylor" userId="38c8237f-9d26-4ca9-8386-ca9a64f81faf" providerId="ADAL" clId="{59BD7257-E7E7-4021-A2F3-CE208D0AF6FD}" dt="2026-03-11T13:59:45.293" v="3313" actId="478"/>
          <ac:spMkLst>
            <pc:docMk/>
            <pc:sldMk cId="758624423" sldId="4501"/>
            <ac:spMk id="3" creationId="{6BC12833-D508-582F-CC8D-015DC78CBE95}"/>
          </ac:spMkLst>
        </pc:spChg>
        <pc:spChg chg="mod ord">
          <ac:chgData name="Allison B Taylor" userId="38c8237f-9d26-4ca9-8386-ca9a64f81faf" providerId="ADAL" clId="{59BD7257-E7E7-4021-A2F3-CE208D0AF6FD}" dt="2026-03-11T14:00:12.390" v="3315" actId="26606"/>
          <ac:spMkLst>
            <pc:docMk/>
            <pc:sldMk cId="758624423" sldId="4501"/>
            <ac:spMk id="4" creationId="{B9E57BDE-16A1-AFD6-67DA-EAF2D31C3745}"/>
          </ac:spMkLst>
        </pc:spChg>
        <pc:spChg chg="add del mod">
          <ac:chgData name="Allison B Taylor" userId="38c8237f-9d26-4ca9-8386-ca9a64f81faf" providerId="ADAL" clId="{59BD7257-E7E7-4021-A2F3-CE208D0AF6FD}" dt="2026-03-11T13:59:50.641" v="3314" actId="478"/>
          <ac:spMkLst>
            <pc:docMk/>
            <pc:sldMk cId="758624423" sldId="4501"/>
            <ac:spMk id="8" creationId="{B614B8F8-036A-6E15-48D3-8469D49EC552}"/>
          </ac:spMkLst>
        </pc:spChg>
        <pc:spChg chg="add del">
          <ac:chgData name="Allison B Taylor" userId="38c8237f-9d26-4ca9-8386-ca9a64f81faf" providerId="ADAL" clId="{59BD7257-E7E7-4021-A2F3-CE208D0AF6FD}" dt="2026-03-11T13:45:12.992" v="3281" actId="26606"/>
          <ac:spMkLst>
            <pc:docMk/>
            <pc:sldMk cId="758624423" sldId="4501"/>
            <ac:spMk id="10" creationId="{B1595A09-E336-4D1B-9B3A-06A2287A54E2}"/>
          </ac:spMkLst>
        </pc:spChg>
        <pc:spChg chg="add del">
          <ac:chgData name="Allison B Taylor" userId="38c8237f-9d26-4ca9-8386-ca9a64f81faf" providerId="ADAL" clId="{59BD7257-E7E7-4021-A2F3-CE208D0AF6FD}" dt="2026-03-11T13:45:12.992" v="3281" actId="26606"/>
          <ac:spMkLst>
            <pc:docMk/>
            <pc:sldMk cId="758624423" sldId="4501"/>
            <ac:spMk id="12" creationId="{3540989C-C7B8-473B-BF87-6F2DA6A90006}"/>
          </ac:spMkLst>
        </pc:spChg>
        <pc:grpChg chg="add del">
          <ac:chgData name="Allison B Taylor" userId="38c8237f-9d26-4ca9-8386-ca9a64f81faf" providerId="ADAL" clId="{59BD7257-E7E7-4021-A2F3-CE208D0AF6FD}" dt="2026-03-11T14:00:43.358" v="3321" actId="26606"/>
          <ac:grpSpMkLst>
            <pc:docMk/>
            <pc:sldMk cId="758624423" sldId="4501"/>
            <ac:grpSpMk id="11" creationId="{6258F736-B256-8039-9DC6-F4E49A5C5AD5}"/>
          </ac:grpSpMkLst>
        </pc:grpChg>
        <pc:grpChg chg="add">
          <ac:chgData name="Allison B Taylor" userId="38c8237f-9d26-4ca9-8386-ca9a64f81faf" providerId="ADAL" clId="{59BD7257-E7E7-4021-A2F3-CE208D0AF6FD}" dt="2026-03-11T14:00:43.358" v="3321" actId="26606"/>
          <ac:grpSpMkLst>
            <pc:docMk/>
            <pc:sldMk cId="758624423" sldId="4501"/>
            <ac:grpSpMk id="18" creationId="{6258F736-B256-8039-9DC6-F4E49A5C5AD5}"/>
          </ac:grpSpMkLst>
        </pc:grpChg>
        <pc:graphicFrameChg chg="add mod modGraphic">
          <ac:chgData name="Allison B Taylor" userId="38c8237f-9d26-4ca9-8386-ca9a64f81faf" providerId="ADAL" clId="{59BD7257-E7E7-4021-A2F3-CE208D0AF6FD}" dt="2026-03-11T14:03:30.541" v="3389" actId="20577"/>
          <ac:graphicFrameMkLst>
            <pc:docMk/>
            <pc:sldMk cId="758624423" sldId="4501"/>
            <ac:graphicFrameMk id="6" creationId="{EC1D7855-6FF5-17D2-D20A-D78B5F5047AD}"/>
          </ac:graphicFrameMkLst>
        </pc:graphicFrameChg>
        <pc:picChg chg="mod ord">
          <ac:chgData name="Allison B Taylor" userId="38c8237f-9d26-4ca9-8386-ca9a64f81faf" providerId="ADAL" clId="{59BD7257-E7E7-4021-A2F3-CE208D0AF6FD}" dt="2026-03-11T14:05:21.312" v="3855" actId="962"/>
          <ac:picMkLst>
            <pc:docMk/>
            <pc:sldMk cId="758624423" sldId="4501"/>
            <ac:picMk id="5" creationId="{75D61CE4-B384-C3D2-28DA-071A03EEFB0F}"/>
          </ac:picMkLst>
        </pc:picChg>
      </pc:sldChg>
      <pc:sldChg chg="addSp delSp modSp new mod ord setBg modNotesTx">
        <pc:chgData name="Allison B Taylor" userId="38c8237f-9d26-4ca9-8386-ca9a64f81faf" providerId="ADAL" clId="{59BD7257-E7E7-4021-A2F3-CE208D0AF6FD}" dt="2026-03-11T14:43:24.122" v="5088" actId="20577"/>
        <pc:sldMkLst>
          <pc:docMk/>
          <pc:sldMk cId="1487416552" sldId="4502"/>
        </pc:sldMkLst>
        <pc:spChg chg="mod">
          <ac:chgData name="Allison B Taylor" userId="38c8237f-9d26-4ca9-8386-ca9a64f81faf" providerId="ADAL" clId="{59BD7257-E7E7-4021-A2F3-CE208D0AF6FD}" dt="2026-03-11T14:42:20.012" v="5041" actId="26606"/>
          <ac:spMkLst>
            <pc:docMk/>
            <pc:sldMk cId="1487416552" sldId="4502"/>
            <ac:spMk id="2" creationId="{D08708C0-58BC-DCB7-7078-15E3E5C3F88D}"/>
          </ac:spMkLst>
        </pc:spChg>
        <pc:spChg chg="mod">
          <ac:chgData name="Allison B Taylor" userId="38c8237f-9d26-4ca9-8386-ca9a64f81faf" providerId="ADAL" clId="{59BD7257-E7E7-4021-A2F3-CE208D0AF6FD}" dt="2026-03-11T14:43:24.122" v="5088" actId="20577"/>
          <ac:spMkLst>
            <pc:docMk/>
            <pc:sldMk cId="1487416552" sldId="4502"/>
            <ac:spMk id="3" creationId="{5F634345-C6E0-81F4-77BF-33C6EF9DD970}"/>
          </ac:spMkLst>
        </pc:spChg>
        <pc:spChg chg="mod">
          <ac:chgData name="Allison B Taylor" userId="38c8237f-9d26-4ca9-8386-ca9a64f81faf" providerId="ADAL" clId="{59BD7257-E7E7-4021-A2F3-CE208D0AF6FD}" dt="2026-03-11T14:42:20.012" v="5041" actId="26606"/>
          <ac:spMkLst>
            <pc:docMk/>
            <pc:sldMk cId="1487416552" sldId="4502"/>
            <ac:spMk id="4" creationId="{155E20AC-21F9-9CE0-B804-5125DA0DBC62}"/>
          </ac:spMkLst>
        </pc:spChg>
        <pc:spChg chg="add del">
          <ac:chgData name="Allison B Taylor" userId="38c8237f-9d26-4ca9-8386-ca9a64f81faf" providerId="ADAL" clId="{59BD7257-E7E7-4021-A2F3-CE208D0AF6FD}" dt="2026-03-11T14:42:20.005" v="5040" actId="26606"/>
          <ac:spMkLst>
            <pc:docMk/>
            <pc:sldMk cId="1487416552" sldId="4502"/>
            <ac:spMk id="9" creationId="{100EDD19-6802-4EC3-95CE-CFFAB042CFD6}"/>
          </ac:spMkLst>
        </pc:spChg>
        <pc:spChg chg="add del">
          <ac:chgData name="Allison B Taylor" userId="38c8237f-9d26-4ca9-8386-ca9a64f81faf" providerId="ADAL" clId="{59BD7257-E7E7-4021-A2F3-CE208D0AF6FD}" dt="2026-03-11T14:42:20.005" v="5040" actId="26606"/>
          <ac:spMkLst>
            <pc:docMk/>
            <pc:sldMk cId="1487416552" sldId="4502"/>
            <ac:spMk id="11" creationId="{DB17E863-922E-4C26-BD64-E8FD41D28661}"/>
          </ac:spMkLst>
        </pc:spChg>
        <pc:spChg chg="add">
          <ac:chgData name="Allison B Taylor" userId="38c8237f-9d26-4ca9-8386-ca9a64f81faf" providerId="ADAL" clId="{59BD7257-E7E7-4021-A2F3-CE208D0AF6FD}" dt="2026-03-11T14:42:20.012" v="5041" actId="26606"/>
          <ac:spMkLst>
            <pc:docMk/>
            <pc:sldMk cId="1487416552" sldId="4502"/>
            <ac:spMk id="13" creationId="{081E4A58-353D-44AE-B2FC-2A74E2E400F7}"/>
          </ac:spMkLst>
        </pc:spChg>
        <pc:spChg chg="add">
          <ac:chgData name="Allison B Taylor" userId="38c8237f-9d26-4ca9-8386-ca9a64f81faf" providerId="ADAL" clId="{59BD7257-E7E7-4021-A2F3-CE208D0AF6FD}" dt="2026-03-11T14:42:20.012" v="5041" actId="26606"/>
          <ac:spMkLst>
            <pc:docMk/>
            <pc:sldMk cId="1487416552" sldId="4502"/>
            <ac:spMk id="14" creationId="{1BB867FF-FC45-48F7-8104-F89BE54909F1}"/>
          </ac:spMkLst>
        </pc:spChg>
        <pc:spChg chg="add">
          <ac:chgData name="Allison B Taylor" userId="38c8237f-9d26-4ca9-8386-ca9a64f81faf" providerId="ADAL" clId="{59BD7257-E7E7-4021-A2F3-CE208D0AF6FD}" dt="2026-03-11T14:42:20.012" v="5041" actId="26606"/>
          <ac:spMkLst>
            <pc:docMk/>
            <pc:sldMk cId="1487416552" sldId="4502"/>
            <ac:spMk id="15" creationId="{8BB56887-D0D5-4F0C-9E19-7247EB83C8B7}"/>
          </ac:spMkLst>
        </pc:spChg>
      </pc:sldChg>
      <pc:sldChg chg="addSp delSp modSp new mod setBg modNotesTx">
        <pc:chgData name="Allison B Taylor" userId="38c8237f-9d26-4ca9-8386-ca9a64f81faf" providerId="ADAL" clId="{59BD7257-E7E7-4021-A2F3-CE208D0AF6FD}" dt="2026-03-11T14:38:04.436" v="5007" actId="29295"/>
        <pc:sldMkLst>
          <pc:docMk/>
          <pc:sldMk cId="1282789132" sldId="4503"/>
        </pc:sldMkLst>
        <pc:spChg chg="mod">
          <ac:chgData name="Allison B Taylor" userId="38c8237f-9d26-4ca9-8386-ca9a64f81faf" providerId="ADAL" clId="{59BD7257-E7E7-4021-A2F3-CE208D0AF6FD}" dt="2026-03-11T14:37:37.292" v="5004" actId="26606"/>
          <ac:spMkLst>
            <pc:docMk/>
            <pc:sldMk cId="1282789132" sldId="4503"/>
            <ac:spMk id="2" creationId="{4AF9FB76-2006-7CC0-CFFC-3F8C9519BF24}"/>
          </ac:spMkLst>
        </pc:spChg>
        <pc:spChg chg="mod">
          <ac:chgData name="Allison B Taylor" userId="38c8237f-9d26-4ca9-8386-ca9a64f81faf" providerId="ADAL" clId="{59BD7257-E7E7-4021-A2F3-CE208D0AF6FD}" dt="2026-03-11T14:37:46.147" v="5006" actId="403"/>
          <ac:spMkLst>
            <pc:docMk/>
            <pc:sldMk cId="1282789132" sldId="4503"/>
            <ac:spMk id="3" creationId="{FF8B64E7-6537-83D0-AD6D-E313F436C28D}"/>
          </ac:spMkLst>
        </pc:spChg>
        <pc:spChg chg="mod">
          <ac:chgData name="Allison B Taylor" userId="38c8237f-9d26-4ca9-8386-ca9a64f81faf" providerId="ADAL" clId="{59BD7257-E7E7-4021-A2F3-CE208D0AF6FD}" dt="2026-03-11T14:37:37.292" v="5004" actId="26606"/>
          <ac:spMkLst>
            <pc:docMk/>
            <pc:sldMk cId="1282789132" sldId="4503"/>
            <ac:spMk id="4" creationId="{CE729CDB-7B68-08A6-00F1-C54A00DCC9E1}"/>
          </ac:spMkLst>
        </pc:spChg>
        <pc:spChg chg="add del">
          <ac:chgData name="Allison B Taylor" userId="38c8237f-9d26-4ca9-8386-ca9a64f81faf" providerId="ADAL" clId="{59BD7257-E7E7-4021-A2F3-CE208D0AF6FD}" dt="2026-03-11T14:34:29.547" v="4988" actId="26606"/>
          <ac:spMkLst>
            <pc:docMk/>
            <pc:sldMk cId="1282789132" sldId="4503"/>
            <ac:spMk id="11" creationId="{245A9F99-D9B1-4094-A2E2-B90AC1DB7B9C}"/>
          </ac:spMkLst>
        </pc:spChg>
        <pc:spChg chg="add del">
          <ac:chgData name="Allison B Taylor" userId="38c8237f-9d26-4ca9-8386-ca9a64f81faf" providerId="ADAL" clId="{59BD7257-E7E7-4021-A2F3-CE208D0AF6FD}" dt="2026-03-11T14:34:29.547" v="4988" actId="26606"/>
          <ac:spMkLst>
            <pc:docMk/>
            <pc:sldMk cId="1282789132" sldId="4503"/>
            <ac:spMk id="13" creationId="{B7FAF607-473A-4A43-A23D-BBFF5C4117BB}"/>
          </ac:spMkLst>
        </pc:spChg>
        <pc:spChg chg="add del">
          <ac:chgData name="Allison B Taylor" userId="38c8237f-9d26-4ca9-8386-ca9a64f81faf" providerId="ADAL" clId="{59BD7257-E7E7-4021-A2F3-CE208D0AF6FD}" dt="2026-03-11T14:35:10.102" v="4993" actId="26606"/>
          <ac:spMkLst>
            <pc:docMk/>
            <pc:sldMk cId="1282789132" sldId="4503"/>
            <ac:spMk id="23" creationId="{F13C74B1-5B17-4795-BED0-7140497B445A}"/>
          </ac:spMkLst>
        </pc:spChg>
        <pc:spChg chg="add del">
          <ac:chgData name="Allison B Taylor" userId="38c8237f-9d26-4ca9-8386-ca9a64f81faf" providerId="ADAL" clId="{59BD7257-E7E7-4021-A2F3-CE208D0AF6FD}" dt="2026-03-11T14:35:10.102" v="4993" actId="26606"/>
          <ac:spMkLst>
            <pc:docMk/>
            <pc:sldMk cId="1282789132" sldId="4503"/>
            <ac:spMk id="25" creationId="{D4974D33-8DC5-464E-8C6D-BE58F0669C17}"/>
          </ac:spMkLst>
        </pc:spChg>
        <pc:spChg chg="add del">
          <ac:chgData name="Allison B Taylor" userId="38c8237f-9d26-4ca9-8386-ca9a64f81faf" providerId="ADAL" clId="{59BD7257-E7E7-4021-A2F3-CE208D0AF6FD}" dt="2026-03-11T14:37:37.292" v="5004" actId="26606"/>
          <ac:spMkLst>
            <pc:docMk/>
            <pc:sldMk cId="1282789132" sldId="4503"/>
            <ac:spMk id="30" creationId="{8FC9BE17-9A7B-462D-AE50-3D8777387304}"/>
          </ac:spMkLst>
        </pc:spChg>
        <pc:spChg chg="add del">
          <ac:chgData name="Allison B Taylor" userId="38c8237f-9d26-4ca9-8386-ca9a64f81faf" providerId="ADAL" clId="{59BD7257-E7E7-4021-A2F3-CE208D0AF6FD}" dt="2026-03-11T14:37:37.292" v="5004" actId="26606"/>
          <ac:spMkLst>
            <pc:docMk/>
            <pc:sldMk cId="1282789132" sldId="4503"/>
            <ac:spMk id="32" creationId="{3EBE8569-6AEC-4B8C-8D53-2DE337CDBA65}"/>
          </ac:spMkLst>
        </pc:spChg>
        <pc:spChg chg="add del">
          <ac:chgData name="Allison B Taylor" userId="38c8237f-9d26-4ca9-8386-ca9a64f81faf" providerId="ADAL" clId="{59BD7257-E7E7-4021-A2F3-CE208D0AF6FD}" dt="2026-03-11T14:37:37.292" v="5004" actId="26606"/>
          <ac:spMkLst>
            <pc:docMk/>
            <pc:sldMk cId="1282789132" sldId="4503"/>
            <ac:spMk id="34" creationId="{55D4142C-5077-457F-A6AD-3FECFDB39685}"/>
          </ac:spMkLst>
        </pc:spChg>
        <pc:spChg chg="add del">
          <ac:chgData name="Allison B Taylor" userId="38c8237f-9d26-4ca9-8386-ca9a64f81faf" providerId="ADAL" clId="{59BD7257-E7E7-4021-A2F3-CE208D0AF6FD}" dt="2026-03-11T14:37:37.292" v="5004" actId="26606"/>
          <ac:spMkLst>
            <pc:docMk/>
            <pc:sldMk cId="1282789132" sldId="4503"/>
            <ac:spMk id="36" creationId="{7A5F0580-5EE9-419F-96EE-B6529EF6E7D0}"/>
          </ac:spMkLst>
        </pc:spChg>
        <pc:spChg chg="add">
          <ac:chgData name="Allison B Taylor" userId="38c8237f-9d26-4ca9-8386-ca9a64f81faf" providerId="ADAL" clId="{59BD7257-E7E7-4021-A2F3-CE208D0AF6FD}" dt="2026-03-11T14:37:37.292" v="5004" actId="26606"/>
          <ac:spMkLst>
            <pc:docMk/>
            <pc:sldMk cId="1282789132" sldId="4503"/>
            <ac:spMk id="41" creationId="{2C61293E-6EBE-43EF-A52C-9BEBFD7679D4}"/>
          </ac:spMkLst>
        </pc:spChg>
        <pc:spChg chg="add">
          <ac:chgData name="Allison B Taylor" userId="38c8237f-9d26-4ca9-8386-ca9a64f81faf" providerId="ADAL" clId="{59BD7257-E7E7-4021-A2F3-CE208D0AF6FD}" dt="2026-03-11T14:37:37.292" v="5004" actId="26606"/>
          <ac:spMkLst>
            <pc:docMk/>
            <pc:sldMk cId="1282789132" sldId="4503"/>
            <ac:spMk id="43" creationId="{21540236-BFD5-4A9D-8840-4703E7F76825}"/>
          </ac:spMkLst>
        </pc:spChg>
        <pc:grpChg chg="add del">
          <ac:chgData name="Allison B Taylor" userId="38c8237f-9d26-4ca9-8386-ca9a64f81faf" providerId="ADAL" clId="{59BD7257-E7E7-4021-A2F3-CE208D0AF6FD}" dt="2026-03-11T14:34:29.547" v="4988" actId="26606"/>
          <ac:grpSpMkLst>
            <pc:docMk/>
            <pc:sldMk cId="1282789132" sldId="4503"/>
            <ac:grpSpMk id="15" creationId="{C5F6476F-D303-44D3-B30F-1BA348F0F64A}"/>
          </ac:grpSpMkLst>
        </pc:grpChg>
        <pc:picChg chg="add mod ord">
          <ac:chgData name="Allison B Taylor" userId="38c8237f-9d26-4ca9-8386-ca9a64f81faf" providerId="ADAL" clId="{59BD7257-E7E7-4021-A2F3-CE208D0AF6FD}" dt="2026-03-11T14:38:04.436" v="5007" actId="29295"/>
          <ac:picMkLst>
            <pc:docMk/>
            <pc:sldMk cId="1282789132" sldId="4503"/>
            <ac:picMk id="8" creationId="{B6B54AE0-3173-E565-1282-61D9DF6DC3EE}"/>
          </ac:picMkLst>
        </pc:picChg>
      </pc:sldChg>
      <pc:sldChg chg="modSp add mod">
        <pc:chgData name="Allison B Taylor" userId="38c8237f-9d26-4ca9-8386-ca9a64f81faf" providerId="ADAL" clId="{59BD7257-E7E7-4021-A2F3-CE208D0AF6FD}" dt="2026-03-10T19:36:29.419" v="3015" actId="1076"/>
        <pc:sldMkLst>
          <pc:docMk/>
          <pc:sldMk cId="3397180350" sldId="4532"/>
        </pc:sldMkLst>
        <pc:spChg chg="mod">
          <ac:chgData name="Allison B Taylor" userId="38c8237f-9d26-4ca9-8386-ca9a64f81faf" providerId="ADAL" clId="{59BD7257-E7E7-4021-A2F3-CE208D0AF6FD}" dt="2026-03-10T19:36:21.164" v="3014" actId="403"/>
          <ac:spMkLst>
            <pc:docMk/>
            <pc:sldMk cId="3397180350" sldId="4532"/>
            <ac:spMk id="3" creationId="{44A9ECB2-1617-7711-0428-120EE184B1EF}"/>
          </ac:spMkLst>
        </pc:spChg>
        <pc:grpChg chg="mod">
          <ac:chgData name="Allison B Taylor" userId="38c8237f-9d26-4ca9-8386-ca9a64f81faf" providerId="ADAL" clId="{59BD7257-E7E7-4021-A2F3-CE208D0AF6FD}" dt="2026-03-10T19:36:29.419" v="3015" actId="1076"/>
          <ac:grpSpMkLst>
            <pc:docMk/>
            <pc:sldMk cId="3397180350" sldId="4532"/>
            <ac:grpSpMk id="12" creationId="{42E0611E-B62A-B67D-868E-0EF991CD217E}"/>
          </ac:grpSpMkLst>
        </pc:grpChg>
      </pc:sldChg>
      <pc:sldChg chg="modSp del mod">
        <pc:chgData name="Allison B Taylor" userId="38c8237f-9d26-4ca9-8386-ca9a64f81faf" providerId="ADAL" clId="{59BD7257-E7E7-4021-A2F3-CE208D0AF6FD}" dt="2026-03-12T12:32:50.404" v="5126" actId="2696"/>
        <pc:sldMkLst>
          <pc:docMk/>
          <pc:sldMk cId="2265288351" sldId="4533"/>
        </pc:sldMkLst>
        <pc:spChg chg="mod">
          <ac:chgData name="Allison B Taylor" userId="38c8237f-9d26-4ca9-8386-ca9a64f81faf" providerId="ADAL" clId="{59BD7257-E7E7-4021-A2F3-CE208D0AF6FD}" dt="2026-03-10T19:17:17.549" v="1241" actId="20577"/>
          <ac:spMkLst>
            <pc:docMk/>
            <pc:sldMk cId="2265288351" sldId="4533"/>
            <ac:spMk id="6" creationId="{0E809F65-2652-823A-2C40-ED7190E63B52}"/>
          </ac:spMkLst>
        </pc:spChg>
      </pc:sldChg>
      <pc:sldChg chg="modSp mod">
        <pc:chgData name="Allison B Taylor" userId="38c8237f-9d26-4ca9-8386-ca9a64f81faf" providerId="ADAL" clId="{59BD7257-E7E7-4021-A2F3-CE208D0AF6FD}" dt="2026-03-11T14:05:44.164" v="3856" actId="1076"/>
        <pc:sldMkLst>
          <pc:docMk/>
          <pc:sldMk cId="161601209" sldId="4534"/>
        </pc:sldMkLst>
        <pc:spChg chg="mod">
          <ac:chgData name="Allison B Taylor" userId="38c8237f-9d26-4ca9-8386-ca9a64f81faf" providerId="ADAL" clId="{59BD7257-E7E7-4021-A2F3-CE208D0AF6FD}" dt="2026-03-11T13:40:50.945" v="3163" actId="20577"/>
          <ac:spMkLst>
            <pc:docMk/>
            <pc:sldMk cId="161601209" sldId="4534"/>
            <ac:spMk id="2" creationId="{D2B907FB-57BD-28F3-D1D6-76E702D1705B}"/>
          </ac:spMkLst>
        </pc:spChg>
        <pc:picChg chg="mod">
          <ac:chgData name="Allison B Taylor" userId="38c8237f-9d26-4ca9-8386-ca9a64f81faf" providerId="ADAL" clId="{59BD7257-E7E7-4021-A2F3-CE208D0AF6FD}" dt="2026-03-11T14:05:44.164" v="3856" actId="1076"/>
          <ac:picMkLst>
            <pc:docMk/>
            <pc:sldMk cId="161601209" sldId="4534"/>
            <ac:picMk id="6" creationId="{D7EE76F4-2D3C-F1A7-EA89-CEBC853A6374}"/>
          </ac:picMkLst>
        </pc:picChg>
      </pc:sldChg>
      <pc:sldChg chg="modSp mod">
        <pc:chgData name="Allison B Taylor" userId="38c8237f-9d26-4ca9-8386-ca9a64f81faf" providerId="ADAL" clId="{59BD7257-E7E7-4021-A2F3-CE208D0AF6FD}" dt="2026-03-11T13:40:48.423" v="3161" actId="20577"/>
        <pc:sldMkLst>
          <pc:docMk/>
          <pc:sldMk cId="2512357248" sldId="4535"/>
        </pc:sldMkLst>
        <pc:spChg chg="mod">
          <ac:chgData name="Allison B Taylor" userId="38c8237f-9d26-4ca9-8386-ca9a64f81faf" providerId="ADAL" clId="{59BD7257-E7E7-4021-A2F3-CE208D0AF6FD}" dt="2026-03-11T13:40:05.006" v="3152" actId="27636"/>
          <ac:spMkLst>
            <pc:docMk/>
            <pc:sldMk cId="2512357248" sldId="4535"/>
            <ac:spMk id="2" creationId="{DE44D58D-CBF8-2C99-D07D-89C6E51BE285}"/>
          </ac:spMkLst>
        </pc:spChg>
        <pc:spChg chg="mod">
          <ac:chgData name="Allison B Taylor" userId="38c8237f-9d26-4ca9-8386-ca9a64f81faf" providerId="ADAL" clId="{59BD7257-E7E7-4021-A2F3-CE208D0AF6FD}" dt="2026-03-11T13:40:48.423" v="3161" actId="20577"/>
          <ac:spMkLst>
            <pc:docMk/>
            <pc:sldMk cId="2512357248" sldId="4535"/>
            <ac:spMk id="3" creationId="{BDDA5020-E047-5D1A-5B99-B0FEFB2ECFA5}"/>
          </ac:spMkLst>
        </pc:spChg>
      </pc:sldChg>
      <pc:sldChg chg="addSp delSp modSp add mod">
        <pc:chgData name="Allison B Taylor" userId="38c8237f-9d26-4ca9-8386-ca9a64f81faf" providerId="ADAL" clId="{59BD7257-E7E7-4021-A2F3-CE208D0AF6FD}" dt="2026-03-11T13:36:24.383" v="3057" actId="478"/>
        <pc:sldMkLst>
          <pc:docMk/>
          <pc:sldMk cId="2156973217" sldId="4536"/>
        </pc:sldMkLst>
        <pc:spChg chg="mod">
          <ac:chgData name="Allison B Taylor" userId="38c8237f-9d26-4ca9-8386-ca9a64f81faf" providerId="ADAL" clId="{59BD7257-E7E7-4021-A2F3-CE208D0AF6FD}" dt="2026-03-11T13:26:56.610" v="3042" actId="20577"/>
          <ac:spMkLst>
            <pc:docMk/>
            <pc:sldMk cId="2156973217" sldId="4536"/>
            <ac:spMk id="2" creationId="{6F4C4BA5-CBAF-B247-761A-EEC017FF633A}"/>
          </ac:spMkLst>
        </pc:spChg>
        <pc:picChg chg="add del mod">
          <ac:chgData name="Allison B Taylor" userId="38c8237f-9d26-4ca9-8386-ca9a64f81faf" providerId="ADAL" clId="{59BD7257-E7E7-4021-A2F3-CE208D0AF6FD}" dt="2026-03-11T13:35:40.584" v="3048" actId="478"/>
          <ac:picMkLst>
            <pc:docMk/>
            <pc:sldMk cId="2156973217" sldId="4536"/>
            <ac:picMk id="11" creationId="{F2386F48-DFA2-3A55-DFC5-92B27EA391D2}"/>
          </ac:picMkLst>
        </pc:picChg>
        <pc:picChg chg="add del mod">
          <ac:chgData name="Allison B Taylor" userId="38c8237f-9d26-4ca9-8386-ca9a64f81faf" providerId="ADAL" clId="{59BD7257-E7E7-4021-A2F3-CE208D0AF6FD}" dt="2026-03-11T13:36:24.383" v="3057" actId="478"/>
          <ac:picMkLst>
            <pc:docMk/>
            <pc:sldMk cId="2156973217" sldId="4536"/>
            <ac:picMk id="13" creationId="{4A2AA428-3FCF-49C3-3324-833F18D9EE62}"/>
          </ac:picMkLst>
        </pc:picChg>
      </pc:sldChg>
    </pc:docChg>
  </pc:docChgLst>
  <pc:docChgLst>
    <pc:chgData name="Rowan DeAza" userId="S::rowan.deaza_thearcofghn.org#ext#@liveumb.onmicrosoft.com::623cc26e-b504-44ca-9c7c-4720981b9d88" providerId="AD" clId="Web-{2667A03F-52EF-53DC-1F1F-DE11CCE06537}"/>
    <pc:docChg chg="modSld">
      <pc:chgData name="Rowan DeAza" userId="S::rowan.deaza_thearcofghn.org#ext#@liveumb.onmicrosoft.com::623cc26e-b504-44ca-9c7c-4720981b9d88" providerId="AD" clId="Web-{2667A03F-52EF-53DC-1F1F-DE11CCE06537}" dt="2026-03-10T21:17:37.408" v="265" actId="20577"/>
      <pc:docMkLst>
        <pc:docMk/>
      </pc:docMkLst>
      <pc:sldChg chg="modSp">
        <pc:chgData name="Rowan DeAza" userId="S::rowan.deaza_thearcofghn.org#ext#@liveumb.onmicrosoft.com::623cc26e-b504-44ca-9c7c-4720981b9d88" providerId="AD" clId="Web-{2667A03F-52EF-53DC-1F1F-DE11CCE06537}" dt="2026-03-10T21:13:25.349" v="98" actId="20577"/>
        <pc:sldMkLst>
          <pc:docMk/>
          <pc:sldMk cId="617928375" sldId="4498"/>
        </pc:sldMkLst>
      </pc:sldChg>
      <pc:sldChg chg="modSp">
        <pc:chgData name="Rowan DeAza" userId="S::rowan.deaza_thearcofghn.org#ext#@liveumb.onmicrosoft.com::623cc26e-b504-44ca-9c7c-4720981b9d88" providerId="AD" clId="Web-{2667A03F-52EF-53DC-1F1F-DE11CCE06537}" dt="2026-03-10T21:17:37.408" v="265" actId="20577"/>
        <pc:sldMkLst>
          <pc:docMk/>
          <pc:sldMk cId="1168745786" sldId="4499"/>
        </pc:sldMkLst>
        <pc:spChg chg="mod">
          <ac:chgData name="Rowan DeAza" userId="S::rowan.deaza_thearcofghn.org#ext#@liveumb.onmicrosoft.com::623cc26e-b504-44ca-9c7c-4720981b9d88" providerId="AD" clId="Web-{2667A03F-52EF-53DC-1F1F-DE11CCE06537}" dt="2026-03-10T21:17:37.408" v="265" actId="20577"/>
          <ac:spMkLst>
            <pc:docMk/>
            <pc:sldMk cId="1168745786" sldId="4499"/>
            <ac:spMk id="3" creationId="{9D593AE8-CE27-066F-157B-1BFBF51A0216}"/>
          </ac:spMkLst>
        </pc:spChg>
      </pc:sldChg>
      <pc:sldChg chg="modSp">
        <pc:chgData name="Rowan DeAza" userId="S::rowan.deaza_thearcofghn.org#ext#@liveumb.onmicrosoft.com::623cc26e-b504-44ca-9c7c-4720981b9d88" providerId="AD" clId="Web-{2667A03F-52EF-53DC-1F1F-DE11CCE06537}" dt="2026-03-10T21:04:16.725" v="59" actId="20577"/>
        <pc:sldMkLst>
          <pc:docMk/>
          <pc:sldMk cId="1282789132" sldId="4503"/>
        </pc:sldMkLst>
        <pc:spChg chg="mod">
          <ac:chgData name="Rowan DeAza" userId="S::rowan.deaza_thearcofghn.org#ext#@liveumb.onmicrosoft.com::623cc26e-b504-44ca-9c7c-4720981b9d88" providerId="AD" clId="Web-{2667A03F-52EF-53DC-1F1F-DE11CCE06537}" dt="2026-03-10T21:04:16.725" v="59" actId="20577"/>
          <ac:spMkLst>
            <pc:docMk/>
            <pc:sldMk cId="1282789132" sldId="4503"/>
            <ac:spMk id="3" creationId="{FF8B64E7-6537-83D0-AD6D-E313F436C28D}"/>
          </ac:spMkLst>
        </pc:spChg>
      </pc:sldChg>
    </pc:docChg>
  </pc:docChgLst>
  <pc:docChgLst>
    <pc:chgData name="Jennifer Bose" userId="f57e63ec-2de7-442a-90bd-440d5db3c04d" providerId="ADAL" clId="{6C94F68D-B0BC-4854-98FA-00F3DEEEAEF0}"/>
    <pc:docChg chg="modSld">
      <pc:chgData name="Jennifer Bose" userId="f57e63ec-2de7-442a-90bd-440d5db3c04d" providerId="ADAL" clId="{6C94F68D-B0BC-4854-98FA-00F3DEEEAEF0}" dt="2026-03-05T17:13:08.057" v="483" actId="20577"/>
      <pc:docMkLst>
        <pc:docMk/>
      </pc:docMkLst>
      <pc:sldChg chg="modSp mod">
        <pc:chgData name="Jennifer Bose" userId="f57e63ec-2de7-442a-90bd-440d5db3c04d" providerId="ADAL" clId="{6C94F68D-B0BC-4854-98FA-00F3DEEEAEF0}" dt="2026-03-05T17:13:08.057" v="483" actId="20577"/>
        <pc:sldMkLst>
          <pc:docMk/>
          <pc:sldMk cId="1487416552" sldId="4502"/>
        </pc:sldMkLst>
        <pc:spChg chg="mod">
          <ac:chgData name="Jennifer Bose" userId="f57e63ec-2de7-442a-90bd-440d5db3c04d" providerId="ADAL" clId="{6C94F68D-B0BC-4854-98FA-00F3DEEEAEF0}" dt="2026-03-05T17:13:08.057" v="483" actId="20577"/>
          <ac:spMkLst>
            <pc:docMk/>
            <pc:sldMk cId="1487416552" sldId="4502"/>
            <ac:spMk id="3" creationId="{5F634345-C6E0-81F4-77BF-33C6EF9DD970}"/>
          </ac:spMkLst>
        </pc:spChg>
      </pc:sldChg>
    </pc:docChg>
  </pc:docChgLst>
  <pc:docChgLst>
    <pc:chgData name="Oliver B Lyons" userId="S::oliver.lyons@umb.edu::10ac6de2-fbd0-4a17-b115-06cdfffe79ae" providerId="AD" clId="Web-{2D7ABAEF-0A20-41EA-CC18-DE195CA511D8}"/>
    <pc:docChg chg="addSld modSld">
      <pc:chgData name="Oliver B Lyons" userId="S::oliver.lyons@umb.edu::10ac6de2-fbd0-4a17-b115-06cdfffe79ae" providerId="AD" clId="Web-{2D7ABAEF-0A20-41EA-CC18-DE195CA511D8}" dt="2026-03-05T16:49:52.502" v="1558" actId="20577"/>
      <pc:docMkLst>
        <pc:docMk/>
      </pc:docMkLst>
      <pc:sldChg chg="modSp">
        <pc:chgData name="Oliver B Lyons" userId="S::oliver.lyons@umb.edu::10ac6de2-fbd0-4a17-b115-06cdfffe79ae" providerId="AD" clId="Web-{2D7ABAEF-0A20-41EA-CC18-DE195CA511D8}" dt="2026-03-05T16:04:25.668" v="883" actId="20577"/>
        <pc:sldMkLst>
          <pc:docMk/>
          <pc:sldMk cId="617928375" sldId="4498"/>
        </pc:sldMkLst>
      </pc:sldChg>
      <pc:sldChg chg="modSp">
        <pc:chgData name="Oliver B Lyons" userId="S::oliver.lyons@umb.edu::10ac6de2-fbd0-4a17-b115-06cdfffe79ae" providerId="AD" clId="Web-{2D7ABAEF-0A20-41EA-CC18-DE195CA511D8}" dt="2026-03-05T16:45:05.888" v="1313" actId="20577"/>
        <pc:sldMkLst>
          <pc:docMk/>
          <pc:sldMk cId="1168745786" sldId="4499"/>
        </pc:sldMkLst>
        <pc:spChg chg="mod">
          <ac:chgData name="Oliver B Lyons" userId="S::oliver.lyons@umb.edu::10ac6de2-fbd0-4a17-b115-06cdfffe79ae" providerId="AD" clId="Web-{2D7ABAEF-0A20-41EA-CC18-DE195CA511D8}" dt="2026-03-05T16:45:05.888" v="1313" actId="20577"/>
          <ac:spMkLst>
            <pc:docMk/>
            <pc:sldMk cId="1168745786" sldId="4499"/>
            <ac:spMk id="3" creationId="{9D593AE8-CE27-066F-157B-1BFBF51A0216}"/>
          </ac:spMkLst>
        </pc:spChg>
      </pc:sldChg>
      <pc:sldChg chg="addSp delSp modSp modNotes">
        <pc:chgData name="Oliver B Lyons" userId="S::oliver.lyons@umb.edu::10ac6de2-fbd0-4a17-b115-06cdfffe79ae" providerId="AD" clId="Web-{2D7ABAEF-0A20-41EA-CC18-DE195CA511D8}" dt="2026-03-05T16:46:57.661" v="1320" actId="1076"/>
        <pc:sldMkLst>
          <pc:docMk/>
          <pc:sldMk cId="758624423" sldId="4501"/>
        </pc:sldMkLst>
        <pc:picChg chg="add mod ord">
          <ac:chgData name="Oliver B Lyons" userId="S::oliver.lyons@umb.edu::10ac6de2-fbd0-4a17-b115-06cdfffe79ae" providerId="AD" clId="Web-{2D7ABAEF-0A20-41EA-CC18-DE195CA511D8}" dt="2026-03-05T16:46:57.661" v="1320" actId="1076"/>
          <ac:picMkLst>
            <pc:docMk/>
            <pc:sldMk cId="758624423" sldId="4501"/>
            <ac:picMk id="5" creationId="{75D61CE4-B384-C3D2-28DA-071A03EEFB0F}"/>
          </ac:picMkLst>
        </pc:picChg>
      </pc:sldChg>
      <pc:sldChg chg="modSp">
        <pc:chgData name="Oliver B Lyons" userId="S::oliver.lyons@umb.edu::10ac6de2-fbd0-4a17-b115-06cdfffe79ae" providerId="AD" clId="Web-{2D7ABAEF-0A20-41EA-CC18-DE195CA511D8}" dt="2026-03-05T16:40:44.349" v="1075" actId="20577"/>
        <pc:sldMkLst>
          <pc:docMk/>
          <pc:sldMk cId="1282789132" sldId="4503"/>
        </pc:sldMkLst>
        <pc:spChg chg="mod">
          <ac:chgData name="Oliver B Lyons" userId="S::oliver.lyons@umb.edu::10ac6de2-fbd0-4a17-b115-06cdfffe79ae" providerId="AD" clId="Web-{2D7ABAEF-0A20-41EA-CC18-DE195CA511D8}" dt="2026-03-05T16:40:44.349" v="1075" actId="20577"/>
          <ac:spMkLst>
            <pc:docMk/>
            <pc:sldMk cId="1282789132" sldId="4503"/>
            <ac:spMk id="3" creationId="{FF8B64E7-6537-83D0-AD6D-E313F436C28D}"/>
          </ac:spMkLst>
        </pc:spChg>
      </pc:sldChg>
      <pc:sldChg chg="addSp delSp modSp add replId modNotes">
        <pc:chgData name="Oliver B Lyons" userId="S::oliver.lyons@umb.edu::10ac6de2-fbd0-4a17-b115-06cdfffe79ae" providerId="AD" clId="Web-{2D7ABAEF-0A20-41EA-CC18-DE195CA511D8}" dt="2026-03-05T16:49:52.502" v="1558" actId="20577"/>
        <pc:sldMkLst>
          <pc:docMk/>
          <pc:sldMk cId="2265288351" sldId="4533"/>
        </pc:sldMkLst>
        <pc:spChg chg="mod">
          <ac:chgData name="Oliver B Lyons" userId="S::oliver.lyons@umb.edu::10ac6de2-fbd0-4a17-b115-06cdfffe79ae" providerId="AD" clId="Web-{2D7ABAEF-0A20-41EA-CC18-DE195CA511D8}" dt="2026-03-05T16:47:09.552" v="1325" actId="20577"/>
          <ac:spMkLst>
            <pc:docMk/>
            <pc:sldMk cId="2265288351" sldId="4533"/>
            <ac:spMk id="2" creationId="{4EEFFAA2-AA5E-17CA-064A-D44737A3606E}"/>
          </ac:spMkLst>
        </pc:spChg>
        <pc:spChg chg="add mod">
          <ac:chgData name="Oliver B Lyons" userId="S::oliver.lyons@umb.edu::10ac6de2-fbd0-4a17-b115-06cdfffe79ae" providerId="AD" clId="Web-{2D7ABAEF-0A20-41EA-CC18-DE195CA511D8}" dt="2026-03-05T16:49:52.502" v="1558" actId="20577"/>
          <ac:spMkLst>
            <pc:docMk/>
            <pc:sldMk cId="2265288351" sldId="4533"/>
            <ac:spMk id="6" creationId="{0E809F65-2652-823A-2C40-ED7190E63B52}"/>
          </ac:spMkLst>
        </pc:spChg>
      </pc:sldChg>
    </pc:docChg>
  </pc:docChgLst>
  <pc:docChgLst>
    <pc:chgData name="Oliver B Lyons" userId="S::oliver.lyons@umb.edu::10ac6de2-fbd0-4a17-b115-06cdfffe79ae" providerId="AD" clId="Web-{486D744E-B91F-EED8-4DF6-3EE889151A84}"/>
    <pc:docChg chg="modSld">
      <pc:chgData name="Oliver B Lyons" userId="S::oliver.lyons@umb.edu::10ac6de2-fbd0-4a17-b115-06cdfffe79ae" providerId="AD" clId="Web-{486D744E-B91F-EED8-4DF6-3EE889151A84}" dt="2026-03-05T18:31:13.234" v="272"/>
      <pc:docMkLst>
        <pc:docMk/>
      </pc:docMkLst>
      <pc:sldChg chg="modNotes">
        <pc:chgData name="Oliver B Lyons" userId="S::oliver.lyons@umb.edu::10ac6de2-fbd0-4a17-b115-06cdfffe79ae" providerId="AD" clId="Web-{486D744E-B91F-EED8-4DF6-3EE889151A84}" dt="2026-03-05T18:31:13.234" v="272"/>
        <pc:sldMkLst>
          <pc:docMk/>
          <pc:sldMk cId="2265288351" sldId="4533"/>
        </pc:sldMkLst>
      </pc:sldChg>
    </pc:docChg>
  </pc:docChgLst>
  <pc:docChgLst>
    <pc:chgData name="Esther N Kamau" userId="S::esther.kamau@umb.edu::c59bc04e-195b-4f47-a9cf-cd0f66ebb9bd" providerId="AD" clId="Web-{FA229D58-C772-E784-EC6A-248505C589CC}"/>
    <pc:docChg chg="modSld">
      <pc:chgData name="Esther N Kamau" userId="S::esther.kamau@umb.edu::c59bc04e-195b-4f47-a9cf-cd0f66ebb9bd" providerId="AD" clId="Web-{FA229D58-C772-E784-EC6A-248505C589CC}" dt="2026-03-12T12:31:23.149" v="105" actId="20577"/>
      <pc:docMkLst>
        <pc:docMk/>
      </pc:docMkLst>
      <pc:sldChg chg="addSp modSp mod setBg">
        <pc:chgData name="Esther N Kamau" userId="S::esther.kamau@umb.edu::c59bc04e-195b-4f47-a9cf-cd0f66ebb9bd" providerId="AD" clId="Web-{FA229D58-C772-E784-EC6A-248505C589CC}" dt="2026-03-12T12:31:23.149" v="105" actId="20577"/>
        <pc:sldMkLst>
          <pc:docMk/>
          <pc:sldMk cId="3578916189" sldId="4500"/>
        </pc:sldMkLst>
        <pc:spChg chg="mod">
          <ac:chgData name="Esther N Kamau" userId="S::esther.kamau@umb.edu::c59bc04e-195b-4f47-a9cf-cd0f66ebb9bd" providerId="AD" clId="Web-{FA229D58-C772-E784-EC6A-248505C589CC}" dt="2026-03-12T12:27:01.294" v="2"/>
          <ac:spMkLst>
            <pc:docMk/>
            <pc:sldMk cId="3578916189" sldId="4500"/>
            <ac:spMk id="2" creationId="{277323FD-C287-33AA-A932-3CEACA48EE59}"/>
          </ac:spMkLst>
        </pc:spChg>
        <pc:spChg chg="mod">
          <ac:chgData name="Esther N Kamau" userId="S::esther.kamau@umb.edu::c59bc04e-195b-4f47-a9cf-cd0f66ebb9bd" providerId="AD" clId="Web-{FA229D58-C772-E784-EC6A-248505C589CC}" dt="2026-03-12T12:31:23.149" v="105" actId="20577"/>
          <ac:spMkLst>
            <pc:docMk/>
            <pc:sldMk cId="3578916189" sldId="4500"/>
            <ac:spMk id="3" creationId="{6AD83B15-E9D8-6E2F-F42A-302E1D0C072C}"/>
          </ac:spMkLst>
        </pc:spChg>
        <pc:spChg chg="mod">
          <ac:chgData name="Esther N Kamau" userId="S::esther.kamau@umb.edu::c59bc04e-195b-4f47-a9cf-cd0f66ebb9bd" providerId="AD" clId="Web-{FA229D58-C772-E784-EC6A-248505C589CC}" dt="2026-03-12T12:27:01.294" v="2"/>
          <ac:spMkLst>
            <pc:docMk/>
            <pc:sldMk cId="3578916189" sldId="4500"/>
            <ac:spMk id="4" creationId="{19A63AA9-9E44-8C47-5064-5542A0A0F7DB}"/>
          </ac:spMkLst>
        </pc:spChg>
        <pc:spChg chg="add">
          <ac:chgData name="Esther N Kamau" userId="S::esther.kamau@umb.edu::c59bc04e-195b-4f47-a9cf-cd0f66ebb9bd" providerId="AD" clId="Web-{FA229D58-C772-E784-EC6A-248505C589CC}" dt="2026-03-12T12:27:01.294" v="2"/>
          <ac:spMkLst>
            <pc:docMk/>
            <pc:sldMk cId="3578916189" sldId="4500"/>
            <ac:spMk id="9" creationId="{100EDD19-6802-4EC3-95CE-CFFAB042CFD6}"/>
          </ac:spMkLst>
        </pc:spChg>
        <pc:spChg chg="add">
          <ac:chgData name="Esther N Kamau" userId="S::esther.kamau@umb.edu::c59bc04e-195b-4f47-a9cf-cd0f66ebb9bd" providerId="AD" clId="Web-{FA229D58-C772-E784-EC6A-248505C589CC}" dt="2026-03-12T12:27:01.294" v="2"/>
          <ac:spMkLst>
            <pc:docMk/>
            <pc:sldMk cId="3578916189" sldId="4500"/>
            <ac:spMk id="11" creationId="{DB17E863-922E-4C26-BD64-E8FD41D28661}"/>
          </ac:spMkLst>
        </pc:spChg>
      </pc:sldChg>
    </pc:docChg>
  </pc:docChgLst>
  <pc:docChgLst>
    <pc:chgData clId="Web-{C959BC9E-3F27-4FDB-A52D-497416288B08}"/>
    <pc:docChg chg="mod">
      <pc:chgData name="" userId="" providerId="" clId="Web-{C959BC9E-3F27-4FDB-A52D-497416288B08}" dt="2026-03-05T16:06:54.344" v="0"/>
      <pc:docMkLst>
        <pc:docMk/>
      </pc:docMkLst>
    </pc:docChg>
  </pc:docChgLst>
  <pc:docChgLst>
    <pc:chgData name="Esther N Kamau" userId="c59bc04e-195b-4f47-a9cf-cd0f66ebb9bd" providerId="ADAL" clId="{25E3C700-A780-5A54-A9F0-873DF67912C4}"/>
    <pc:docChg chg="undo custSel addSld modSld sldOrd">
      <pc:chgData name="Esther N Kamau" userId="c59bc04e-195b-4f47-a9cf-cd0f66ebb9bd" providerId="ADAL" clId="{25E3C700-A780-5A54-A9F0-873DF67912C4}" dt="2026-03-09T22:55:12.176" v="146" actId="14100"/>
      <pc:docMkLst>
        <pc:docMk/>
      </pc:docMkLst>
      <pc:sldChg chg="modSp">
        <pc:chgData name="Esther N Kamau" userId="c59bc04e-195b-4f47-a9cf-cd0f66ebb9bd" providerId="ADAL" clId="{25E3C700-A780-5A54-A9F0-873DF67912C4}" dt="2026-03-09T18:13:19.919" v="33" actId="20577"/>
        <pc:sldMkLst>
          <pc:docMk/>
          <pc:sldMk cId="853422248" sldId="4496"/>
        </pc:sldMkLst>
        <pc:graphicFrameChg chg="mod">
          <ac:chgData name="Esther N Kamau" userId="c59bc04e-195b-4f47-a9cf-cd0f66ebb9bd" providerId="ADAL" clId="{25E3C700-A780-5A54-A9F0-873DF67912C4}" dt="2026-03-09T18:13:19.919" v="33" actId="20577"/>
          <ac:graphicFrameMkLst>
            <pc:docMk/>
            <pc:sldMk cId="853422248" sldId="4496"/>
            <ac:graphicFrameMk id="9" creationId="{8198AE59-5870-802B-C025-6A50AAC1E613}"/>
          </ac:graphicFrameMkLst>
        </pc:graphicFrameChg>
      </pc:sldChg>
      <pc:sldChg chg="modSp mod ord">
        <pc:chgData name="Esther N Kamau" userId="c59bc04e-195b-4f47-a9cf-cd0f66ebb9bd" providerId="ADAL" clId="{25E3C700-A780-5A54-A9F0-873DF67912C4}" dt="2026-03-09T22:51:55.055" v="137" actId="27636"/>
        <pc:sldMkLst>
          <pc:docMk/>
          <pc:sldMk cId="3578916189" sldId="4500"/>
        </pc:sldMkLst>
        <pc:spChg chg="mod">
          <ac:chgData name="Esther N Kamau" userId="c59bc04e-195b-4f47-a9cf-cd0f66ebb9bd" providerId="ADAL" clId="{25E3C700-A780-5A54-A9F0-873DF67912C4}" dt="2026-03-09T22:51:55.055" v="137" actId="27636"/>
          <ac:spMkLst>
            <pc:docMk/>
            <pc:sldMk cId="3578916189" sldId="4500"/>
            <ac:spMk id="3" creationId="{6AD83B15-E9D8-6E2F-F42A-302E1D0C072C}"/>
          </ac:spMkLst>
        </pc:spChg>
      </pc:sldChg>
      <pc:sldChg chg="delSp modSp add mod setBg delDesignElem">
        <pc:chgData name="Esther N Kamau" userId="c59bc04e-195b-4f47-a9cf-cd0f66ebb9bd" providerId="ADAL" clId="{25E3C700-A780-5A54-A9F0-873DF67912C4}" dt="2026-03-09T22:55:12.176" v="146" actId="14100"/>
        <pc:sldMkLst>
          <pc:docMk/>
          <pc:sldMk cId="161601209" sldId="4534"/>
        </pc:sldMkLst>
        <pc:spChg chg="mod">
          <ac:chgData name="Esther N Kamau" userId="c59bc04e-195b-4f47-a9cf-cd0f66ebb9bd" providerId="ADAL" clId="{25E3C700-A780-5A54-A9F0-873DF67912C4}" dt="2026-03-09T22:55:12.176" v="146" actId="14100"/>
          <ac:spMkLst>
            <pc:docMk/>
            <pc:sldMk cId="161601209" sldId="4534"/>
            <ac:spMk id="2" creationId="{D2B907FB-57BD-28F3-D1D6-76E702D1705B}"/>
          </ac:spMkLst>
        </pc:spChg>
      </pc:sldChg>
      <pc:sldChg chg="modSp add mod">
        <pc:chgData name="Esther N Kamau" userId="c59bc04e-195b-4f47-a9cf-cd0f66ebb9bd" providerId="ADAL" clId="{25E3C700-A780-5A54-A9F0-873DF67912C4}" dt="2026-03-09T22:54:57.611" v="144" actId="14100"/>
        <pc:sldMkLst>
          <pc:docMk/>
          <pc:sldMk cId="2512357248" sldId="4535"/>
        </pc:sldMkLst>
        <pc:spChg chg="mod">
          <ac:chgData name="Esther N Kamau" userId="c59bc04e-195b-4f47-a9cf-cd0f66ebb9bd" providerId="ADAL" clId="{25E3C700-A780-5A54-A9F0-873DF67912C4}" dt="2026-03-09T22:54:57.611" v="144" actId="14100"/>
          <ac:spMkLst>
            <pc:docMk/>
            <pc:sldMk cId="2512357248" sldId="4535"/>
            <ac:spMk id="2" creationId="{DE44D58D-CBF8-2C99-D07D-89C6E51BE285}"/>
          </ac:spMkLst>
        </pc:spChg>
        <pc:spChg chg="mod">
          <ac:chgData name="Esther N Kamau" userId="c59bc04e-195b-4f47-a9cf-cd0f66ebb9bd" providerId="ADAL" clId="{25E3C700-A780-5A54-A9F0-873DF67912C4}" dt="2026-03-09T22:48:58.952" v="111" actId="207"/>
          <ac:spMkLst>
            <pc:docMk/>
            <pc:sldMk cId="2512357248" sldId="4535"/>
            <ac:spMk id="3" creationId="{BDDA5020-E047-5D1A-5B99-B0FEFB2ECFA5}"/>
          </ac:spMkLst>
        </pc:spChg>
      </pc:sldChg>
    </pc:docChg>
  </pc:docChgLst>
</pc:chgInfo>
</file>

<file path=ppt/comments/modernComment_11B6_9A1D6B9.xml><?xml version="1.0" encoding="utf-8"?>
<p188:cmLst xmlns:a="http://schemas.openxmlformats.org/drawingml/2006/main" xmlns:r="http://schemas.openxmlformats.org/officeDocument/2006/relationships" xmlns:p188="http://schemas.microsoft.com/office/powerpoint/2018/8/main">
  <p188:cm id="{5A62E292-6BD7-4457-B281-C6BA2A1AAE6C}" authorId="{74976233-0874-7BC2-4439-4098E4A9B58D}" status="resolved" created="2025-10-03T14:36:52.139">
    <pc:sldMkLst xmlns:pc="http://schemas.microsoft.com/office/powerpoint/2013/main/command">
      <pc:docMk/>
      <pc:sldMk cId="161601209" sldId="4500"/>
    </pc:sldMkLst>
    <p188:txBody>
      <a:bodyPr/>
      <a:lstStyle/>
      <a:p>
        <a:r>
          <a:rPr lang="en-US"/>
          <a:t>Check formatting
</a:t>
        </a:r>
      </a:p>
    </p188:txBody>
  </p188:cm>
</p188:cmLst>
</file>

<file path=ppt/comments/modernComment_13F_C00201B7.xml><?xml version="1.0" encoding="utf-8"?>
<p188:cmLst xmlns:a="http://schemas.openxmlformats.org/drawingml/2006/main" xmlns:r="http://schemas.openxmlformats.org/officeDocument/2006/relationships" xmlns:p188="http://schemas.microsoft.com/office/powerpoint/2018/8/main">
  <p188:cm id="{DE754B51-590D-4731-BE5C-956DDCA7F8FE}" authorId="{74976233-0874-7BC2-4439-4098E4A9B58D}" created="2024-07-26T20:44:59.640">
    <pc:sldMkLst xmlns:pc="http://schemas.microsoft.com/office/powerpoint/2013/main/command">
      <pc:docMk/>
      <pc:sldMk cId="3221356983" sldId="319"/>
    </pc:sldMkLst>
    <p188:txBody>
      <a:bodyPr/>
      <a:lstStyle/>
      <a:p>
        <a:r>
          <a:rPr lang="en-US"/>
          <a:t>See consortium ppt from March 2023 for feedback process. https://liveumb.sharepoint.com/:p:/r/sites/LPTE-LPTEcorestaff/Shared%20Documents/LPTE%20core%20staff/Consortium%20Meetings/Consortium%202023-3%20March/LPTE%20PPT%203-23-23.pptx?d=wd00e4d9fca3d44c2865c2e3646625f95&amp;csf=1&amp;web=1&amp;e=Thth0c</a:t>
        </a:r>
      </a:p>
    </p188:txBody>
  </p188:cm>
  <p188:cm id="{8B4058E2-62DD-4F39-82BF-16CE4D661404}" authorId="{2647414F-76FB-9F34-3599-5A5CBC052074}" created="2024-09-10T21:46:34.584">
    <ac:txMkLst xmlns:ac="http://schemas.microsoft.com/office/drawing/2013/main/command">
      <pc:docMk xmlns:pc="http://schemas.microsoft.com/office/powerpoint/2013/main/command"/>
      <pc:sldMk xmlns:pc="http://schemas.microsoft.com/office/powerpoint/2013/main/command" cId="3221356983" sldId="319"/>
      <ac:spMk id="7" creationId="{3B871B0B-0EE2-CF4B-029C-708765E79A80}"/>
      <ac:txMk cp="91" len="8">
        <ac:context len="124" hash="2422771535"/>
      </ac:txMk>
    </ac:txMkLst>
    <p188:pos x="2505257" y="1038098"/>
    <p188:txBody>
      <a:bodyPr/>
      <a:lstStyle/>
      <a:p>
        <a:r>
          <a:rPr lang="en-US"/>
          <a:t>Changed “largely centered” to “centered.”</a:t>
        </a:r>
      </a:p>
    </p188:txBody>
    <p188:extLst>
      <p:ext xmlns:p="http://schemas.openxmlformats.org/presentationml/2006/main" uri="{57CB4572-C831-44C2-8A1C-0ADB6CCDFE69}">
        <p223:reactions xmlns:p223="http://schemas.microsoft.com/office/powerpoint/2022/03/main">
          <p223:rxn type="👍">
            <p223:instance time="2024-09-13T15:43:10.418" authorId="{53829A89-B6C8-5F79-01E8-0C152BD6C52D}"/>
          </p223:rxn>
        </p223:reactions>
      </p:ext>
    </p188:extLst>
  </p188:cm>
</p188:cmLst>
</file>

<file path=ppt/comments/modernComment_1191_49114759.xml><?xml version="1.0" encoding="utf-8"?>
<p188:cmLst xmlns:a="http://schemas.openxmlformats.org/drawingml/2006/main" xmlns:r="http://schemas.openxmlformats.org/officeDocument/2006/relationships" xmlns:p188="http://schemas.microsoft.com/office/powerpoint/2018/8/main">
  <p188:cm id="{9CA489F7-490D-4662-B4DE-CC4E8BFA71F9}" authorId="{74976233-0874-7BC2-4439-4098E4A9B58D}" created="2026-03-02T21:42:56.548">
    <ac:txMkLst xmlns:ac="http://schemas.microsoft.com/office/drawing/2013/main/command">
      <pc:docMk xmlns:pc="http://schemas.microsoft.com/office/powerpoint/2013/main/command"/>
      <pc:sldMk xmlns:pc="http://schemas.microsoft.com/office/powerpoint/2013/main/command" cId="1225869145" sldId="4497"/>
      <ac:spMk id="3" creationId="{88EEEF70-EB23-E2EC-CD20-1A6C982F68BC}"/>
      <ac:txMk cp="288" len="566">
        <ac:context len="1637" hash="1653358718"/>
      </ac:txMk>
    </ac:txMkLst>
    <p188:pos x="11312434" y="1476102"/>
    <p188:txBody>
      <a:bodyPr/>
      <a:lstStyle/>
      <a:p>
        <a:r>
          <a:rPr lang="en-US"/>
          <a:t>Oh man, this is such a good question - how to answer? We have been puzzled by the fact that LPS doesn’t start Pre-ETS for many students until they’re ready to graduate or age out. But we haven’t done a lot of investigation into why or what else is available to students.
Rowan, do you know if NILP is providing Pre-ETS to younger students? Are American Training and NILP both vendors with LPS?</a:t>
        </a:r>
      </a:p>
    </p188:txBody>
  </p188:cm>
  <p188:cm id="{DA801270-C70E-42CB-A381-A6D20D36499A}" authorId="{74976233-0874-7BC2-4439-4098E4A9B58D}" created="2026-03-02T21:48:07.609">
    <ac:txMkLst xmlns:ac="http://schemas.microsoft.com/office/drawing/2013/main/command">
      <pc:docMk xmlns:pc="http://schemas.microsoft.com/office/powerpoint/2013/main/command"/>
      <pc:sldMk xmlns:pc="http://schemas.microsoft.com/office/powerpoint/2013/main/command" cId="1225869145" sldId="4497"/>
      <ac:spMk id="3" creationId="{88EEEF70-EB23-E2EC-CD20-1A6C982F68BC}"/>
      <ac:txMk cp="855" len="63">
        <ac:context len="1637" hash="1653358718"/>
      </ac:txMk>
    </ac:txMkLst>
    <p188:pos x="5695406" y="2782388"/>
    <p188:txBody>
      <a:bodyPr/>
      <a:lstStyle/>
      <a:p>
        <a:r>
          <a:rPr lang="en-US"/>
          <a:t>What *is* our secret sauce? Thoughts:
* The partnership with The Arc is huge. 
* Responding to the folks on the ground in the community vs. imposing our ideas. 
* Persistence? Like, it took how many tries to get DDS involved? To get the higher ups at LPS involved? But once we did, now we have Leah and Amy, who are super engaged.</a:t>
        </a:r>
      </a:p>
    </p188:txBody>
  </p188:cm>
</p188:cmLst>
</file>

<file path=ppt/comments/modernComment_1192_24D4D6B7.xml><?xml version="1.0" encoding="utf-8"?>
<p188:cmLst xmlns:a="http://schemas.openxmlformats.org/drawingml/2006/main" xmlns:r="http://schemas.openxmlformats.org/officeDocument/2006/relationships" xmlns:p188="http://schemas.microsoft.com/office/powerpoint/2018/8/main">
  <p188:cm id="{ED5573B7-7FCB-4C1F-A7AC-48B992881AFC}" authorId="{74976233-0874-7BC2-4439-4098E4A9B58D}" created="2026-03-05T15:36:36.729">
    <ac:deMkLst xmlns:ac="http://schemas.microsoft.com/office/drawing/2013/main/command">
      <pc:docMk xmlns:pc="http://schemas.microsoft.com/office/powerpoint/2013/main/command"/>
      <pc:sldMk xmlns:pc="http://schemas.microsoft.com/office/powerpoint/2013/main/command" cId="617928375" sldId="4498"/>
      <ac:spMk id="3" creationId="{7963F345-E5B4-C46E-A50B-5848C98264C3}"/>
    </ac:deMkLst>
    <p188:txBody>
      <a:bodyPr/>
      <a:lstStyle/>
      <a:p>
        <a:r>
          <a:rPr lang="en-US"/>
          <a:t>[@Esther N Kamau] [@Oliver B Lyons] any challenges to add? Include: 
- how we’ve tried to address challenges
- something we have tried but failed at (e.g., getting youth involved)</a:t>
        </a:r>
      </a:p>
    </p188:txBody>
  </p188:cm>
</p188:cmLst>
</file>

<file path=ppt/comments/modernComment_1193_45A9A53A.xml><?xml version="1.0" encoding="utf-8"?>
<p188:cmLst xmlns:a="http://schemas.openxmlformats.org/drawingml/2006/main" xmlns:r="http://schemas.openxmlformats.org/officeDocument/2006/relationships" xmlns:p188="http://schemas.microsoft.com/office/powerpoint/2018/8/main">
  <p188:cm id="{675D4489-B910-43BA-82CD-1136CBCF4511}" authorId="{74976233-0874-7BC2-4439-4098E4A9B58D}" created="2026-03-05T15:37:11.701">
    <pc:sldMkLst xmlns:pc="http://schemas.microsoft.com/office/powerpoint/2013/main/command">
      <pc:docMk/>
      <pc:sldMk cId="1168745786" sldId="4499"/>
    </pc:sldMkLst>
    <p188:txBody>
      <a:bodyPr/>
      <a:lstStyle/>
      <a:p>
        <a:r>
          <a:rPr lang="en-US"/>
          <a:t>[@Esther N Kamau] [@Oliver B Lyons] any lessons learned?</a:t>
        </a:r>
      </a:p>
    </p188:txBody>
  </p188:cm>
</p188:cmLst>
</file>

<file path=ppt/comments/modernComment_1194_D551ED5D.xml><?xml version="1.0" encoding="utf-8"?>
<p188:cmLst xmlns:a="http://schemas.openxmlformats.org/drawingml/2006/main" xmlns:r="http://schemas.openxmlformats.org/officeDocument/2006/relationships" xmlns:p188="http://schemas.microsoft.com/office/powerpoint/2018/8/main">
  <p188:cm id="{F7302543-AAF4-4453-A455-D3F4E222703C}" authorId="{74976233-0874-7BC2-4439-4098E4A9B58D}" created="2026-03-05T15:33:25.430">
    <ac:deMkLst xmlns:ac="http://schemas.microsoft.com/office/drawing/2013/main/command">
      <pc:docMk xmlns:pc="http://schemas.microsoft.com/office/powerpoint/2013/main/command"/>
      <pc:sldMk xmlns:pc="http://schemas.microsoft.com/office/powerpoint/2013/main/command" cId="3578916189" sldId="4500"/>
      <ac:spMk id="3" creationId="{6AD83B15-E9D8-6E2F-F42A-302E1D0C072C}"/>
    </ac:deMkLst>
    <p188:txBody>
      <a:bodyPr/>
      <a:lstStyle/>
      <a:p>
        <a:r>
          <a:rPr lang="en-US"/>
          <a:t>[@Esther N Kamau] - could you a slide or few on this? Things like:
Parent involvement in consortium
Survey
Winter series</a:t>
        </a:r>
      </a:p>
    </p188:txBody>
  </p188:cm>
</p188:cmLst>
</file>

<file path=ppt/comments/modernComment_1195_2D37B0A7.xml><?xml version="1.0" encoding="utf-8"?>
<p188:cmLst xmlns:a="http://schemas.openxmlformats.org/drawingml/2006/main" xmlns:r="http://schemas.openxmlformats.org/officeDocument/2006/relationships" xmlns:p188="http://schemas.microsoft.com/office/powerpoint/2018/8/main">
  <p188:cm id="{A1C8F27D-3034-4B31-A431-1309973E7D54}" authorId="{74976233-0874-7BC2-4439-4098E4A9B58D}" created="2026-03-05T15:34:36.096" startDate="2026-03-05T15:34:36.096" dueDate="2026-03-05T15:34:36.096" assignedTo="{D0BFEBDF-95AD-8ACF-BCAA-D89BA6489275}" title="@Oliver B Lyons could you add some stuff on the resource hub? One of the questions was about connections between the resource hub and Welcome Center.">
    <ac:deMkLst xmlns:ac="http://schemas.microsoft.com/office/drawing/2013/main/command">
      <pc:docMk xmlns:pc="http://schemas.microsoft.com/office/powerpoint/2013/main/command"/>
      <pc:sldMk xmlns:pc="http://schemas.microsoft.com/office/powerpoint/2013/main/command" cId="758624423" sldId="4501"/>
      <ac:spMk id="3" creationId="{84E597AF-8A84-5269-F179-4E7B80B67663}"/>
    </ac:deMkLst>
    <p188:replyLst>
      <p188:reply id="{ED91FC00-B001-4D77-9FF9-D926BA26834E}" authorId="{D6CFC0CE-00B8-4EDF-BBCD-1B8126F65567}" created="2026-03-05T15:56:31.959">
        <p188:txBody>
          <a:bodyPr/>
          <a:lstStyle/>
          <a:p>
            <a:r>
              <a:rPr lang="en-US"/>
              <a:t>[@Allison B Taylor] Let me know if this is too wordy? I can take out the picture and try and just condense what i wrote to bullet points</a:t>
            </a:r>
          </a:p>
        </p188:txBody>
      </p188:reply>
      <p188:reply id="{47256CB1-2A68-476A-AA7B-0CED829F3E7C}" authorId="{F2C42E7B-CD0A-A5AC-181F-5F85FF0E4545}" created="2026-03-05T16:06:54.344">
        <p188:txBody>
          <a:bodyPr/>
          <a:lstStyle/>
          <a:p>
            <a:r>
              <a:rPr lang="en-US"/>
              <a:t>I like the picture. Could you paste the text you suggest in the Notes and then just add bullet points to the slide itself? Maybe separating it out onto a couple of slides would be good. </a:t>
            </a:r>
          </a:p>
        </p188:txBody>
        <p188:extLst>
          <p:ext xmlns:p="http://schemas.openxmlformats.org/presentationml/2006/main" uri="{57CB4572-C831-44C2-8A1C-0ADB6CCDFE69}">
            <p223:reactions xmlns:p223="http://schemas.microsoft.com/office/powerpoint/2022/03/main">
              <p223:rxn type="👍">
                <p223:instance time="2026-03-05T16:46:16.219" authorId="{D6CFC0CE-00B8-4EDF-BBCD-1B8126F65567}"/>
              </p223:rxn>
            </p223:reactions>
          </p:ext>
        </p188:extLst>
      </p188:reply>
    </p188:replyLst>
    <p188:txBody>
      <a:bodyPr/>
      <a:lstStyle/>
      <a:p>
        <a:r>
          <a:rPr lang="en-US"/>
          <a:t>[@Oliver B Lyons] could you add some stuff on the resource hub? One of the questions was about connections between the resource hub and Welcome Center.</a:t>
        </a:r>
      </a:p>
    </p188:txBody>
    <p188:extLst>
      <p:ext xmlns:p="http://schemas.openxmlformats.org/presentationml/2006/main" uri="{5BB2D875-25FF-4072-B9AC-8F64D62656EB}">
        <p228:taskDetails xmlns:p228="http://schemas.microsoft.com/office/powerpoint/2022/08/main">
          <p228:history>
            <p228:event time="2026-03-05T15:34:36.096" id="{C5663C45-C8B8-4F01-A48E-92DC2C8CF1CB}">
              <p228:atrbtn authorId="{74976233-0874-7BC2-4439-4098E4A9B58D}"/>
              <p228:anchr>
                <p228:comment id="{A1C8F27D-3034-4B31-A431-1309973E7D54}"/>
              </p228:anchr>
              <p228:add/>
            </p228:event>
            <p228:event time="2026-03-05T15:34:36.096" id="{61142128-CCB4-48BC-9918-8B1B27DC14E3}">
              <p228:atrbtn authorId="{74976233-0874-7BC2-4439-4098E4A9B58D}"/>
              <p228:anchr>
                <p228:comment id="{A1C8F27D-3034-4B31-A431-1309973E7D54}"/>
              </p228:anchr>
              <p228:asgn authorId="{D0BFEBDF-95AD-8ACF-BCAA-D89BA6489275}"/>
            </p228:event>
            <p228:event time="2026-03-05T15:34:36.096" id="{C5B7FADA-744B-4BD9-97FE-52AC2D726F53}">
              <p228:atrbtn authorId="{74976233-0874-7BC2-4439-4098E4A9B58D}"/>
              <p228:anchr>
                <p228:comment id="{A1C8F27D-3034-4B31-A431-1309973E7D54}"/>
              </p228:anchr>
              <p228:title val="@Oliver B Lyons could you add some stuff on the resource hub? One of the questions was about connections between the resource hub and Welcome Center."/>
            </p228:event>
            <p228:event time="2026-03-05T15:34:36.096" id="{F4C533EC-7489-4207-B142-FD4F137B278C}">
              <p228:atrbtn authorId="{74976233-0874-7BC2-4439-4098E4A9B58D}"/>
              <p228:anchr>
                <p228:comment id="{A1C8F27D-3034-4B31-A431-1309973E7D54}"/>
              </p228:anchr>
              <p228:date stDt="2026-03-05T15:34:36.096" endDt="2026-03-05T15:34:36.096"/>
            </p228:event>
          </p228:history>
        </p228:taskDetails>
      </p:ext>
    </p188:extLst>
  </p188:cm>
</p188:cmLst>
</file>

<file path=ppt/comments/modernComment_1196_58A82CE8.xml><?xml version="1.0" encoding="utf-8"?>
<p188:cmLst xmlns:a="http://schemas.openxmlformats.org/drawingml/2006/main" xmlns:r="http://schemas.openxmlformats.org/officeDocument/2006/relationships" xmlns:p188="http://schemas.microsoft.com/office/powerpoint/2018/8/main">
  <p188:cm id="{CC61A77B-053A-461D-88E8-6752378E2F47}" authorId="{74976233-0874-7BC2-4439-4098E4A9B58D}" created="2026-03-05T15:35:17.795" startDate="2026-03-05T15:35:17.795" dueDate="2026-03-05T15:35:17.795" assignedTo="{BD98BD31-FE70-C971-688E-37D748B68C30}" title="@Jennifer Bose could you add some content on the Employment stories? ">
    <ac:deMkLst xmlns:ac="http://schemas.microsoft.com/office/drawing/2013/main/command">
      <pc:docMk xmlns:pc="http://schemas.microsoft.com/office/powerpoint/2013/main/command"/>
      <pc:sldMk xmlns:pc="http://schemas.microsoft.com/office/powerpoint/2013/main/command" cId="1487416552" sldId="4502"/>
      <ac:spMk id="3" creationId="{5F634345-C6E0-81F4-77BF-33C6EF9DD970}"/>
    </ac:deMkLst>
    <p188:txBody>
      <a:bodyPr/>
      <a:lstStyle/>
      <a:p>
        <a:r>
          <a:rPr lang="en-US"/>
          <a:t>[@Jennifer Bose] could you add some content on the Employment stories? </a:t>
        </a:r>
      </a:p>
    </p188:txBody>
    <p188:extLst>
      <p:ext xmlns:p="http://schemas.openxmlformats.org/presentationml/2006/main" uri="{5BB2D875-25FF-4072-B9AC-8F64D62656EB}">
        <p228:taskDetails xmlns:p228="http://schemas.microsoft.com/office/powerpoint/2022/08/main">
          <p228:history>
            <p228:event time="2026-03-05T15:35:17.795" id="{B7C80E1E-D77C-425B-BC9A-9946488E4144}">
              <p228:atrbtn authorId="{74976233-0874-7BC2-4439-4098E4A9B58D}"/>
              <p228:anchr>
                <p228:comment id="{CC61A77B-053A-461D-88E8-6752378E2F47}"/>
              </p228:anchr>
              <p228:add/>
            </p228:event>
            <p228:event time="2026-03-05T15:35:17.795" id="{312E8508-9F42-4B88-B559-7EE18F47AB5D}">
              <p228:atrbtn authorId="{74976233-0874-7BC2-4439-4098E4A9B58D}"/>
              <p228:anchr>
                <p228:comment id="{CC61A77B-053A-461D-88E8-6752378E2F47}"/>
              </p228:anchr>
              <p228:asgn authorId="{BD98BD31-FE70-C971-688E-37D748B68C30}"/>
            </p228:event>
            <p228:event time="2026-03-05T15:35:17.795" id="{892A696A-D907-42DC-AE9D-B449191125B8}">
              <p228:atrbtn authorId="{74976233-0874-7BC2-4439-4098E4A9B58D}"/>
              <p228:anchr>
                <p228:comment id="{CC61A77B-053A-461D-88E8-6752378E2F47}"/>
              </p228:anchr>
              <p228:title val="@Jennifer Bose could you add some content on the Employment stories? "/>
            </p228:event>
            <p228:event time="2026-03-05T15:35:17.795" id="{C515B2E2-B35C-4215-A4B5-CF1EB9332B79}">
              <p228:atrbtn authorId="{74976233-0874-7BC2-4439-4098E4A9B58D}"/>
              <p228:anchr>
                <p228:comment id="{CC61A77B-053A-461D-88E8-6752378E2F47}"/>
              </p228:anchr>
              <p228:date stDt="2026-03-05T15:35:17.795" endDt="2026-03-05T15:35:17.795"/>
            </p228:event>
          </p228:history>
        </p228:taskDetails>
      </p:ext>
    </p188:extLst>
  </p188:cm>
</p188:cmLst>
</file>

<file path=ppt/comments/modernComment_1197_4C75CF0C.xml><?xml version="1.0" encoding="utf-8"?>
<p188:cmLst xmlns:a="http://schemas.openxmlformats.org/drawingml/2006/main" xmlns:r="http://schemas.openxmlformats.org/officeDocument/2006/relationships" xmlns:p188="http://schemas.microsoft.com/office/powerpoint/2018/8/main">
  <p188:cm id="{85DB512A-CC7C-453F-BCE0-B6830CA7B8E2}" authorId="{74976233-0874-7BC2-4439-4098E4A9B58D}" status="resolved" created="2026-03-05T15:36:52.822" complete="100000">
    <pc:sldMkLst xmlns:pc="http://schemas.microsoft.com/office/powerpoint/2013/main/command">
      <pc:docMk/>
      <pc:sldMk cId="1282789132" sldId="4503"/>
    </pc:sldMkLst>
    <p188:txBody>
      <a:bodyPr/>
      <a:lstStyle/>
      <a:p>
        <a:r>
          <a:rPr lang="en-US"/>
          <a:t>[@Oliver B Lyons] [@Esther N Kamau] add any successes?</a:t>
        </a:r>
      </a:p>
    </p188:txBody>
  </p188:cm>
</p188:cmLst>
</file>

<file path=ppt/diagrams/_rels/data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_rels/drawing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822698-9097-458C-A7E4-28742677C2A9}" type="doc">
      <dgm:prSet loTypeId="urn:microsoft.com/office/officeart/2005/8/layout/venn2" loCatId="relationship" qsTypeId="urn:microsoft.com/office/officeart/2005/8/quickstyle/simple2" qsCatId="simple" csTypeId="urn:microsoft.com/office/officeart/2005/8/colors/colorful5" csCatId="colorful" phldr="1"/>
      <dgm:spPr/>
      <dgm:t>
        <a:bodyPr/>
        <a:lstStyle/>
        <a:p>
          <a:endParaRPr lang="en-US"/>
        </a:p>
      </dgm:t>
    </dgm:pt>
    <dgm:pt modelId="{C82D627D-5B3A-454B-B9E2-D829AE1CC81F}">
      <dgm:prSet phldrT="[Text]" custT="1"/>
      <dgm:spPr/>
      <dgm:t>
        <a:bodyPr/>
        <a:lstStyle/>
        <a:p>
          <a:r>
            <a:rPr lang="en-US" sz="2000"/>
            <a:t>Steering Committee</a:t>
          </a:r>
        </a:p>
      </dgm:t>
    </dgm:pt>
    <dgm:pt modelId="{C31C09C2-B36C-4C08-85E6-372D89E9D34A}" type="parTrans" cxnId="{E2071996-0B7A-4CCB-B20C-652827B2F870}">
      <dgm:prSet/>
      <dgm:spPr/>
      <dgm:t>
        <a:bodyPr/>
        <a:lstStyle/>
        <a:p>
          <a:endParaRPr lang="en-US" sz="2000"/>
        </a:p>
      </dgm:t>
    </dgm:pt>
    <dgm:pt modelId="{E5CC63C2-53BB-44FD-B53F-1447C6F1F798}" type="sibTrans" cxnId="{E2071996-0B7A-4CCB-B20C-652827B2F870}">
      <dgm:prSet/>
      <dgm:spPr/>
      <dgm:t>
        <a:bodyPr/>
        <a:lstStyle/>
        <a:p>
          <a:endParaRPr lang="en-US" sz="2000"/>
        </a:p>
      </dgm:t>
    </dgm:pt>
    <dgm:pt modelId="{AC2C73E9-60FE-4836-B319-480CF90B90BB}">
      <dgm:prSet phldrT="[Text]" custT="1"/>
      <dgm:spPr/>
      <dgm:t>
        <a:bodyPr/>
        <a:lstStyle/>
        <a:p>
          <a:r>
            <a:rPr lang="en-US" sz="2000"/>
            <a:t>Core Team</a:t>
          </a:r>
        </a:p>
      </dgm:t>
    </dgm:pt>
    <dgm:pt modelId="{8A2AE628-8A33-4F67-886D-ED2AA90C6033}" type="parTrans" cxnId="{B32CA75A-009D-4B6E-9BB9-2CFFB4B10AD6}">
      <dgm:prSet/>
      <dgm:spPr/>
      <dgm:t>
        <a:bodyPr/>
        <a:lstStyle/>
        <a:p>
          <a:endParaRPr lang="en-US" sz="2000"/>
        </a:p>
      </dgm:t>
    </dgm:pt>
    <dgm:pt modelId="{87D7DFC1-AC0B-4E03-AA01-CF66E8252C71}" type="sibTrans" cxnId="{B32CA75A-009D-4B6E-9BB9-2CFFB4B10AD6}">
      <dgm:prSet/>
      <dgm:spPr/>
      <dgm:t>
        <a:bodyPr/>
        <a:lstStyle/>
        <a:p>
          <a:endParaRPr lang="en-US" sz="2000"/>
        </a:p>
      </dgm:t>
    </dgm:pt>
    <dgm:pt modelId="{3DD53998-81A2-478B-A2C1-526E8A6A5E15}">
      <dgm:prSet phldrT="[Text]" custT="1"/>
      <dgm:spPr/>
      <dgm:t>
        <a:bodyPr/>
        <a:lstStyle/>
        <a:p>
          <a:r>
            <a:rPr lang="en-US" sz="2000"/>
            <a:t>Consortium</a:t>
          </a:r>
        </a:p>
      </dgm:t>
    </dgm:pt>
    <dgm:pt modelId="{EBD541AE-73F7-4335-8785-9EB53FB453C0}" type="sibTrans" cxnId="{6C7C879B-5BAF-4D92-AFC0-1B44181A5449}">
      <dgm:prSet/>
      <dgm:spPr/>
      <dgm:t>
        <a:bodyPr/>
        <a:lstStyle/>
        <a:p>
          <a:endParaRPr lang="en-US" sz="2000"/>
        </a:p>
      </dgm:t>
    </dgm:pt>
    <dgm:pt modelId="{5AFBE11D-EE84-496D-B1BF-7BB63A021917}" type="parTrans" cxnId="{6C7C879B-5BAF-4D92-AFC0-1B44181A5449}">
      <dgm:prSet/>
      <dgm:spPr/>
      <dgm:t>
        <a:bodyPr/>
        <a:lstStyle/>
        <a:p>
          <a:endParaRPr lang="en-US" sz="2000"/>
        </a:p>
      </dgm:t>
    </dgm:pt>
    <dgm:pt modelId="{0349884E-1219-47E6-B072-31AA5C7329B7}" type="pres">
      <dgm:prSet presAssocID="{83822698-9097-458C-A7E4-28742677C2A9}" presName="Name0" presStyleCnt="0">
        <dgm:presLayoutVars>
          <dgm:chMax val="7"/>
          <dgm:resizeHandles val="exact"/>
        </dgm:presLayoutVars>
      </dgm:prSet>
      <dgm:spPr/>
    </dgm:pt>
    <dgm:pt modelId="{EE042781-7CF6-4276-A07A-EEE93350B931}" type="pres">
      <dgm:prSet presAssocID="{83822698-9097-458C-A7E4-28742677C2A9}" presName="comp1" presStyleCnt="0"/>
      <dgm:spPr/>
    </dgm:pt>
    <dgm:pt modelId="{FB7587FA-5804-405C-8677-08B176855452}" type="pres">
      <dgm:prSet presAssocID="{83822698-9097-458C-A7E4-28742677C2A9}" presName="circle1" presStyleLbl="node1" presStyleIdx="0" presStyleCnt="3"/>
      <dgm:spPr/>
    </dgm:pt>
    <dgm:pt modelId="{F1C427A8-A595-470B-AA58-8A1CB46C7608}" type="pres">
      <dgm:prSet presAssocID="{83822698-9097-458C-A7E4-28742677C2A9}" presName="c1text" presStyleLbl="node1" presStyleIdx="0" presStyleCnt="3">
        <dgm:presLayoutVars>
          <dgm:bulletEnabled val="1"/>
        </dgm:presLayoutVars>
      </dgm:prSet>
      <dgm:spPr/>
    </dgm:pt>
    <dgm:pt modelId="{3297079F-BBE9-404F-8310-14CB78636CEE}" type="pres">
      <dgm:prSet presAssocID="{83822698-9097-458C-A7E4-28742677C2A9}" presName="comp2" presStyleCnt="0"/>
      <dgm:spPr/>
    </dgm:pt>
    <dgm:pt modelId="{E7209FA3-EBD1-453D-985C-96D444A5DBAA}" type="pres">
      <dgm:prSet presAssocID="{83822698-9097-458C-A7E4-28742677C2A9}" presName="circle2" presStyleLbl="node1" presStyleIdx="1" presStyleCnt="3" custScaleX="87329" custScaleY="86068" custLinFactNeighborX="335" custLinFactNeighborY="3627"/>
      <dgm:spPr/>
    </dgm:pt>
    <dgm:pt modelId="{FB92457A-6F87-466C-88D7-18AC279D4D16}" type="pres">
      <dgm:prSet presAssocID="{83822698-9097-458C-A7E4-28742677C2A9}" presName="c2text" presStyleLbl="node1" presStyleIdx="1" presStyleCnt="3">
        <dgm:presLayoutVars>
          <dgm:bulletEnabled val="1"/>
        </dgm:presLayoutVars>
      </dgm:prSet>
      <dgm:spPr/>
    </dgm:pt>
    <dgm:pt modelId="{242C8B0D-FA6A-4AA2-B07E-1313C9F4A581}" type="pres">
      <dgm:prSet presAssocID="{83822698-9097-458C-A7E4-28742677C2A9}" presName="comp3" presStyleCnt="0"/>
      <dgm:spPr/>
    </dgm:pt>
    <dgm:pt modelId="{FBEF83A4-AB85-4895-BC1E-A4BB023C7E94}" type="pres">
      <dgm:prSet presAssocID="{83822698-9097-458C-A7E4-28742677C2A9}" presName="circle3" presStyleLbl="node1" presStyleIdx="2" presStyleCnt="3" custScaleX="59270" custScaleY="59270" custLinFactNeighborX="1770" custLinFactNeighborY="11718"/>
      <dgm:spPr/>
    </dgm:pt>
    <dgm:pt modelId="{0B5DD489-D992-48DF-92D7-194ACF0AC695}" type="pres">
      <dgm:prSet presAssocID="{83822698-9097-458C-A7E4-28742677C2A9}" presName="c3text" presStyleLbl="node1" presStyleIdx="2" presStyleCnt="3">
        <dgm:presLayoutVars>
          <dgm:bulletEnabled val="1"/>
        </dgm:presLayoutVars>
      </dgm:prSet>
      <dgm:spPr/>
    </dgm:pt>
  </dgm:ptLst>
  <dgm:cxnLst>
    <dgm:cxn modelId="{B0B82608-54DA-42E2-8702-7E005C9EBB5A}" type="presOf" srcId="{AC2C73E9-60FE-4836-B319-480CF90B90BB}" destId="{0B5DD489-D992-48DF-92D7-194ACF0AC695}" srcOrd="1" destOrd="0" presId="urn:microsoft.com/office/officeart/2005/8/layout/venn2"/>
    <dgm:cxn modelId="{C3EFA124-4D33-42D2-A05D-2ED12285B605}" type="presOf" srcId="{83822698-9097-458C-A7E4-28742677C2A9}" destId="{0349884E-1219-47E6-B072-31AA5C7329B7}" srcOrd="0" destOrd="0" presId="urn:microsoft.com/office/officeart/2005/8/layout/venn2"/>
    <dgm:cxn modelId="{C2172963-A397-4016-A425-6E79A7042A7A}" type="presOf" srcId="{3DD53998-81A2-478B-A2C1-526E8A6A5E15}" destId="{FB7587FA-5804-405C-8677-08B176855452}" srcOrd="0" destOrd="0" presId="urn:microsoft.com/office/officeart/2005/8/layout/venn2"/>
    <dgm:cxn modelId="{B32CA75A-009D-4B6E-9BB9-2CFFB4B10AD6}" srcId="{83822698-9097-458C-A7E4-28742677C2A9}" destId="{AC2C73E9-60FE-4836-B319-480CF90B90BB}" srcOrd="2" destOrd="0" parTransId="{8A2AE628-8A33-4F67-886D-ED2AA90C6033}" sibTransId="{87D7DFC1-AC0B-4E03-AA01-CF66E8252C71}"/>
    <dgm:cxn modelId="{BC84D37E-66FA-44D8-8ED6-21BE28B13581}" type="presOf" srcId="{C82D627D-5B3A-454B-B9E2-D829AE1CC81F}" destId="{E7209FA3-EBD1-453D-985C-96D444A5DBAA}" srcOrd="0" destOrd="0" presId="urn:microsoft.com/office/officeart/2005/8/layout/venn2"/>
    <dgm:cxn modelId="{E2071996-0B7A-4CCB-B20C-652827B2F870}" srcId="{83822698-9097-458C-A7E4-28742677C2A9}" destId="{C82D627D-5B3A-454B-B9E2-D829AE1CC81F}" srcOrd="1" destOrd="0" parTransId="{C31C09C2-B36C-4C08-85E6-372D89E9D34A}" sibTransId="{E5CC63C2-53BB-44FD-B53F-1447C6F1F798}"/>
    <dgm:cxn modelId="{6C7C879B-5BAF-4D92-AFC0-1B44181A5449}" srcId="{83822698-9097-458C-A7E4-28742677C2A9}" destId="{3DD53998-81A2-478B-A2C1-526E8A6A5E15}" srcOrd="0" destOrd="0" parTransId="{5AFBE11D-EE84-496D-B1BF-7BB63A021917}" sibTransId="{EBD541AE-73F7-4335-8785-9EB53FB453C0}"/>
    <dgm:cxn modelId="{E20505A0-2D6C-4C4C-8999-BCB11CAB0A08}" type="presOf" srcId="{AC2C73E9-60FE-4836-B319-480CF90B90BB}" destId="{FBEF83A4-AB85-4895-BC1E-A4BB023C7E94}" srcOrd="0" destOrd="0" presId="urn:microsoft.com/office/officeart/2005/8/layout/venn2"/>
    <dgm:cxn modelId="{311E7FE9-F31F-4B2F-8DA4-2F9E7970FE33}" type="presOf" srcId="{3DD53998-81A2-478B-A2C1-526E8A6A5E15}" destId="{F1C427A8-A595-470B-AA58-8A1CB46C7608}" srcOrd="1" destOrd="0" presId="urn:microsoft.com/office/officeart/2005/8/layout/venn2"/>
    <dgm:cxn modelId="{7996F6F0-76EA-41F6-8C66-D89DE3F0960E}" type="presOf" srcId="{C82D627D-5B3A-454B-B9E2-D829AE1CC81F}" destId="{FB92457A-6F87-466C-88D7-18AC279D4D16}" srcOrd="1" destOrd="0" presId="urn:microsoft.com/office/officeart/2005/8/layout/venn2"/>
    <dgm:cxn modelId="{10AAFA2A-A960-40D3-BE1B-5B18F96862EC}" type="presParOf" srcId="{0349884E-1219-47E6-B072-31AA5C7329B7}" destId="{EE042781-7CF6-4276-A07A-EEE93350B931}" srcOrd="0" destOrd="0" presId="urn:microsoft.com/office/officeart/2005/8/layout/venn2"/>
    <dgm:cxn modelId="{F6D5818B-A455-451C-8FAA-413BE406844B}" type="presParOf" srcId="{EE042781-7CF6-4276-A07A-EEE93350B931}" destId="{FB7587FA-5804-405C-8677-08B176855452}" srcOrd="0" destOrd="0" presId="urn:microsoft.com/office/officeart/2005/8/layout/venn2"/>
    <dgm:cxn modelId="{E26A4900-FB76-4CA5-8E63-3409A207E4C3}" type="presParOf" srcId="{EE042781-7CF6-4276-A07A-EEE93350B931}" destId="{F1C427A8-A595-470B-AA58-8A1CB46C7608}" srcOrd="1" destOrd="0" presId="urn:microsoft.com/office/officeart/2005/8/layout/venn2"/>
    <dgm:cxn modelId="{6E2104C3-DCEB-4DE0-8204-8BE604AA479D}" type="presParOf" srcId="{0349884E-1219-47E6-B072-31AA5C7329B7}" destId="{3297079F-BBE9-404F-8310-14CB78636CEE}" srcOrd="1" destOrd="0" presId="urn:microsoft.com/office/officeart/2005/8/layout/venn2"/>
    <dgm:cxn modelId="{F3E74A02-8171-45C6-8777-B3284317E3F4}" type="presParOf" srcId="{3297079F-BBE9-404F-8310-14CB78636CEE}" destId="{E7209FA3-EBD1-453D-985C-96D444A5DBAA}" srcOrd="0" destOrd="0" presId="urn:microsoft.com/office/officeart/2005/8/layout/venn2"/>
    <dgm:cxn modelId="{2E4FDA10-E3CD-4EBF-869F-E4CC91599A6A}" type="presParOf" srcId="{3297079F-BBE9-404F-8310-14CB78636CEE}" destId="{FB92457A-6F87-466C-88D7-18AC279D4D16}" srcOrd="1" destOrd="0" presId="urn:microsoft.com/office/officeart/2005/8/layout/venn2"/>
    <dgm:cxn modelId="{ACFD6FE4-89CA-46AE-AFE0-03235B1FE60F}" type="presParOf" srcId="{0349884E-1219-47E6-B072-31AA5C7329B7}" destId="{242C8B0D-FA6A-4AA2-B07E-1313C9F4A581}" srcOrd="2" destOrd="0" presId="urn:microsoft.com/office/officeart/2005/8/layout/venn2"/>
    <dgm:cxn modelId="{74C6E546-009B-4FD2-9AF8-52F053CCCEB4}" type="presParOf" srcId="{242C8B0D-FA6A-4AA2-B07E-1313C9F4A581}" destId="{FBEF83A4-AB85-4895-BC1E-A4BB023C7E94}" srcOrd="0" destOrd="0" presId="urn:microsoft.com/office/officeart/2005/8/layout/venn2"/>
    <dgm:cxn modelId="{A85E9E8F-B960-45D3-8D89-CF7B69B72A00}" type="presParOf" srcId="{242C8B0D-FA6A-4AA2-B07E-1313C9F4A581}" destId="{0B5DD489-D992-48DF-92D7-194ACF0AC695}" srcOrd="1" destOrd="0" presId="urn:microsoft.com/office/officeart/2005/8/layout/venn2"/>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1CBEEB-665A-4528-8903-146991351446}" type="doc">
      <dgm:prSet loTypeId="urn:microsoft.com/office/officeart/2009/3/layout/RandomtoResultProcess" loCatId="process" qsTypeId="urn:microsoft.com/office/officeart/2005/8/quickstyle/simple1" qsCatId="simple" csTypeId="urn:microsoft.com/office/officeart/2005/8/colors/colorful5" csCatId="colorful" phldr="1"/>
      <dgm:spPr/>
      <dgm:t>
        <a:bodyPr/>
        <a:lstStyle/>
        <a:p>
          <a:endParaRPr lang="en-US"/>
        </a:p>
      </dgm:t>
    </dgm:pt>
    <dgm:pt modelId="{930FD7CE-886A-4A0E-A04A-980DF771C7E6}">
      <dgm:prSet phldrT="[Text]" custT="1"/>
      <dgm:spPr/>
      <dgm:t>
        <a:bodyPr/>
        <a:lstStyle/>
        <a:p>
          <a:r>
            <a:rPr lang="en-US" sz="2400"/>
            <a:t> </a:t>
          </a:r>
        </a:p>
      </dgm:t>
    </dgm:pt>
    <dgm:pt modelId="{817151FC-B07C-4E5F-8033-5DA442371F3B}" type="parTrans" cxnId="{2D0BC640-B0F0-4B63-85BF-58ECE12FE117}">
      <dgm:prSet/>
      <dgm:spPr/>
      <dgm:t>
        <a:bodyPr/>
        <a:lstStyle/>
        <a:p>
          <a:endParaRPr lang="en-US"/>
        </a:p>
      </dgm:t>
    </dgm:pt>
    <dgm:pt modelId="{23C19177-7526-46CD-B3F9-6CDCF2D1D16B}" type="sibTrans" cxnId="{2D0BC640-B0F0-4B63-85BF-58ECE12FE117}">
      <dgm:prSet/>
      <dgm:spPr/>
      <dgm:t>
        <a:bodyPr/>
        <a:lstStyle/>
        <a:p>
          <a:endParaRPr lang="en-US"/>
        </a:p>
      </dgm:t>
    </dgm:pt>
    <dgm:pt modelId="{D2C190DF-87F2-4FC2-A9D5-3958DE53315B}" type="pres">
      <dgm:prSet presAssocID="{731CBEEB-665A-4528-8903-146991351446}" presName="Name0" presStyleCnt="0">
        <dgm:presLayoutVars>
          <dgm:dir/>
          <dgm:animOne val="branch"/>
          <dgm:animLvl val="lvl"/>
        </dgm:presLayoutVars>
      </dgm:prSet>
      <dgm:spPr/>
    </dgm:pt>
    <dgm:pt modelId="{11ADBF08-AC28-4294-A55B-54210783CA11}" type="pres">
      <dgm:prSet presAssocID="{930FD7CE-886A-4A0E-A04A-980DF771C7E6}" presName="chaos" presStyleCnt="0"/>
      <dgm:spPr/>
    </dgm:pt>
    <dgm:pt modelId="{3685DBDA-5998-4282-8AD7-BFD91E3F2410}" type="pres">
      <dgm:prSet presAssocID="{930FD7CE-886A-4A0E-A04A-980DF771C7E6}" presName="parTx1" presStyleLbl="revTx" presStyleIdx="0" presStyleCnt="1"/>
      <dgm:spPr/>
    </dgm:pt>
    <dgm:pt modelId="{D7D6B796-C7FB-490A-AC1D-08CF2809E547}" type="pres">
      <dgm:prSet presAssocID="{930FD7CE-886A-4A0E-A04A-980DF771C7E6}" presName="c1" presStyleLbl="node1" presStyleIdx="0" presStyleCnt="18"/>
      <dgm:spPr/>
    </dgm:pt>
    <dgm:pt modelId="{D29CACE3-A07C-47EF-964E-6D933D28403B}" type="pres">
      <dgm:prSet presAssocID="{930FD7CE-886A-4A0E-A04A-980DF771C7E6}" presName="c2" presStyleLbl="node1" presStyleIdx="1" presStyleCnt="18"/>
      <dgm:spPr/>
    </dgm:pt>
    <dgm:pt modelId="{9D4D0192-C496-4F24-8706-CA9079C3B652}" type="pres">
      <dgm:prSet presAssocID="{930FD7CE-886A-4A0E-A04A-980DF771C7E6}" presName="c3" presStyleLbl="node1" presStyleIdx="2" presStyleCnt="18"/>
      <dgm:spPr/>
    </dgm:pt>
    <dgm:pt modelId="{EFA1854E-96AE-47B2-A5B8-A7B67167DD52}" type="pres">
      <dgm:prSet presAssocID="{930FD7CE-886A-4A0E-A04A-980DF771C7E6}" presName="c4" presStyleLbl="node1" presStyleIdx="3" presStyleCnt="18"/>
      <dgm:spPr/>
    </dgm:pt>
    <dgm:pt modelId="{98D84027-510C-46FD-80B5-313CE06197BA}" type="pres">
      <dgm:prSet presAssocID="{930FD7CE-886A-4A0E-A04A-980DF771C7E6}" presName="c5" presStyleLbl="node1" presStyleIdx="4" presStyleCnt="18"/>
      <dgm:spPr/>
    </dgm:pt>
    <dgm:pt modelId="{FB7841BD-9CA9-48A5-8619-8DFBA7C49449}" type="pres">
      <dgm:prSet presAssocID="{930FD7CE-886A-4A0E-A04A-980DF771C7E6}" presName="c6" presStyleLbl="node1" presStyleIdx="5" presStyleCnt="18"/>
      <dgm:spPr/>
    </dgm:pt>
    <dgm:pt modelId="{EA604845-649F-4564-97C8-7167CF7E2F24}" type="pres">
      <dgm:prSet presAssocID="{930FD7CE-886A-4A0E-A04A-980DF771C7E6}" presName="c7" presStyleLbl="node1" presStyleIdx="6" presStyleCnt="18"/>
      <dgm:spPr/>
    </dgm:pt>
    <dgm:pt modelId="{30A0F0D7-2B73-4936-ABBB-39D0BB5E9D88}" type="pres">
      <dgm:prSet presAssocID="{930FD7CE-886A-4A0E-A04A-980DF771C7E6}" presName="c8" presStyleLbl="node1" presStyleIdx="7" presStyleCnt="18"/>
      <dgm:spPr/>
    </dgm:pt>
    <dgm:pt modelId="{AA057C7A-CC17-4D11-993D-B7A304E1C8D6}" type="pres">
      <dgm:prSet presAssocID="{930FD7CE-886A-4A0E-A04A-980DF771C7E6}" presName="c9" presStyleLbl="node1" presStyleIdx="8" presStyleCnt="18"/>
      <dgm:spPr/>
    </dgm:pt>
    <dgm:pt modelId="{02058666-2D78-428B-B31D-FC3E3DBB9E61}" type="pres">
      <dgm:prSet presAssocID="{930FD7CE-886A-4A0E-A04A-980DF771C7E6}" presName="c10" presStyleLbl="node1" presStyleIdx="9" presStyleCnt="18"/>
      <dgm:spPr/>
    </dgm:pt>
    <dgm:pt modelId="{3749B77B-5959-488B-A06D-6433322CB164}" type="pres">
      <dgm:prSet presAssocID="{930FD7CE-886A-4A0E-A04A-980DF771C7E6}" presName="c11" presStyleLbl="node1" presStyleIdx="10" presStyleCnt="18"/>
      <dgm:spPr/>
    </dgm:pt>
    <dgm:pt modelId="{C8C50412-4A02-4C53-8F14-56A6880E1094}" type="pres">
      <dgm:prSet presAssocID="{930FD7CE-886A-4A0E-A04A-980DF771C7E6}" presName="c12" presStyleLbl="node1" presStyleIdx="11" presStyleCnt="18"/>
      <dgm:spPr/>
    </dgm:pt>
    <dgm:pt modelId="{6C4C7E0B-C80C-4FFB-9A15-C5892F44ED87}" type="pres">
      <dgm:prSet presAssocID="{930FD7CE-886A-4A0E-A04A-980DF771C7E6}" presName="c13" presStyleLbl="node1" presStyleIdx="12" presStyleCnt="18"/>
      <dgm:spPr/>
    </dgm:pt>
    <dgm:pt modelId="{57408A01-326F-4D46-BAED-18D876DC4A2A}" type="pres">
      <dgm:prSet presAssocID="{930FD7CE-886A-4A0E-A04A-980DF771C7E6}" presName="c14" presStyleLbl="node1" presStyleIdx="13" presStyleCnt="18"/>
      <dgm:spPr/>
    </dgm:pt>
    <dgm:pt modelId="{ABE38C3E-4000-4537-84B7-92DADFB1A110}" type="pres">
      <dgm:prSet presAssocID="{930FD7CE-886A-4A0E-A04A-980DF771C7E6}" presName="c15" presStyleLbl="node1" presStyleIdx="14" presStyleCnt="18"/>
      <dgm:spPr/>
    </dgm:pt>
    <dgm:pt modelId="{D06891E8-E0DE-4856-ABAE-E716A337B88F}" type="pres">
      <dgm:prSet presAssocID="{930FD7CE-886A-4A0E-A04A-980DF771C7E6}" presName="c16" presStyleLbl="node1" presStyleIdx="15" presStyleCnt="18"/>
      <dgm:spPr/>
    </dgm:pt>
    <dgm:pt modelId="{4D3A5C29-94E7-459D-AA58-B3607687D3F2}" type="pres">
      <dgm:prSet presAssocID="{930FD7CE-886A-4A0E-A04A-980DF771C7E6}" presName="c17" presStyleLbl="node1" presStyleIdx="16" presStyleCnt="18"/>
      <dgm:spPr/>
    </dgm:pt>
    <dgm:pt modelId="{68EA4ADE-1221-4423-A591-69000F8C353B}" type="pres">
      <dgm:prSet presAssocID="{930FD7CE-886A-4A0E-A04A-980DF771C7E6}" presName="c18" presStyleLbl="node1" presStyleIdx="17" presStyleCnt="18"/>
      <dgm:spPr/>
    </dgm:pt>
  </dgm:ptLst>
  <dgm:cxnLst>
    <dgm:cxn modelId="{2D0BC640-B0F0-4B63-85BF-58ECE12FE117}" srcId="{731CBEEB-665A-4528-8903-146991351446}" destId="{930FD7CE-886A-4A0E-A04A-980DF771C7E6}" srcOrd="0" destOrd="0" parTransId="{817151FC-B07C-4E5F-8033-5DA442371F3B}" sibTransId="{23C19177-7526-46CD-B3F9-6CDCF2D1D16B}"/>
    <dgm:cxn modelId="{16586069-AD81-4448-A6BE-0683C3216BB0}" type="presOf" srcId="{930FD7CE-886A-4A0E-A04A-980DF771C7E6}" destId="{3685DBDA-5998-4282-8AD7-BFD91E3F2410}" srcOrd="0" destOrd="0" presId="urn:microsoft.com/office/officeart/2009/3/layout/RandomtoResultProcess"/>
    <dgm:cxn modelId="{0DDDCB6B-18C0-4BF2-B459-4402DFB3447D}" type="presOf" srcId="{731CBEEB-665A-4528-8903-146991351446}" destId="{D2C190DF-87F2-4FC2-A9D5-3958DE53315B}" srcOrd="0" destOrd="0" presId="urn:microsoft.com/office/officeart/2009/3/layout/RandomtoResultProcess"/>
    <dgm:cxn modelId="{EC93F145-8244-4100-9F22-A5DB8F1E4557}" type="presParOf" srcId="{D2C190DF-87F2-4FC2-A9D5-3958DE53315B}" destId="{11ADBF08-AC28-4294-A55B-54210783CA11}" srcOrd="0" destOrd="0" presId="urn:microsoft.com/office/officeart/2009/3/layout/RandomtoResultProcess"/>
    <dgm:cxn modelId="{0B0642FD-8AFE-4A8D-AF62-2BF5556F82A7}" type="presParOf" srcId="{11ADBF08-AC28-4294-A55B-54210783CA11}" destId="{3685DBDA-5998-4282-8AD7-BFD91E3F2410}" srcOrd="0" destOrd="0" presId="urn:microsoft.com/office/officeart/2009/3/layout/RandomtoResultProcess"/>
    <dgm:cxn modelId="{C0D87C16-DA4F-46A6-A14B-0A41BFAD5179}" type="presParOf" srcId="{11ADBF08-AC28-4294-A55B-54210783CA11}" destId="{D7D6B796-C7FB-490A-AC1D-08CF2809E547}" srcOrd="1" destOrd="0" presId="urn:microsoft.com/office/officeart/2009/3/layout/RandomtoResultProcess"/>
    <dgm:cxn modelId="{942B567B-A312-4622-BC97-C80C2CE000F7}" type="presParOf" srcId="{11ADBF08-AC28-4294-A55B-54210783CA11}" destId="{D29CACE3-A07C-47EF-964E-6D933D28403B}" srcOrd="2" destOrd="0" presId="urn:microsoft.com/office/officeart/2009/3/layout/RandomtoResultProcess"/>
    <dgm:cxn modelId="{DF125F2D-94D7-4E24-8E0C-16ECD1E902FC}" type="presParOf" srcId="{11ADBF08-AC28-4294-A55B-54210783CA11}" destId="{9D4D0192-C496-4F24-8706-CA9079C3B652}" srcOrd="3" destOrd="0" presId="urn:microsoft.com/office/officeart/2009/3/layout/RandomtoResultProcess"/>
    <dgm:cxn modelId="{644FE0F2-213F-4421-B91F-EA50D7588C54}" type="presParOf" srcId="{11ADBF08-AC28-4294-A55B-54210783CA11}" destId="{EFA1854E-96AE-47B2-A5B8-A7B67167DD52}" srcOrd="4" destOrd="0" presId="urn:microsoft.com/office/officeart/2009/3/layout/RandomtoResultProcess"/>
    <dgm:cxn modelId="{DFD56DC3-C0BE-4EDF-B036-DC855ADF329C}" type="presParOf" srcId="{11ADBF08-AC28-4294-A55B-54210783CA11}" destId="{98D84027-510C-46FD-80B5-313CE06197BA}" srcOrd="5" destOrd="0" presId="urn:microsoft.com/office/officeart/2009/3/layout/RandomtoResultProcess"/>
    <dgm:cxn modelId="{6804A737-47BA-4C53-AF52-E8CFC8CF116B}" type="presParOf" srcId="{11ADBF08-AC28-4294-A55B-54210783CA11}" destId="{FB7841BD-9CA9-48A5-8619-8DFBA7C49449}" srcOrd="6" destOrd="0" presId="urn:microsoft.com/office/officeart/2009/3/layout/RandomtoResultProcess"/>
    <dgm:cxn modelId="{5697693E-1C10-451D-BCB0-33D9FC562423}" type="presParOf" srcId="{11ADBF08-AC28-4294-A55B-54210783CA11}" destId="{EA604845-649F-4564-97C8-7167CF7E2F24}" srcOrd="7" destOrd="0" presId="urn:microsoft.com/office/officeart/2009/3/layout/RandomtoResultProcess"/>
    <dgm:cxn modelId="{934CB684-DB87-478B-82F7-CA18867EB609}" type="presParOf" srcId="{11ADBF08-AC28-4294-A55B-54210783CA11}" destId="{30A0F0D7-2B73-4936-ABBB-39D0BB5E9D88}" srcOrd="8" destOrd="0" presId="urn:microsoft.com/office/officeart/2009/3/layout/RandomtoResultProcess"/>
    <dgm:cxn modelId="{53E267D7-DC3F-4C12-8E05-A96CE57F8295}" type="presParOf" srcId="{11ADBF08-AC28-4294-A55B-54210783CA11}" destId="{AA057C7A-CC17-4D11-993D-B7A304E1C8D6}" srcOrd="9" destOrd="0" presId="urn:microsoft.com/office/officeart/2009/3/layout/RandomtoResultProcess"/>
    <dgm:cxn modelId="{7749C9E0-6AE6-4E2B-9B53-86B6D891D2F5}" type="presParOf" srcId="{11ADBF08-AC28-4294-A55B-54210783CA11}" destId="{02058666-2D78-428B-B31D-FC3E3DBB9E61}" srcOrd="10" destOrd="0" presId="urn:microsoft.com/office/officeart/2009/3/layout/RandomtoResultProcess"/>
    <dgm:cxn modelId="{F75BDF0C-E6C9-44E8-8FA1-12248D9B95DF}" type="presParOf" srcId="{11ADBF08-AC28-4294-A55B-54210783CA11}" destId="{3749B77B-5959-488B-A06D-6433322CB164}" srcOrd="11" destOrd="0" presId="urn:microsoft.com/office/officeart/2009/3/layout/RandomtoResultProcess"/>
    <dgm:cxn modelId="{C91477EC-BD03-4B93-990D-E7E612AC9F53}" type="presParOf" srcId="{11ADBF08-AC28-4294-A55B-54210783CA11}" destId="{C8C50412-4A02-4C53-8F14-56A6880E1094}" srcOrd="12" destOrd="0" presId="urn:microsoft.com/office/officeart/2009/3/layout/RandomtoResultProcess"/>
    <dgm:cxn modelId="{A7407947-CC60-4902-81C4-05291D969B5F}" type="presParOf" srcId="{11ADBF08-AC28-4294-A55B-54210783CA11}" destId="{6C4C7E0B-C80C-4FFB-9A15-C5892F44ED87}" srcOrd="13" destOrd="0" presId="urn:microsoft.com/office/officeart/2009/3/layout/RandomtoResultProcess"/>
    <dgm:cxn modelId="{488FE17E-131F-49C8-856C-8BEF86963216}" type="presParOf" srcId="{11ADBF08-AC28-4294-A55B-54210783CA11}" destId="{57408A01-326F-4D46-BAED-18D876DC4A2A}" srcOrd="14" destOrd="0" presId="urn:microsoft.com/office/officeart/2009/3/layout/RandomtoResultProcess"/>
    <dgm:cxn modelId="{60F9D63B-FC79-4448-A7E8-6A79CE917427}" type="presParOf" srcId="{11ADBF08-AC28-4294-A55B-54210783CA11}" destId="{ABE38C3E-4000-4537-84B7-92DADFB1A110}" srcOrd="15" destOrd="0" presId="urn:microsoft.com/office/officeart/2009/3/layout/RandomtoResultProcess"/>
    <dgm:cxn modelId="{E62E3D72-EEAA-4D5D-9120-9BF5BF326B5E}" type="presParOf" srcId="{11ADBF08-AC28-4294-A55B-54210783CA11}" destId="{D06891E8-E0DE-4856-ABAE-E716A337B88F}" srcOrd="16" destOrd="0" presId="urn:microsoft.com/office/officeart/2009/3/layout/RandomtoResultProcess"/>
    <dgm:cxn modelId="{0C712F14-17AF-4D06-9143-8ADAE88F3830}" type="presParOf" srcId="{11ADBF08-AC28-4294-A55B-54210783CA11}" destId="{4D3A5C29-94E7-459D-AA58-B3607687D3F2}" srcOrd="17" destOrd="0" presId="urn:microsoft.com/office/officeart/2009/3/layout/RandomtoResultProcess"/>
    <dgm:cxn modelId="{A7E5C40B-A402-4188-A083-13B9F3CE3AAA}" type="presParOf" srcId="{11ADBF08-AC28-4294-A55B-54210783CA11}" destId="{68EA4ADE-1221-4423-A591-69000F8C353B}" srcOrd="18" destOrd="0" presId="urn:microsoft.com/office/officeart/2009/3/layout/RandomtoResul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CD2409-218A-284F-8956-86643F7BC26E}" type="doc">
      <dgm:prSet loTypeId="urn:microsoft.com/office/officeart/2005/8/layout/matrix3" loCatId="matrix" qsTypeId="urn:microsoft.com/office/officeart/2005/8/quickstyle/simple1" qsCatId="simple" csTypeId="urn:microsoft.com/office/officeart/2005/8/colors/colorful5" csCatId="colorful" phldr="1"/>
      <dgm:spPr/>
      <dgm:t>
        <a:bodyPr/>
        <a:lstStyle/>
        <a:p>
          <a:endParaRPr lang="en-US"/>
        </a:p>
      </dgm:t>
    </dgm:pt>
    <dgm:pt modelId="{33496B88-D6F7-2D45-AB55-F8DFFA2845A4}">
      <dgm:prSet/>
      <dgm:spPr>
        <a:solidFill>
          <a:srgbClr val="327EC4"/>
        </a:solidFill>
      </dgm:spPr>
      <dgm:t>
        <a:bodyPr/>
        <a:lstStyle/>
        <a:p>
          <a:r>
            <a:rPr lang="en-US" b="0"/>
            <a:t>Improve the handoff and foster better cross-agency connections</a:t>
          </a:r>
        </a:p>
      </dgm:t>
    </dgm:pt>
    <dgm:pt modelId="{FF7883B7-2F0D-A740-B13E-67F18E574F07}" type="parTrans" cxnId="{7C809F84-4F9B-CC46-82E8-5C5556277567}">
      <dgm:prSet/>
      <dgm:spPr/>
      <dgm:t>
        <a:bodyPr/>
        <a:lstStyle/>
        <a:p>
          <a:endParaRPr lang="en-US" b="0"/>
        </a:p>
      </dgm:t>
    </dgm:pt>
    <dgm:pt modelId="{4B047F0C-8805-B04A-875C-A6AEF1A59284}" type="sibTrans" cxnId="{7C809F84-4F9B-CC46-82E8-5C5556277567}">
      <dgm:prSet/>
      <dgm:spPr/>
      <dgm:t>
        <a:bodyPr/>
        <a:lstStyle/>
        <a:p>
          <a:endParaRPr lang="en-US" b="0"/>
        </a:p>
      </dgm:t>
    </dgm:pt>
    <dgm:pt modelId="{96187DCF-8ED9-A944-97F6-F7B944C3A71A}">
      <dgm:prSet/>
      <dgm:spPr>
        <a:solidFill>
          <a:srgbClr val="2B8D7F"/>
        </a:solidFill>
      </dgm:spPr>
      <dgm:t>
        <a:bodyPr/>
        <a:lstStyle/>
        <a:p>
          <a:r>
            <a:rPr lang="en-US" b="0"/>
            <a:t>Offer more work experiences while in school</a:t>
          </a:r>
        </a:p>
      </dgm:t>
    </dgm:pt>
    <dgm:pt modelId="{810C0F39-AD40-4D44-A225-56E52578A68E}" type="parTrans" cxnId="{9C6164FF-F8C6-DD49-9A3D-CDF86C105E1A}">
      <dgm:prSet/>
      <dgm:spPr/>
      <dgm:t>
        <a:bodyPr/>
        <a:lstStyle/>
        <a:p>
          <a:endParaRPr lang="en-US" b="0"/>
        </a:p>
      </dgm:t>
    </dgm:pt>
    <dgm:pt modelId="{94EE03A7-518F-DC4A-A6A8-995F5104B94F}" type="sibTrans" cxnId="{9C6164FF-F8C6-DD49-9A3D-CDF86C105E1A}">
      <dgm:prSet/>
      <dgm:spPr/>
      <dgm:t>
        <a:bodyPr/>
        <a:lstStyle/>
        <a:p>
          <a:endParaRPr lang="en-US" b="0"/>
        </a:p>
      </dgm:t>
    </dgm:pt>
    <dgm:pt modelId="{FC052E9D-3FD5-4340-B959-D8227541B2D0}">
      <dgm:prSet/>
      <dgm:spPr>
        <a:solidFill>
          <a:srgbClr val="3EB059"/>
        </a:solidFill>
      </dgm:spPr>
      <dgm:t>
        <a:bodyPr/>
        <a:lstStyle/>
        <a:p>
          <a:r>
            <a:rPr lang="en-US" b="0"/>
            <a:t>Prepare students for other aspects of adult life</a:t>
          </a:r>
        </a:p>
      </dgm:t>
    </dgm:pt>
    <dgm:pt modelId="{1E053EFE-0519-AE42-956C-9D0FDEEEEDBC}" type="parTrans" cxnId="{0F793ADE-E0F1-4549-8864-59BBA2D7E430}">
      <dgm:prSet/>
      <dgm:spPr/>
      <dgm:t>
        <a:bodyPr/>
        <a:lstStyle/>
        <a:p>
          <a:endParaRPr lang="en-US" b="0"/>
        </a:p>
      </dgm:t>
    </dgm:pt>
    <dgm:pt modelId="{3E4CFBA0-1C6E-8844-AEE3-B13AC12008D0}" type="sibTrans" cxnId="{0F793ADE-E0F1-4549-8864-59BBA2D7E430}">
      <dgm:prSet/>
      <dgm:spPr/>
      <dgm:t>
        <a:bodyPr/>
        <a:lstStyle/>
        <a:p>
          <a:endParaRPr lang="en-US" b="0"/>
        </a:p>
      </dgm:t>
    </dgm:pt>
    <dgm:pt modelId="{5BB40AD3-5B20-D648-A511-5174BC6DFB33}">
      <dgm:prSet/>
      <dgm:spPr>
        <a:solidFill>
          <a:srgbClr val="517D33"/>
        </a:solidFill>
      </dgm:spPr>
      <dgm:t>
        <a:bodyPr/>
        <a:lstStyle/>
        <a:p>
          <a:r>
            <a:rPr lang="en-US" b="0"/>
            <a:t>Partner with families</a:t>
          </a:r>
        </a:p>
      </dgm:t>
    </dgm:pt>
    <dgm:pt modelId="{1907D3B0-0737-104C-879C-011D294FA5AF}" type="parTrans" cxnId="{DB9B2474-1ADE-504E-ABD8-149814EAC33E}">
      <dgm:prSet/>
      <dgm:spPr/>
      <dgm:t>
        <a:bodyPr/>
        <a:lstStyle/>
        <a:p>
          <a:endParaRPr lang="en-US" b="0"/>
        </a:p>
      </dgm:t>
    </dgm:pt>
    <dgm:pt modelId="{816050B9-AF77-854A-889C-15810CB442CC}" type="sibTrans" cxnId="{DB9B2474-1ADE-504E-ABD8-149814EAC33E}">
      <dgm:prSet/>
      <dgm:spPr/>
      <dgm:t>
        <a:bodyPr/>
        <a:lstStyle/>
        <a:p>
          <a:endParaRPr lang="en-US" b="0"/>
        </a:p>
      </dgm:t>
    </dgm:pt>
    <dgm:pt modelId="{88E319B2-81E1-E04B-A4E7-A18ACEA137B7}" type="pres">
      <dgm:prSet presAssocID="{E5CD2409-218A-284F-8956-86643F7BC26E}" presName="matrix" presStyleCnt="0">
        <dgm:presLayoutVars>
          <dgm:chMax val="1"/>
          <dgm:dir/>
          <dgm:resizeHandles val="exact"/>
        </dgm:presLayoutVars>
      </dgm:prSet>
      <dgm:spPr/>
    </dgm:pt>
    <dgm:pt modelId="{EF4E81F5-5E39-D947-AF12-253501610F17}" type="pres">
      <dgm:prSet presAssocID="{E5CD2409-218A-284F-8956-86643F7BC26E}" presName="diamond" presStyleLbl="bgShp" presStyleIdx="0" presStyleCnt="1"/>
      <dgm:spPr/>
    </dgm:pt>
    <dgm:pt modelId="{F7F6A746-DDCD-7E4D-BB70-AA903539AC1F}" type="pres">
      <dgm:prSet presAssocID="{E5CD2409-218A-284F-8956-86643F7BC26E}" presName="quad1" presStyleLbl="node1" presStyleIdx="0" presStyleCnt="4">
        <dgm:presLayoutVars>
          <dgm:chMax val="0"/>
          <dgm:chPref val="0"/>
          <dgm:bulletEnabled val="1"/>
        </dgm:presLayoutVars>
      </dgm:prSet>
      <dgm:spPr/>
    </dgm:pt>
    <dgm:pt modelId="{E76F29B2-0133-C04A-9AF7-A523C74701E8}" type="pres">
      <dgm:prSet presAssocID="{E5CD2409-218A-284F-8956-86643F7BC26E}" presName="quad2" presStyleLbl="node1" presStyleIdx="1" presStyleCnt="4">
        <dgm:presLayoutVars>
          <dgm:chMax val="0"/>
          <dgm:chPref val="0"/>
          <dgm:bulletEnabled val="1"/>
        </dgm:presLayoutVars>
      </dgm:prSet>
      <dgm:spPr/>
    </dgm:pt>
    <dgm:pt modelId="{8A14A8EE-CA61-9C4E-96B7-32543B787DFC}" type="pres">
      <dgm:prSet presAssocID="{E5CD2409-218A-284F-8956-86643F7BC26E}" presName="quad3" presStyleLbl="node1" presStyleIdx="2" presStyleCnt="4">
        <dgm:presLayoutVars>
          <dgm:chMax val="0"/>
          <dgm:chPref val="0"/>
          <dgm:bulletEnabled val="1"/>
        </dgm:presLayoutVars>
      </dgm:prSet>
      <dgm:spPr/>
    </dgm:pt>
    <dgm:pt modelId="{C0566CD9-E5E0-5C4B-A68E-4195A358237C}" type="pres">
      <dgm:prSet presAssocID="{E5CD2409-218A-284F-8956-86643F7BC26E}" presName="quad4" presStyleLbl="node1" presStyleIdx="3" presStyleCnt="4">
        <dgm:presLayoutVars>
          <dgm:chMax val="0"/>
          <dgm:chPref val="0"/>
          <dgm:bulletEnabled val="1"/>
        </dgm:presLayoutVars>
      </dgm:prSet>
      <dgm:spPr/>
    </dgm:pt>
  </dgm:ptLst>
  <dgm:cxnLst>
    <dgm:cxn modelId="{FDD83F08-597C-3C41-9229-10761B3D805A}" type="presOf" srcId="{96187DCF-8ED9-A944-97F6-F7B944C3A71A}" destId="{E76F29B2-0133-C04A-9AF7-A523C74701E8}" srcOrd="0" destOrd="0" presId="urn:microsoft.com/office/officeart/2005/8/layout/matrix3"/>
    <dgm:cxn modelId="{C5111133-F05E-A242-AAAF-9CE368218E11}" type="presOf" srcId="{5BB40AD3-5B20-D648-A511-5174BC6DFB33}" destId="{C0566CD9-E5E0-5C4B-A68E-4195A358237C}" srcOrd="0" destOrd="0" presId="urn:microsoft.com/office/officeart/2005/8/layout/matrix3"/>
    <dgm:cxn modelId="{836F3553-9CDA-2A40-BE93-546BF59C0A68}" type="presOf" srcId="{FC052E9D-3FD5-4340-B959-D8227541B2D0}" destId="{8A14A8EE-CA61-9C4E-96B7-32543B787DFC}" srcOrd="0" destOrd="0" presId="urn:microsoft.com/office/officeart/2005/8/layout/matrix3"/>
    <dgm:cxn modelId="{DB9B2474-1ADE-504E-ABD8-149814EAC33E}" srcId="{E5CD2409-218A-284F-8956-86643F7BC26E}" destId="{5BB40AD3-5B20-D648-A511-5174BC6DFB33}" srcOrd="3" destOrd="0" parTransId="{1907D3B0-0737-104C-879C-011D294FA5AF}" sibTransId="{816050B9-AF77-854A-889C-15810CB442CC}"/>
    <dgm:cxn modelId="{6F276C7B-2E55-4848-BE8B-D0CE567D2C5F}" type="presOf" srcId="{33496B88-D6F7-2D45-AB55-F8DFFA2845A4}" destId="{F7F6A746-DDCD-7E4D-BB70-AA903539AC1F}" srcOrd="0" destOrd="0" presId="urn:microsoft.com/office/officeart/2005/8/layout/matrix3"/>
    <dgm:cxn modelId="{7C809F84-4F9B-CC46-82E8-5C5556277567}" srcId="{E5CD2409-218A-284F-8956-86643F7BC26E}" destId="{33496B88-D6F7-2D45-AB55-F8DFFA2845A4}" srcOrd="0" destOrd="0" parTransId="{FF7883B7-2F0D-A740-B13E-67F18E574F07}" sibTransId="{4B047F0C-8805-B04A-875C-A6AEF1A59284}"/>
    <dgm:cxn modelId="{3A2F92CF-0BDE-4649-BCAA-3B168499C09C}" type="presOf" srcId="{E5CD2409-218A-284F-8956-86643F7BC26E}" destId="{88E319B2-81E1-E04B-A4E7-A18ACEA137B7}" srcOrd="0" destOrd="0" presId="urn:microsoft.com/office/officeart/2005/8/layout/matrix3"/>
    <dgm:cxn modelId="{0F793ADE-E0F1-4549-8864-59BBA2D7E430}" srcId="{E5CD2409-218A-284F-8956-86643F7BC26E}" destId="{FC052E9D-3FD5-4340-B959-D8227541B2D0}" srcOrd="2" destOrd="0" parTransId="{1E053EFE-0519-AE42-956C-9D0FDEEEEDBC}" sibTransId="{3E4CFBA0-1C6E-8844-AEE3-B13AC12008D0}"/>
    <dgm:cxn modelId="{9C6164FF-F8C6-DD49-9A3D-CDF86C105E1A}" srcId="{E5CD2409-218A-284F-8956-86643F7BC26E}" destId="{96187DCF-8ED9-A944-97F6-F7B944C3A71A}" srcOrd="1" destOrd="0" parTransId="{810C0F39-AD40-4D44-A225-56E52578A68E}" sibTransId="{94EE03A7-518F-DC4A-A6A8-995F5104B94F}"/>
    <dgm:cxn modelId="{DDEE02F2-674C-034F-94F5-59EDF924EDF8}" type="presParOf" srcId="{88E319B2-81E1-E04B-A4E7-A18ACEA137B7}" destId="{EF4E81F5-5E39-D947-AF12-253501610F17}" srcOrd="0" destOrd="0" presId="urn:microsoft.com/office/officeart/2005/8/layout/matrix3"/>
    <dgm:cxn modelId="{2F8C47FD-B10D-5A4C-B61F-187265FB8371}" type="presParOf" srcId="{88E319B2-81E1-E04B-A4E7-A18ACEA137B7}" destId="{F7F6A746-DDCD-7E4D-BB70-AA903539AC1F}" srcOrd="1" destOrd="0" presId="urn:microsoft.com/office/officeart/2005/8/layout/matrix3"/>
    <dgm:cxn modelId="{AEC65BB1-9E90-7640-8830-AD44961BDA7C}" type="presParOf" srcId="{88E319B2-81E1-E04B-A4E7-A18ACEA137B7}" destId="{E76F29B2-0133-C04A-9AF7-A523C74701E8}" srcOrd="2" destOrd="0" presId="urn:microsoft.com/office/officeart/2005/8/layout/matrix3"/>
    <dgm:cxn modelId="{1AB110BC-04F4-5C4B-9DEF-AB67B522A3FB}" type="presParOf" srcId="{88E319B2-81E1-E04B-A4E7-A18ACEA137B7}" destId="{8A14A8EE-CA61-9C4E-96B7-32543B787DFC}" srcOrd="3" destOrd="0" presId="urn:microsoft.com/office/officeart/2005/8/layout/matrix3"/>
    <dgm:cxn modelId="{FA82E7B8-CF2D-9744-921C-A3E88E671C39}" type="presParOf" srcId="{88E319B2-81E1-E04B-A4E7-A18ACEA137B7}" destId="{C0566CD9-E5E0-5C4B-A68E-4195A358237C}"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2DBA93-76C8-411B-A949-3CCAC186B91B}" type="doc">
      <dgm:prSet loTypeId="urn:microsoft.com/office/officeart/2008/layout/PictureLineup" loCatId="picture" qsTypeId="urn:microsoft.com/office/officeart/2005/8/quickstyle/simple1" qsCatId="simple" csTypeId="urn:microsoft.com/office/officeart/2005/8/colors/colorful5" csCatId="colorful" phldr="1"/>
      <dgm:spPr/>
      <dgm:t>
        <a:bodyPr/>
        <a:lstStyle/>
        <a:p>
          <a:endParaRPr lang="en-US"/>
        </a:p>
      </dgm:t>
    </dgm:pt>
    <dgm:pt modelId="{AF6BD580-1C00-47EE-A5F4-84FFE5FECDD3}">
      <dgm:prSet phldrT="[Text]"/>
      <dgm:spPr/>
      <dgm:t>
        <a:bodyPr/>
        <a:lstStyle/>
        <a:p>
          <a:r>
            <a:rPr lang="en-US"/>
            <a:t>Parent/Family Engagement </a:t>
          </a:r>
        </a:p>
      </dgm:t>
    </dgm:pt>
    <dgm:pt modelId="{8A80CC30-7C35-4400-890E-977A52B4391D}" type="parTrans" cxnId="{5AE8079D-1528-498E-B3F5-A2D1D39DB1B8}">
      <dgm:prSet/>
      <dgm:spPr/>
      <dgm:t>
        <a:bodyPr/>
        <a:lstStyle/>
        <a:p>
          <a:endParaRPr lang="en-US"/>
        </a:p>
      </dgm:t>
    </dgm:pt>
    <dgm:pt modelId="{2753A14D-1BBD-4E15-AA1E-F33B810AF62E}" type="sibTrans" cxnId="{5AE8079D-1528-498E-B3F5-A2D1D39DB1B8}">
      <dgm:prSet/>
      <dgm:spPr/>
      <dgm:t>
        <a:bodyPr/>
        <a:lstStyle/>
        <a:p>
          <a:endParaRPr lang="en-US"/>
        </a:p>
      </dgm:t>
    </dgm:pt>
    <dgm:pt modelId="{4BC373CC-932C-4327-9372-0B818448B55B}">
      <dgm:prSet/>
      <dgm:spPr/>
      <dgm:t>
        <a:bodyPr/>
        <a:lstStyle/>
        <a:p>
          <a:r>
            <a:rPr lang="en-US"/>
            <a:t>Resource Hub</a:t>
          </a:r>
        </a:p>
      </dgm:t>
    </dgm:pt>
    <dgm:pt modelId="{D1A52690-A303-41BD-83E8-5ECE89F549AF}" type="parTrans" cxnId="{7671D0F4-E328-4FD3-8109-73B38CAA5AC4}">
      <dgm:prSet/>
      <dgm:spPr/>
      <dgm:t>
        <a:bodyPr/>
        <a:lstStyle/>
        <a:p>
          <a:endParaRPr lang="en-US"/>
        </a:p>
      </dgm:t>
    </dgm:pt>
    <dgm:pt modelId="{B672B12B-A75B-4521-9BB2-3C470F2D5F27}" type="sibTrans" cxnId="{7671D0F4-E328-4FD3-8109-73B38CAA5AC4}">
      <dgm:prSet/>
      <dgm:spPr/>
      <dgm:t>
        <a:bodyPr/>
        <a:lstStyle/>
        <a:p>
          <a:endParaRPr lang="en-US"/>
        </a:p>
      </dgm:t>
    </dgm:pt>
    <dgm:pt modelId="{AEF68C59-2C7E-4F0B-BE94-50EC529949EB}">
      <dgm:prSet/>
      <dgm:spPr/>
      <dgm:t>
        <a:bodyPr/>
        <a:lstStyle/>
        <a:p>
          <a:r>
            <a:rPr lang="en-US"/>
            <a:t>Employment Stories</a:t>
          </a:r>
        </a:p>
      </dgm:t>
    </dgm:pt>
    <dgm:pt modelId="{D0A3BEC5-4BEA-465B-BEE1-02D8233964B1}" type="parTrans" cxnId="{1BF52419-46BF-40FC-9DA1-2F04712D0369}">
      <dgm:prSet/>
      <dgm:spPr/>
      <dgm:t>
        <a:bodyPr/>
        <a:lstStyle/>
        <a:p>
          <a:endParaRPr lang="en-US"/>
        </a:p>
      </dgm:t>
    </dgm:pt>
    <dgm:pt modelId="{263032B2-729D-4988-A6B2-825AFCFBFB83}" type="sibTrans" cxnId="{1BF52419-46BF-40FC-9DA1-2F04712D0369}">
      <dgm:prSet/>
      <dgm:spPr/>
      <dgm:t>
        <a:bodyPr/>
        <a:lstStyle/>
        <a:p>
          <a:endParaRPr lang="en-US"/>
        </a:p>
      </dgm:t>
    </dgm:pt>
    <dgm:pt modelId="{DA1E4A47-7991-4D0C-AA19-050F6146901A}">
      <dgm:prSet/>
      <dgm:spPr/>
      <dgm:t>
        <a:bodyPr/>
        <a:lstStyle/>
        <a:p>
          <a:r>
            <a:rPr lang="en-US"/>
            <a:t>Sustainability Planning </a:t>
          </a:r>
        </a:p>
      </dgm:t>
    </dgm:pt>
    <dgm:pt modelId="{95668D8D-8890-423B-9784-D4169EEB8AD6}" type="parTrans" cxnId="{E7784899-058E-438F-BB7A-B3B46B8412DA}">
      <dgm:prSet/>
      <dgm:spPr/>
      <dgm:t>
        <a:bodyPr/>
        <a:lstStyle/>
        <a:p>
          <a:endParaRPr lang="en-US"/>
        </a:p>
      </dgm:t>
    </dgm:pt>
    <dgm:pt modelId="{5FDA718E-5A1E-4F9A-A225-4608B130FF80}" type="sibTrans" cxnId="{E7784899-058E-438F-BB7A-B3B46B8412DA}">
      <dgm:prSet/>
      <dgm:spPr/>
      <dgm:t>
        <a:bodyPr/>
        <a:lstStyle/>
        <a:p>
          <a:endParaRPr lang="en-US"/>
        </a:p>
      </dgm:t>
    </dgm:pt>
    <dgm:pt modelId="{D9481B8C-B5C0-4EC4-9D61-3D404D4851CE}" type="pres">
      <dgm:prSet presAssocID="{8A2DBA93-76C8-411B-A949-3CCAC186B91B}" presName="Name0" presStyleCnt="0">
        <dgm:presLayoutVars>
          <dgm:chMax/>
          <dgm:chPref/>
          <dgm:dir/>
          <dgm:animLvl val="lvl"/>
          <dgm:resizeHandles val="exact"/>
        </dgm:presLayoutVars>
      </dgm:prSet>
      <dgm:spPr/>
    </dgm:pt>
    <dgm:pt modelId="{310D4243-DA5C-4993-B7FF-525FDD14C790}" type="pres">
      <dgm:prSet presAssocID="{AF6BD580-1C00-47EE-A5F4-84FFE5FECDD3}" presName="composite" presStyleCnt="0"/>
      <dgm:spPr/>
    </dgm:pt>
    <dgm:pt modelId="{BEFC4145-DFE5-4E90-8D32-6D39EB0293E6}" type="pres">
      <dgm:prSet presAssocID="{AF6BD580-1C00-47EE-A5F4-84FFE5FECDD3}" presName="Image" presStyleLbl="alignNode1" presStyleIdx="0" presStyleCnt="4" custLinFactNeighborX="-10384" custLinFactNeighborY="1021"/>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dgm:spPr>
    </dgm:pt>
    <dgm:pt modelId="{1F528A15-6292-4753-928E-12813F28A03F}" type="pres">
      <dgm:prSet presAssocID="{AF6BD580-1C00-47EE-A5F4-84FFE5FECDD3}" presName="Accent" presStyleLbl="parChTrans1D1" presStyleIdx="0" presStyleCnt="4" custLinFactX="-106300000" custLinFactNeighborX="-106314603" custLinFactNeighborY="0"/>
      <dgm:spPr/>
    </dgm:pt>
    <dgm:pt modelId="{F9A2CE78-31E8-4B67-8F94-662B5C4690A5}" type="pres">
      <dgm:prSet presAssocID="{AF6BD580-1C00-47EE-A5F4-84FFE5FECDD3}" presName="Parent" presStyleLbl="revTx" presStyleIdx="0" presStyleCnt="4" custLinFactNeighborX="-21261" custLinFactNeighborY="989">
        <dgm:presLayoutVars>
          <dgm:chMax val="0"/>
          <dgm:chPref val="0"/>
          <dgm:bulletEnabled val="1"/>
        </dgm:presLayoutVars>
      </dgm:prSet>
      <dgm:spPr/>
    </dgm:pt>
    <dgm:pt modelId="{D30349A3-6C7F-44C2-9DBA-1C3878ABA558}" type="pres">
      <dgm:prSet presAssocID="{2753A14D-1BBD-4E15-AA1E-F33B810AF62E}" presName="sibTrans" presStyleCnt="0"/>
      <dgm:spPr/>
    </dgm:pt>
    <dgm:pt modelId="{2474E306-F3DA-4130-AF74-887E508F015D}" type="pres">
      <dgm:prSet presAssocID="{4BC373CC-932C-4327-9372-0B818448B55B}" presName="composite" presStyleCnt="0"/>
      <dgm:spPr/>
    </dgm:pt>
    <dgm:pt modelId="{CC1A9DFE-AB4B-41FF-AA52-8DB9AA332889}" type="pres">
      <dgm:prSet presAssocID="{4BC373CC-932C-4327-9372-0B818448B55B}" presName="Image" presStyleLbl="align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Internet with solid fill"/>
        </a:ext>
      </dgm:extLst>
    </dgm:pt>
    <dgm:pt modelId="{1132121E-371C-410C-BD91-C4DFEF841CA5}" type="pres">
      <dgm:prSet presAssocID="{4BC373CC-932C-4327-9372-0B818448B55B}" presName="Accent" presStyleLbl="parChTrans1D1" presStyleIdx="1" presStyleCnt="4"/>
      <dgm:spPr/>
    </dgm:pt>
    <dgm:pt modelId="{B493A360-F487-492B-90B1-FABE120A0158}" type="pres">
      <dgm:prSet presAssocID="{4BC373CC-932C-4327-9372-0B818448B55B}" presName="Parent" presStyleLbl="revTx" presStyleIdx="1" presStyleCnt="4">
        <dgm:presLayoutVars>
          <dgm:chMax val="0"/>
          <dgm:chPref val="0"/>
          <dgm:bulletEnabled val="1"/>
        </dgm:presLayoutVars>
      </dgm:prSet>
      <dgm:spPr/>
    </dgm:pt>
    <dgm:pt modelId="{80DFA3F3-59C8-4B37-9162-2216D8EB99DA}" type="pres">
      <dgm:prSet presAssocID="{B672B12B-A75B-4521-9BB2-3C470F2D5F27}" presName="sibTrans" presStyleCnt="0"/>
      <dgm:spPr/>
    </dgm:pt>
    <dgm:pt modelId="{5E95B6BD-7881-4AC6-B3A6-E18A3171671A}" type="pres">
      <dgm:prSet presAssocID="{AEF68C59-2C7E-4F0B-BE94-50EC529949EB}" presName="composite" presStyleCnt="0"/>
      <dgm:spPr/>
    </dgm:pt>
    <dgm:pt modelId="{7A808FEB-1EFE-4A8F-AF1B-7B05F577A70F}" type="pres">
      <dgm:prSet presAssocID="{AEF68C59-2C7E-4F0B-BE94-50EC529949EB}" presName="Image" presStyleLbl="align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Newspaper with solid fill"/>
        </a:ext>
      </dgm:extLst>
    </dgm:pt>
    <dgm:pt modelId="{55AE9A3C-663A-438A-95E9-3ABCEB15FB70}" type="pres">
      <dgm:prSet presAssocID="{AEF68C59-2C7E-4F0B-BE94-50EC529949EB}" presName="Accent" presStyleLbl="parChTrans1D1" presStyleIdx="2" presStyleCnt="4"/>
      <dgm:spPr/>
    </dgm:pt>
    <dgm:pt modelId="{519710CA-6F95-42D6-8C34-3669FDC86253}" type="pres">
      <dgm:prSet presAssocID="{AEF68C59-2C7E-4F0B-BE94-50EC529949EB}" presName="Parent" presStyleLbl="revTx" presStyleIdx="2" presStyleCnt="4">
        <dgm:presLayoutVars>
          <dgm:chMax val="0"/>
          <dgm:chPref val="0"/>
          <dgm:bulletEnabled val="1"/>
        </dgm:presLayoutVars>
      </dgm:prSet>
      <dgm:spPr/>
    </dgm:pt>
    <dgm:pt modelId="{5A87BCED-57D5-4E15-96AD-9D38EC73F42E}" type="pres">
      <dgm:prSet presAssocID="{263032B2-729D-4988-A6B2-825AFCFBFB83}" presName="sibTrans" presStyleCnt="0"/>
      <dgm:spPr/>
    </dgm:pt>
    <dgm:pt modelId="{741EA555-4B28-4D90-9D12-7B0197F92C1C}" type="pres">
      <dgm:prSet presAssocID="{DA1E4A47-7991-4D0C-AA19-050F6146901A}" presName="composite" presStyleCnt="0"/>
      <dgm:spPr/>
    </dgm:pt>
    <dgm:pt modelId="{84FAEFF3-DE12-498C-BB03-96A04CEC3FF0}" type="pres">
      <dgm:prSet presAssocID="{DA1E4A47-7991-4D0C-AA19-050F6146901A}" presName="Image" presStyleLbl="align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Blueprint with solid fill"/>
        </a:ext>
      </dgm:extLst>
    </dgm:pt>
    <dgm:pt modelId="{CC3535E8-2885-4BA7-8BF4-8CEFD8AA73B0}" type="pres">
      <dgm:prSet presAssocID="{DA1E4A47-7991-4D0C-AA19-050F6146901A}" presName="Accent" presStyleLbl="parChTrans1D1" presStyleIdx="3" presStyleCnt="4"/>
      <dgm:spPr/>
    </dgm:pt>
    <dgm:pt modelId="{F3A81341-221F-4FCB-B564-0351008BAA42}" type="pres">
      <dgm:prSet presAssocID="{DA1E4A47-7991-4D0C-AA19-050F6146901A}" presName="Parent" presStyleLbl="revTx" presStyleIdx="3" presStyleCnt="4">
        <dgm:presLayoutVars>
          <dgm:chMax val="0"/>
          <dgm:chPref val="0"/>
          <dgm:bulletEnabled val="1"/>
        </dgm:presLayoutVars>
      </dgm:prSet>
      <dgm:spPr/>
    </dgm:pt>
  </dgm:ptLst>
  <dgm:cxnLst>
    <dgm:cxn modelId="{1BF52419-46BF-40FC-9DA1-2F04712D0369}" srcId="{8A2DBA93-76C8-411B-A949-3CCAC186B91B}" destId="{AEF68C59-2C7E-4F0B-BE94-50EC529949EB}" srcOrd="2" destOrd="0" parTransId="{D0A3BEC5-4BEA-465B-BEE1-02D8233964B1}" sibTransId="{263032B2-729D-4988-A6B2-825AFCFBFB83}"/>
    <dgm:cxn modelId="{713A0863-E658-4366-9EA1-D0006C682489}" type="presOf" srcId="{DA1E4A47-7991-4D0C-AA19-050F6146901A}" destId="{F3A81341-221F-4FCB-B564-0351008BAA42}" srcOrd="0" destOrd="0" presId="urn:microsoft.com/office/officeart/2008/layout/PictureLineup"/>
    <dgm:cxn modelId="{D2A64E84-D939-42A1-8676-B398B9821A82}" type="presOf" srcId="{AF6BD580-1C00-47EE-A5F4-84FFE5FECDD3}" destId="{F9A2CE78-31E8-4B67-8F94-662B5C4690A5}" srcOrd="0" destOrd="0" presId="urn:microsoft.com/office/officeart/2008/layout/PictureLineup"/>
    <dgm:cxn modelId="{E7784899-058E-438F-BB7A-B3B46B8412DA}" srcId="{8A2DBA93-76C8-411B-A949-3CCAC186B91B}" destId="{DA1E4A47-7991-4D0C-AA19-050F6146901A}" srcOrd="3" destOrd="0" parTransId="{95668D8D-8890-423B-9784-D4169EEB8AD6}" sibTransId="{5FDA718E-5A1E-4F9A-A225-4608B130FF80}"/>
    <dgm:cxn modelId="{5AE8079D-1528-498E-B3F5-A2D1D39DB1B8}" srcId="{8A2DBA93-76C8-411B-A949-3CCAC186B91B}" destId="{AF6BD580-1C00-47EE-A5F4-84FFE5FECDD3}" srcOrd="0" destOrd="0" parTransId="{8A80CC30-7C35-4400-890E-977A52B4391D}" sibTransId="{2753A14D-1BBD-4E15-AA1E-F33B810AF62E}"/>
    <dgm:cxn modelId="{43073EA2-7B44-48F6-8CFF-9B29D6024783}" type="presOf" srcId="{4BC373CC-932C-4327-9372-0B818448B55B}" destId="{B493A360-F487-492B-90B1-FABE120A0158}" srcOrd="0" destOrd="0" presId="urn:microsoft.com/office/officeart/2008/layout/PictureLineup"/>
    <dgm:cxn modelId="{A6FFB1B0-2161-4FC0-8208-0674BBFAE4FC}" type="presOf" srcId="{8A2DBA93-76C8-411B-A949-3CCAC186B91B}" destId="{D9481B8C-B5C0-4EC4-9D61-3D404D4851CE}" srcOrd="0" destOrd="0" presId="urn:microsoft.com/office/officeart/2008/layout/PictureLineup"/>
    <dgm:cxn modelId="{75EF9CCF-6905-4CF2-A7C0-C57C453D9A25}" type="presOf" srcId="{AEF68C59-2C7E-4F0B-BE94-50EC529949EB}" destId="{519710CA-6F95-42D6-8C34-3669FDC86253}" srcOrd="0" destOrd="0" presId="urn:microsoft.com/office/officeart/2008/layout/PictureLineup"/>
    <dgm:cxn modelId="{7671D0F4-E328-4FD3-8109-73B38CAA5AC4}" srcId="{8A2DBA93-76C8-411B-A949-3CCAC186B91B}" destId="{4BC373CC-932C-4327-9372-0B818448B55B}" srcOrd="1" destOrd="0" parTransId="{D1A52690-A303-41BD-83E8-5ECE89F549AF}" sibTransId="{B672B12B-A75B-4521-9BB2-3C470F2D5F27}"/>
    <dgm:cxn modelId="{F6C52000-AFFC-4565-958B-3B76E7F16210}" type="presParOf" srcId="{D9481B8C-B5C0-4EC4-9D61-3D404D4851CE}" destId="{310D4243-DA5C-4993-B7FF-525FDD14C790}" srcOrd="0" destOrd="0" presId="urn:microsoft.com/office/officeart/2008/layout/PictureLineup"/>
    <dgm:cxn modelId="{3B48BD3B-9522-4A62-B266-93B4B81DB8C2}" type="presParOf" srcId="{310D4243-DA5C-4993-B7FF-525FDD14C790}" destId="{BEFC4145-DFE5-4E90-8D32-6D39EB0293E6}" srcOrd="0" destOrd="0" presId="urn:microsoft.com/office/officeart/2008/layout/PictureLineup"/>
    <dgm:cxn modelId="{9DBA029C-703E-4D60-9C05-70AB0B1AB494}" type="presParOf" srcId="{310D4243-DA5C-4993-B7FF-525FDD14C790}" destId="{1F528A15-6292-4753-928E-12813F28A03F}" srcOrd="1" destOrd="0" presId="urn:microsoft.com/office/officeart/2008/layout/PictureLineup"/>
    <dgm:cxn modelId="{96E35273-6171-4235-9229-94E03F293BA2}" type="presParOf" srcId="{310D4243-DA5C-4993-B7FF-525FDD14C790}" destId="{F9A2CE78-31E8-4B67-8F94-662B5C4690A5}" srcOrd="2" destOrd="0" presId="urn:microsoft.com/office/officeart/2008/layout/PictureLineup"/>
    <dgm:cxn modelId="{836E9C73-2E24-4676-A1B9-B0B2D28072D7}" type="presParOf" srcId="{D9481B8C-B5C0-4EC4-9D61-3D404D4851CE}" destId="{D30349A3-6C7F-44C2-9DBA-1C3878ABA558}" srcOrd="1" destOrd="0" presId="urn:microsoft.com/office/officeart/2008/layout/PictureLineup"/>
    <dgm:cxn modelId="{64E4BE50-B89A-457F-98C7-F20E74B6C996}" type="presParOf" srcId="{D9481B8C-B5C0-4EC4-9D61-3D404D4851CE}" destId="{2474E306-F3DA-4130-AF74-887E508F015D}" srcOrd="2" destOrd="0" presId="urn:microsoft.com/office/officeart/2008/layout/PictureLineup"/>
    <dgm:cxn modelId="{D0053E62-096F-4E7F-B3B5-6239C7464B42}" type="presParOf" srcId="{2474E306-F3DA-4130-AF74-887E508F015D}" destId="{CC1A9DFE-AB4B-41FF-AA52-8DB9AA332889}" srcOrd="0" destOrd="0" presId="urn:microsoft.com/office/officeart/2008/layout/PictureLineup"/>
    <dgm:cxn modelId="{CAA03BF1-1711-4F02-BE02-43815991D92D}" type="presParOf" srcId="{2474E306-F3DA-4130-AF74-887E508F015D}" destId="{1132121E-371C-410C-BD91-C4DFEF841CA5}" srcOrd="1" destOrd="0" presId="urn:microsoft.com/office/officeart/2008/layout/PictureLineup"/>
    <dgm:cxn modelId="{B9EE952D-CC85-4ECE-8BC4-D307FD3CD39F}" type="presParOf" srcId="{2474E306-F3DA-4130-AF74-887E508F015D}" destId="{B493A360-F487-492B-90B1-FABE120A0158}" srcOrd="2" destOrd="0" presId="urn:microsoft.com/office/officeart/2008/layout/PictureLineup"/>
    <dgm:cxn modelId="{F1895C35-E3E0-44D2-9B48-6637663ABA9C}" type="presParOf" srcId="{D9481B8C-B5C0-4EC4-9D61-3D404D4851CE}" destId="{80DFA3F3-59C8-4B37-9162-2216D8EB99DA}" srcOrd="3" destOrd="0" presId="urn:microsoft.com/office/officeart/2008/layout/PictureLineup"/>
    <dgm:cxn modelId="{A9D66C8C-3838-44A1-9A89-5A070AF7B846}" type="presParOf" srcId="{D9481B8C-B5C0-4EC4-9D61-3D404D4851CE}" destId="{5E95B6BD-7881-4AC6-B3A6-E18A3171671A}" srcOrd="4" destOrd="0" presId="urn:microsoft.com/office/officeart/2008/layout/PictureLineup"/>
    <dgm:cxn modelId="{41D00BDF-D894-4BA9-8D9A-73A6624D2E78}" type="presParOf" srcId="{5E95B6BD-7881-4AC6-B3A6-E18A3171671A}" destId="{7A808FEB-1EFE-4A8F-AF1B-7B05F577A70F}" srcOrd="0" destOrd="0" presId="urn:microsoft.com/office/officeart/2008/layout/PictureLineup"/>
    <dgm:cxn modelId="{8AA872EF-78EE-4071-9C49-152F5114D894}" type="presParOf" srcId="{5E95B6BD-7881-4AC6-B3A6-E18A3171671A}" destId="{55AE9A3C-663A-438A-95E9-3ABCEB15FB70}" srcOrd="1" destOrd="0" presId="urn:microsoft.com/office/officeart/2008/layout/PictureLineup"/>
    <dgm:cxn modelId="{258E1818-D7E6-4EB4-B1AC-D13FF84DAE2C}" type="presParOf" srcId="{5E95B6BD-7881-4AC6-B3A6-E18A3171671A}" destId="{519710CA-6F95-42D6-8C34-3669FDC86253}" srcOrd="2" destOrd="0" presId="urn:microsoft.com/office/officeart/2008/layout/PictureLineup"/>
    <dgm:cxn modelId="{5DAED4B7-2F6E-438A-A41E-1AC640DB03C9}" type="presParOf" srcId="{D9481B8C-B5C0-4EC4-9D61-3D404D4851CE}" destId="{5A87BCED-57D5-4E15-96AD-9D38EC73F42E}" srcOrd="5" destOrd="0" presId="urn:microsoft.com/office/officeart/2008/layout/PictureLineup"/>
    <dgm:cxn modelId="{EEBBFAF9-D25F-4114-BF47-C2A82A82D84F}" type="presParOf" srcId="{D9481B8C-B5C0-4EC4-9D61-3D404D4851CE}" destId="{741EA555-4B28-4D90-9D12-7B0197F92C1C}" srcOrd="6" destOrd="0" presId="urn:microsoft.com/office/officeart/2008/layout/PictureLineup"/>
    <dgm:cxn modelId="{F9BC4A5C-8209-49A4-9A3C-59E4B62044C8}" type="presParOf" srcId="{741EA555-4B28-4D90-9D12-7B0197F92C1C}" destId="{84FAEFF3-DE12-498C-BB03-96A04CEC3FF0}" srcOrd="0" destOrd="0" presId="urn:microsoft.com/office/officeart/2008/layout/PictureLineup"/>
    <dgm:cxn modelId="{4FF7AF42-377D-4F8E-BA65-8AF78AB41A62}" type="presParOf" srcId="{741EA555-4B28-4D90-9D12-7B0197F92C1C}" destId="{CC3535E8-2885-4BA7-8BF4-8CEFD8AA73B0}" srcOrd="1" destOrd="0" presId="urn:microsoft.com/office/officeart/2008/layout/PictureLineup"/>
    <dgm:cxn modelId="{373D0225-61B6-4F38-9084-4CB1105F1B7D}" type="presParOf" srcId="{741EA555-4B28-4D90-9D12-7B0197F92C1C}" destId="{F3A81341-221F-4FCB-B564-0351008BAA42}" srcOrd="2" destOrd="0" presId="urn:microsoft.com/office/officeart/2008/layout/PictureLineu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C4E8AEC-E609-4A58-968B-41FC3AD71238}" type="doc">
      <dgm:prSet loTypeId="urn:microsoft.com/office/officeart/2005/8/layout/hierarchy1" loCatId="hierarchy" qsTypeId="urn:microsoft.com/office/officeart/2005/8/quickstyle/simple1" qsCatId="simple" csTypeId="urn:microsoft.com/office/officeart/2005/8/colors/colorful5" csCatId="colorful" phldr="1"/>
      <dgm:spPr/>
      <dgm:t>
        <a:bodyPr/>
        <a:lstStyle/>
        <a:p>
          <a:endParaRPr lang="en-US"/>
        </a:p>
      </dgm:t>
    </dgm:pt>
    <dgm:pt modelId="{B8728670-EEEA-4522-8BEA-075A1C1E3706}">
      <dgm:prSet phldrT="[Text]"/>
      <dgm:spPr/>
      <dgm:t>
        <a:bodyPr/>
        <a:lstStyle/>
        <a:p>
          <a:r>
            <a:rPr lang="en-US"/>
            <a:t>Emerged </a:t>
          </a:r>
          <a:r>
            <a:rPr lang="en-US">
              <a:ea typeface="Calibri"/>
              <a:cs typeface="Calibri"/>
            </a:rPr>
            <a:t>from the Preparing Students for Other Aspects of Adult Life work group.</a:t>
          </a:r>
          <a:endParaRPr lang="en-US"/>
        </a:p>
      </dgm:t>
    </dgm:pt>
    <dgm:pt modelId="{CC10000C-AA72-42ED-B23D-42E29F4B69A1}" type="parTrans" cxnId="{372F1E5B-7C0B-437D-A261-F0A882DB9F74}">
      <dgm:prSet/>
      <dgm:spPr/>
      <dgm:t>
        <a:bodyPr/>
        <a:lstStyle/>
        <a:p>
          <a:endParaRPr lang="en-US"/>
        </a:p>
      </dgm:t>
    </dgm:pt>
    <dgm:pt modelId="{6C3CB3B5-43D7-464F-B40D-07431CD5567A}" type="sibTrans" cxnId="{372F1E5B-7C0B-437D-A261-F0A882DB9F74}">
      <dgm:prSet/>
      <dgm:spPr/>
      <dgm:t>
        <a:bodyPr/>
        <a:lstStyle/>
        <a:p>
          <a:endParaRPr lang="en-US"/>
        </a:p>
      </dgm:t>
    </dgm:pt>
    <dgm:pt modelId="{7007B0A4-E9F0-4282-A3BE-515E1503AA5F}">
      <dgm:prSet/>
      <dgm:spPr/>
      <dgm:t>
        <a:bodyPr/>
        <a:lstStyle/>
        <a:p>
          <a:r>
            <a:rPr lang="en-US">
              <a:ea typeface="Calibri"/>
              <a:cs typeface="Calibri"/>
            </a:rPr>
            <a:t>Lawrence has a lot of great transition resources, but students and parents can't find them.</a:t>
          </a:r>
        </a:p>
      </dgm:t>
    </dgm:pt>
    <dgm:pt modelId="{74069CE6-AA2E-405B-8511-1A3DA47118BB}" type="parTrans" cxnId="{77D92FED-F952-4834-80C1-DBF2B3C63CFF}">
      <dgm:prSet/>
      <dgm:spPr/>
      <dgm:t>
        <a:bodyPr/>
        <a:lstStyle/>
        <a:p>
          <a:endParaRPr lang="en-US"/>
        </a:p>
      </dgm:t>
    </dgm:pt>
    <dgm:pt modelId="{4530FA98-C27D-46D6-BC40-83450F8CA99D}" type="sibTrans" cxnId="{77D92FED-F952-4834-80C1-DBF2B3C63CFF}">
      <dgm:prSet/>
      <dgm:spPr/>
      <dgm:t>
        <a:bodyPr/>
        <a:lstStyle/>
        <a:p>
          <a:endParaRPr lang="en-US"/>
        </a:p>
      </dgm:t>
    </dgm:pt>
    <dgm:pt modelId="{EF366FDB-4A91-45A4-A256-D6BB554DF7D2}">
      <dgm:prSet/>
      <dgm:spPr/>
      <dgm:t>
        <a:bodyPr/>
        <a:lstStyle/>
        <a:p>
          <a:r>
            <a:rPr lang="en-US">
              <a:ea typeface="Calibri"/>
              <a:cs typeface="Calibri"/>
            </a:rPr>
            <a:t>LPTE Consortium contributed resources, input, and feedback.</a:t>
          </a:r>
        </a:p>
      </dgm:t>
    </dgm:pt>
    <dgm:pt modelId="{E73969D0-0CE7-4275-9E9D-D849C689E8F5}" type="parTrans" cxnId="{C97756E4-C589-4EA7-8D70-E1231C17F4F1}">
      <dgm:prSet/>
      <dgm:spPr/>
      <dgm:t>
        <a:bodyPr/>
        <a:lstStyle/>
        <a:p>
          <a:endParaRPr lang="en-US"/>
        </a:p>
      </dgm:t>
    </dgm:pt>
    <dgm:pt modelId="{BE537113-A24B-4BE5-A162-80ED6961A9BC}" type="sibTrans" cxnId="{C97756E4-C589-4EA7-8D70-E1231C17F4F1}">
      <dgm:prSet/>
      <dgm:spPr/>
      <dgm:t>
        <a:bodyPr/>
        <a:lstStyle/>
        <a:p>
          <a:endParaRPr lang="en-US"/>
        </a:p>
      </dgm:t>
    </dgm:pt>
    <dgm:pt modelId="{F04B3F50-9793-4151-A49B-84DDA49075DF}">
      <dgm:prSet/>
      <dgm:spPr/>
      <dgm:t>
        <a:bodyPr/>
        <a:lstStyle/>
        <a:p>
          <a:r>
            <a:rPr lang="en-US">
              <a:ea typeface="Calibri"/>
              <a:cs typeface="Calibri"/>
            </a:rPr>
            <a:t>The online Resource Hub and in-person Merrimack Valley Welcome Center complement each other.</a:t>
          </a:r>
          <a:endParaRPr lang="en-US"/>
        </a:p>
      </dgm:t>
    </dgm:pt>
    <dgm:pt modelId="{70FCBA55-0DE0-45F2-9CC5-3318386CAC16}" type="parTrans" cxnId="{0500F89C-A32C-45CF-9CB2-8F0B9182C6B2}">
      <dgm:prSet/>
      <dgm:spPr/>
      <dgm:t>
        <a:bodyPr/>
        <a:lstStyle/>
        <a:p>
          <a:endParaRPr lang="en-US"/>
        </a:p>
      </dgm:t>
    </dgm:pt>
    <dgm:pt modelId="{8DB09E84-F1C3-45A3-BF90-8B3EEF3FBB52}" type="sibTrans" cxnId="{0500F89C-A32C-45CF-9CB2-8F0B9182C6B2}">
      <dgm:prSet/>
      <dgm:spPr/>
      <dgm:t>
        <a:bodyPr/>
        <a:lstStyle/>
        <a:p>
          <a:endParaRPr lang="en-US"/>
        </a:p>
      </dgm:t>
    </dgm:pt>
    <dgm:pt modelId="{6B66DAF4-EA4D-4CB3-AA7E-05B24B85E1F3}" type="pres">
      <dgm:prSet presAssocID="{FC4E8AEC-E609-4A58-968B-41FC3AD71238}" presName="hierChild1" presStyleCnt="0">
        <dgm:presLayoutVars>
          <dgm:chPref val="1"/>
          <dgm:dir/>
          <dgm:animOne val="branch"/>
          <dgm:animLvl val="lvl"/>
          <dgm:resizeHandles/>
        </dgm:presLayoutVars>
      </dgm:prSet>
      <dgm:spPr/>
    </dgm:pt>
    <dgm:pt modelId="{2C677D87-B518-46B2-BFFE-65B63407E993}" type="pres">
      <dgm:prSet presAssocID="{B8728670-EEEA-4522-8BEA-075A1C1E3706}" presName="hierRoot1" presStyleCnt="0"/>
      <dgm:spPr/>
    </dgm:pt>
    <dgm:pt modelId="{2A1DD305-F344-444E-BE14-D17C63867E8A}" type="pres">
      <dgm:prSet presAssocID="{B8728670-EEEA-4522-8BEA-075A1C1E3706}" presName="composite" presStyleCnt="0"/>
      <dgm:spPr/>
    </dgm:pt>
    <dgm:pt modelId="{6FCDA999-AC09-4844-BEB0-4E10721F4A21}" type="pres">
      <dgm:prSet presAssocID="{B8728670-EEEA-4522-8BEA-075A1C1E3706}" presName="background" presStyleLbl="node0" presStyleIdx="0" presStyleCnt="4"/>
      <dgm:spPr/>
    </dgm:pt>
    <dgm:pt modelId="{27E97A40-0F94-4337-876F-E2F5C473EDB4}" type="pres">
      <dgm:prSet presAssocID="{B8728670-EEEA-4522-8BEA-075A1C1E3706}" presName="text" presStyleLbl="fgAcc0" presStyleIdx="0" presStyleCnt="4">
        <dgm:presLayoutVars>
          <dgm:chPref val="3"/>
        </dgm:presLayoutVars>
      </dgm:prSet>
      <dgm:spPr/>
    </dgm:pt>
    <dgm:pt modelId="{9E1BA3BB-5CE8-47DE-B056-9385352231AD}" type="pres">
      <dgm:prSet presAssocID="{B8728670-EEEA-4522-8BEA-075A1C1E3706}" presName="hierChild2" presStyleCnt="0"/>
      <dgm:spPr/>
    </dgm:pt>
    <dgm:pt modelId="{3107B3EC-31AE-46A4-A521-7C7517379E0B}" type="pres">
      <dgm:prSet presAssocID="{7007B0A4-E9F0-4282-A3BE-515E1503AA5F}" presName="hierRoot1" presStyleCnt="0"/>
      <dgm:spPr/>
    </dgm:pt>
    <dgm:pt modelId="{98279302-6944-4C82-8AF8-55E3E583DF07}" type="pres">
      <dgm:prSet presAssocID="{7007B0A4-E9F0-4282-A3BE-515E1503AA5F}" presName="composite" presStyleCnt="0"/>
      <dgm:spPr/>
    </dgm:pt>
    <dgm:pt modelId="{85412CB2-2D23-4DC3-8914-50F1CA2C7D09}" type="pres">
      <dgm:prSet presAssocID="{7007B0A4-E9F0-4282-A3BE-515E1503AA5F}" presName="background" presStyleLbl="node0" presStyleIdx="1" presStyleCnt="4"/>
      <dgm:spPr/>
    </dgm:pt>
    <dgm:pt modelId="{2224DB29-C7BF-4F48-B224-979832BFB940}" type="pres">
      <dgm:prSet presAssocID="{7007B0A4-E9F0-4282-A3BE-515E1503AA5F}" presName="text" presStyleLbl="fgAcc0" presStyleIdx="1" presStyleCnt="4">
        <dgm:presLayoutVars>
          <dgm:chPref val="3"/>
        </dgm:presLayoutVars>
      </dgm:prSet>
      <dgm:spPr/>
    </dgm:pt>
    <dgm:pt modelId="{6F687374-CCD5-4A0C-8324-DACBBC234990}" type="pres">
      <dgm:prSet presAssocID="{7007B0A4-E9F0-4282-A3BE-515E1503AA5F}" presName="hierChild2" presStyleCnt="0"/>
      <dgm:spPr/>
    </dgm:pt>
    <dgm:pt modelId="{772A7070-44F4-4D4C-B19B-7D5BECD10DA0}" type="pres">
      <dgm:prSet presAssocID="{EF366FDB-4A91-45A4-A256-D6BB554DF7D2}" presName="hierRoot1" presStyleCnt="0"/>
      <dgm:spPr/>
    </dgm:pt>
    <dgm:pt modelId="{AC8A1D98-8F97-47F6-BD4E-3A292DDFDA84}" type="pres">
      <dgm:prSet presAssocID="{EF366FDB-4A91-45A4-A256-D6BB554DF7D2}" presName="composite" presStyleCnt="0"/>
      <dgm:spPr/>
    </dgm:pt>
    <dgm:pt modelId="{07F9908F-8D89-48C6-87F1-1950E549524F}" type="pres">
      <dgm:prSet presAssocID="{EF366FDB-4A91-45A4-A256-D6BB554DF7D2}" presName="background" presStyleLbl="node0" presStyleIdx="2" presStyleCnt="4"/>
      <dgm:spPr/>
    </dgm:pt>
    <dgm:pt modelId="{421FAA8F-2013-4A06-87F1-4080EB90A251}" type="pres">
      <dgm:prSet presAssocID="{EF366FDB-4A91-45A4-A256-D6BB554DF7D2}" presName="text" presStyleLbl="fgAcc0" presStyleIdx="2" presStyleCnt="4">
        <dgm:presLayoutVars>
          <dgm:chPref val="3"/>
        </dgm:presLayoutVars>
      </dgm:prSet>
      <dgm:spPr/>
    </dgm:pt>
    <dgm:pt modelId="{BB3D5A75-AA4C-4D84-B91F-A1A3CD288D3B}" type="pres">
      <dgm:prSet presAssocID="{EF366FDB-4A91-45A4-A256-D6BB554DF7D2}" presName="hierChild2" presStyleCnt="0"/>
      <dgm:spPr/>
    </dgm:pt>
    <dgm:pt modelId="{12CF9D80-BB5A-4AF0-862D-5E72CC7A229C}" type="pres">
      <dgm:prSet presAssocID="{F04B3F50-9793-4151-A49B-84DDA49075DF}" presName="hierRoot1" presStyleCnt="0"/>
      <dgm:spPr/>
    </dgm:pt>
    <dgm:pt modelId="{3E601102-2E14-4D8F-8B3B-569AEA2B0485}" type="pres">
      <dgm:prSet presAssocID="{F04B3F50-9793-4151-A49B-84DDA49075DF}" presName="composite" presStyleCnt="0"/>
      <dgm:spPr/>
    </dgm:pt>
    <dgm:pt modelId="{9C716FF4-A9E4-4A7C-93BA-F7CE0C984A57}" type="pres">
      <dgm:prSet presAssocID="{F04B3F50-9793-4151-A49B-84DDA49075DF}" presName="background" presStyleLbl="node0" presStyleIdx="3" presStyleCnt="4"/>
      <dgm:spPr/>
    </dgm:pt>
    <dgm:pt modelId="{B1C06AB1-DC28-487B-82EB-E1D36B216705}" type="pres">
      <dgm:prSet presAssocID="{F04B3F50-9793-4151-A49B-84DDA49075DF}" presName="text" presStyleLbl="fgAcc0" presStyleIdx="3" presStyleCnt="4">
        <dgm:presLayoutVars>
          <dgm:chPref val="3"/>
        </dgm:presLayoutVars>
      </dgm:prSet>
      <dgm:spPr/>
    </dgm:pt>
    <dgm:pt modelId="{82B8AB33-F0B7-41AB-AB8D-54E01FFFA29B}" type="pres">
      <dgm:prSet presAssocID="{F04B3F50-9793-4151-A49B-84DDA49075DF}" presName="hierChild2" presStyleCnt="0"/>
      <dgm:spPr/>
    </dgm:pt>
  </dgm:ptLst>
  <dgm:cxnLst>
    <dgm:cxn modelId="{1A3F5F1D-42A9-4AF6-91EE-A0F807A6B024}" type="presOf" srcId="{B8728670-EEEA-4522-8BEA-075A1C1E3706}" destId="{27E97A40-0F94-4337-876F-E2F5C473EDB4}" srcOrd="0" destOrd="0" presId="urn:microsoft.com/office/officeart/2005/8/layout/hierarchy1"/>
    <dgm:cxn modelId="{BA050638-ADC8-48EB-B18F-816E4AA2DBAC}" type="presOf" srcId="{F04B3F50-9793-4151-A49B-84DDA49075DF}" destId="{B1C06AB1-DC28-487B-82EB-E1D36B216705}" srcOrd="0" destOrd="0" presId="urn:microsoft.com/office/officeart/2005/8/layout/hierarchy1"/>
    <dgm:cxn modelId="{372F1E5B-7C0B-437D-A261-F0A882DB9F74}" srcId="{FC4E8AEC-E609-4A58-968B-41FC3AD71238}" destId="{B8728670-EEEA-4522-8BEA-075A1C1E3706}" srcOrd="0" destOrd="0" parTransId="{CC10000C-AA72-42ED-B23D-42E29F4B69A1}" sibTransId="{6C3CB3B5-43D7-464F-B40D-07431CD5567A}"/>
    <dgm:cxn modelId="{34247E69-8F1A-4339-A852-F3BADF00BB0A}" type="presOf" srcId="{FC4E8AEC-E609-4A58-968B-41FC3AD71238}" destId="{6B66DAF4-EA4D-4CB3-AA7E-05B24B85E1F3}" srcOrd="0" destOrd="0" presId="urn:microsoft.com/office/officeart/2005/8/layout/hierarchy1"/>
    <dgm:cxn modelId="{0500F89C-A32C-45CF-9CB2-8F0B9182C6B2}" srcId="{FC4E8AEC-E609-4A58-968B-41FC3AD71238}" destId="{F04B3F50-9793-4151-A49B-84DDA49075DF}" srcOrd="3" destOrd="0" parTransId="{70FCBA55-0DE0-45F2-9CC5-3318386CAC16}" sibTransId="{8DB09E84-F1C3-45A3-BF90-8B3EEF3FBB52}"/>
    <dgm:cxn modelId="{9E13E5B8-DF69-40EF-939A-03D5F9F5EF48}" type="presOf" srcId="{EF366FDB-4A91-45A4-A256-D6BB554DF7D2}" destId="{421FAA8F-2013-4A06-87F1-4080EB90A251}" srcOrd="0" destOrd="0" presId="urn:microsoft.com/office/officeart/2005/8/layout/hierarchy1"/>
    <dgm:cxn modelId="{7AEFEDD6-70B5-4A42-9098-E6360E946342}" type="presOf" srcId="{7007B0A4-E9F0-4282-A3BE-515E1503AA5F}" destId="{2224DB29-C7BF-4F48-B224-979832BFB940}" srcOrd="0" destOrd="0" presId="urn:microsoft.com/office/officeart/2005/8/layout/hierarchy1"/>
    <dgm:cxn modelId="{C97756E4-C589-4EA7-8D70-E1231C17F4F1}" srcId="{FC4E8AEC-E609-4A58-968B-41FC3AD71238}" destId="{EF366FDB-4A91-45A4-A256-D6BB554DF7D2}" srcOrd="2" destOrd="0" parTransId="{E73969D0-0CE7-4275-9E9D-D849C689E8F5}" sibTransId="{BE537113-A24B-4BE5-A162-80ED6961A9BC}"/>
    <dgm:cxn modelId="{77D92FED-F952-4834-80C1-DBF2B3C63CFF}" srcId="{FC4E8AEC-E609-4A58-968B-41FC3AD71238}" destId="{7007B0A4-E9F0-4282-A3BE-515E1503AA5F}" srcOrd="1" destOrd="0" parTransId="{74069CE6-AA2E-405B-8511-1A3DA47118BB}" sibTransId="{4530FA98-C27D-46D6-BC40-83450F8CA99D}"/>
    <dgm:cxn modelId="{D2A85618-0D4F-4EEB-8E10-AF6DF9471366}" type="presParOf" srcId="{6B66DAF4-EA4D-4CB3-AA7E-05B24B85E1F3}" destId="{2C677D87-B518-46B2-BFFE-65B63407E993}" srcOrd="0" destOrd="0" presId="urn:microsoft.com/office/officeart/2005/8/layout/hierarchy1"/>
    <dgm:cxn modelId="{ADDF8EC9-0575-4DAC-91D7-2C7A3BF16584}" type="presParOf" srcId="{2C677D87-B518-46B2-BFFE-65B63407E993}" destId="{2A1DD305-F344-444E-BE14-D17C63867E8A}" srcOrd="0" destOrd="0" presId="urn:microsoft.com/office/officeart/2005/8/layout/hierarchy1"/>
    <dgm:cxn modelId="{1E677E0D-BA96-40AD-8F3D-11BC6D0536E0}" type="presParOf" srcId="{2A1DD305-F344-444E-BE14-D17C63867E8A}" destId="{6FCDA999-AC09-4844-BEB0-4E10721F4A21}" srcOrd="0" destOrd="0" presId="urn:microsoft.com/office/officeart/2005/8/layout/hierarchy1"/>
    <dgm:cxn modelId="{0A11B44A-1331-44F1-BB59-B23FE9EE851B}" type="presParOf" srcId="{2A1DD305-F344-444E-BE14-D17C63867E8A}" destId="{27E97A40-0F94-4337-876F-E2F5C473EDB4}" srcOrd="1" destOrd="0" presId="urn:microsoft.com/office/officeart/2005/8/layout/hierarchy1"/>
    <dgm:cxn modelId="{0192ED6A-2490-40FB-83DA-74764749CB69}" type="presParOf" srcId="{2C677D87-B518-46B2-BFFE-65B63407E993}" destId="{9E1BA3BB-5CE8-47DE-B056-9385352231AD}" srcOrd="1" destOrd="0" presId="urn:microsoft.com/office/officeart/2005/8/layout/hierarchy1"/>
    <dgm:cxn modelId="{784E9124-2EEB-4F72-B4C2-0744AA541984}" type="presParOf" srcId="{6B66DAF4-EA4D-4CB3-AA7E-05B24B85E1F3}" destId="{3107B3EC-31AE-46A4-A521-7C7517379E0B}" srcOrd="1" destOrd="0" presId="urn:microsoft.com/office/officeart/2005/8/layout/hierarchy1"/>
    <dgm:cxn modelId="{2188D277-832C-43AD-8C98-74AD6EF3EF4E}" type="presParOf" srcId="{3107B3EC-31AE-46A4-A521-7C7517379E0B}" destId="{98279302-6944-4C82-8AF8-55E3E583DF07}" srcOrd="0" destOrd="0" presId="urn:microsoft.com/office/officeart/2005/8/layout/hierarchy1"/>
    <dgm:cxn modelId="{8C4C6165-52F5-4F0E-ADA8-A961BBC3C28D}" type="presParOf" srcId="{98279302-6944-4C82-8AF8-55E3E583DF07}" destId="{85412CB2-2D23-4DC3-8914-50F1CA2C7D09}" srcOrd="0" destOrd="0" presId="urn:microsoft.com/office/officeart/2005/8/layout/hierarchy1"/>
    <dgm:cxn modelId="{7B9FA1F7-017B-4261-A8D0-A9CA8476318A}" type="presParOf" srcId="{98279302-6944-4C82-8AF8-55E3E583DF07}" destId="{2224DB29-C7BF-4F48-B224-979832BFB940}" srcOrd="1" destOrd="0" presId="urn:microsoft.com/office/officeart/2005/8/layout/hierarchy1"/>
    <dgm:cxn modelId="{61EE3700-80A4-4577-BDDA-8FE7B4D0669C}" type="presParOf" srcId="{3107B3EC-31AE-46A4-A521-7C7517379E0B}" destId="{6F687374-CCD5-4A0C-8324-DACBBC234990}" srcOrd="1" destOrd="0" presId="urn:microsoft.com/office/officeart/2005/8/layout/hierarchy1"/>
    <dgm:cxn modelId="{067331A7-E3B7-4B5B-BC69-FC85409570C8}" type="presParOf" srcId="{6B66DAF4-EA4D-4CB3-AA7E-05B24B85E1F3}" destId="{772A7070-44F4-4D4C-B19B-7D5BECD10DA0}" srcOrd="2" destOrd="0" presId="urn:microsoft.com/office/officeart/2005/8/layout/hierarchy1"/>
    <dgm:cxn modelId="{33379A7D-CA22-4901-9B0C-DF20E8616211}" type="presParOf" srcId="{772A7070-44F4-4D4C-B19B-7D5BECD10DA0}" destId="{AC8A1D98-8F97-47F6-BD4E-3A292DDFDA84}" srcOrd="0" destOrd="0" presId="urn:microsoft.com/office/officeart/2005/8/layout/hierarchy1"/>
    <dgm:cxn modelId="{F1F98722-67AB-48F8-947B-A7A3A66E295A}" type="presParOf" srcId="{AC8A1D98-8F97-47F6-BD4E-3A292DDFDA84}" destId="{07F9908F-8D89-48C6-87F1-1950E549524F}" srcOrd="0" destOrd="0" presId="urn:microsoft.com/office/officeart/2005/8/layout/hierarchy1"/>
    <dgm:cxn modelId="{B9FF9FE1-57A9-4890-8F1D-654B63DCB1D1}" type="presParOf" srcId="{AC8A1D98-8F97-47F6-BD4E-3A292DDFDA84}" destId="{421FAA8F-2013-4A06-87F1-4080EB90A251}" srcOrd="1" destOrd="0" presId="urn:microsoft.com/office/officeart/2005/8/layout/hierarchy1"/>
    <dgm:cxn modelId="{BB40C3D9-D0D4-4CEF-AF57-760F2D37B58F}" type="presParOf" srcId="{772A7070-44F4-4D4C-B19B-7D5BECD10DA0}" destId="{BB3D5A75-AA4C-4D84-B91F-A1A3CD288D3B}" srcOrd="1" destOrd="0" presId="urn:microsoft.com/office/officeart/2005/8/layout/hierarchy1"/>
    <dgm:cxn modelId="{08B2BC39-DFE7-48A1-856D-DCC3114FD545}" type="presParOf" srcId="{6B66DAF4-EA4D-4CB3-AA7E-05B24B85E1F3}" destId="{12CF9D80-BB5A-4AF0-862D-5E72CC7A229C}" srcOrd="3" destOrd="0" presId="urn:microsoft.com/office/officeart/2005/8/layout/hierarchy1"/>
    <dgm:cxn modelId="{754D94CC-E476-4A4C-9C0A-517D20AB8533}" type="presParOf" srcId="{12CF9D80-BB5A-4AF0-862D-5E72CC7A229C}" destId="{3E601102-2E14-4D8F-8B3B-569AEA2B0485}" srcOrd="0" destOrd="0" presId="urn:microsoft.com/office/officeart/2005/8/layout/hierarchy1"/>
    <dgm:cxn modelId="{8A0666D8-A924-4737-9064-28725780CD02}" type="presParOf" srcId="{3E601102-2E14-4D8F-8B3B-569AEA2B0485}" destId="{9C716FF4-A9E4-4A7C-93BA-F7CE0C984A57}" srcOrd="0" destOrd="0" presId="urn:microsoft.com/office/officeart/2005/8/layout/hierarchy1"/>
    <dgm:cxn modelId="{5EEA5975-8FE5-4C1E-853F-A6FDC104C9A5}" type="presParOf" srcId="{3E601102-2E14-4D8F-8B3B-569AEA2B0485}" destId="{B1C06AB1-DC28-487B-82EB-E1D36B216705}" srcOrd="1" destOrd="0" presId="urn:microsoft.com/office/officeart/2005/8/layout/hierarchy1"/>
    <dgm:cxn modelId="{A93D24DE-E7AC-4C30-935D-0663ECEF9234}" type="presParOf" srcId="{12CF9D80-BB5A-4AF0-862D-5E72CC7A229C}" destId="{82B8AB33-F0B7-41AB-AB8D-54E01FFFA29B}"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D54B19A-FFC3-45F5-8B3B-D1A8C7418BFD}" type="doc">
      <dgm:prSet loTypeId="urn:microsoft.com/office/officeart/2005/8/layout/list1" loCatId="list" qsTypeId="urn:microsoft.com/office/officeart/2005/8/quickstyle/simple1" qsCatId="simple" csTypeId="urn:microsoft.com/office/officeart/2005/8/colors/accent2_2" csCatId="accent2"/>
      <dgm:spPr/>
      <dgm:t>
        <a:bodyPr/>
        <a:lstStyle/>
        <a:p>
          <a:endParaRPr lang="en-US"/>
        </a:p>
      </dgm:t>
    </dgm:pt>
    <dgm:pt modelId="{F0D7F0A1-4CA7-40B9-B05B-54813386F286}">
      <dgm:prSet/>
      <dgm:spPr/>
      <dgm:t>
        <a:bodyPr/>
        <a:lstStyle/>
        <a:p>
          <a:r>
            <a:rPr lang="en-US"/>
            <a:t>Involving Youth and Families</a:t>
          </a:r>
        </a:p>
      </dgm:t>
    </dgm:pt>
    <dgm:pt modelId="{F0DB3150-8C15-4623-BDFD-D61F3756DC3C}" type="parTrans" cxnId="{CE5CEAB2-C370-4F35-89DD-00A9D3CDED58}">
      <dgm:prSet/>
      <dgm:spPr/>
      <dgm:t>
        <a:bodyPr/>
        <a:lstStyle/>
        <a:p>
          <a:endParaRPr lang="en-US"/>
        </a:p>
      </dgm:t>
    </dgm:pt>
    <dgm:pt modelId="{58D609ED-317F-493C-A3BA-62B1CA6DC80B}" type="sibTrans" cxnId="{CE5CEAB2-C370-4F35-89DD-00A9D3CDED58}">
      <dgm:prSet/>
      <dgm:spPr/>
      <dgm:t>
        <a:bodyPr/>
        <a:lstStyle/>
        <a:p>
          <a:endParaRPr lang="en-US"/>
        </a:p>
      </dgm:t>
    </dgm:pt>
    <dgm:pt modelId="{7950C431-2047-4DF5-ADCF-7E93AAF6ACED}">
      <dgm:prSet/>
      <dgm:spPr/>
      <dgm:t>
        <a:bodyPr/>
        <a:lstStyle/>
        <a:p>
          <a:r>
            <a:rPr lang="en-US"/>
            <a:t>Offered stipends</a:t>
          </a:r>
        </a:p>
      </dgm:t>
    </dgm:pt>
    <dgm:pt modelId="{C96407CF-4AFF-40E2-895C-99F2D0013571}" type="parTrans" cxnId="{A4C9CC84-2640-4665-BC9B-A9A798000E8C}">
      <dgm:prSet/>
      <dgm:spPr/>
      <dgm:t>
        <a:bodyPr/>
        <a:lstStyle/>
        <a:p>
          <a:endParaRPr lang="en-US"/>
        </a:p>
      </dgm:t>
    </dgm:pt>
    <dgm:pt modelId="{303F2840-5A18-45FF-B485-088D68A5F187}" type="sibTrans" cxnId="{A4C9CC84-2640-4665-BC9B-A9A798000E8C}">
      <dgm:prSet/>
      <dgm:spPr/>
      <dgm:t>
        <a:bodyPr/>
        <a:lstStyle/>
        <a:p>
          <a:endParaRPr lang="en-US"/>
        </a:p>
      </dgm:t>
    </dgm:pt>
    <dgm:pt modelId="{829BE960-3D40-41C7-8285-F269C672CDCC}">
      <dgm:prSet/>
      <dgm:spPr/>
      <dgm:t>
        <a:bodyPr/>
        <a:lstStyle/>
        <a:p>
          <a:r>
            <a:rPr lang="en-US"/>
            <a:t>Hosted tables at transition fairs, research fairs, and other community events</a:t>
          </a:r>
        </a:p>
      </dgm:t>
    </dgm:pt>
    <dgm:pt modelId="{DE8DEE7B-F003-471D-948B-0BEC22320D8A}" type="parTrans" cxnId="{B57AAD3B-A95C-492C-9D89-B580337FC8FF}">
      <dgm:prSet/>
      <dgm:spPr/>
      <dgm:t>
        <a:bodyPr/>
        <a:lstStyle/>
        <a:p>
          <a:endParaRPr lang="en-US"/>
        </a:p>
      </dgm:t>
    </dgm:pt>
    <dgm:pt modelId="{E5B2BA52-780E-4250-B442-B1C1562298FF}" type="sibTrans" cxnId="{B57AAD3B-A95C-492C-9D89-B580337FC8FF}">
      <dgm:prSet/>
      <dgm:spPr/>
      <dgm:t>
        <a:bodyPr/>
        <a:lstStyle/>
        <a:p>
          <a:endParaRPr lang="en-US"/>
        </a:p>
      </dgm:t>
    </dgm:pt>
    <dgm:pt modelId="{2AFB863B-1BE0-42BC-BE68-6E45768ACE50}">
      <dgm:prSet/>
      <dgm:spPr/>
      <dgm:t>
        <a:bodyPr/>
        <a:lstStyle/>
        <a:p>
          <a:r>
            <a:rPr lang="en-US"/>
            <a:t>Reminders at consortium meetings</a:t>
          </a:r>
        </a:p>
      </dgm:t>
    </dgm:pt>
    <dgm:pt modelId="{1CAE8917-27D3-4366-BC71-C817C94018A4}" type="parTrans" cxnId="{A250BE27-98D1-4208-8E96-564D82F26286}">
      <dgm:prSet/>
      <dgm:spPr/>
      <dgm:t>
        <a:bodyPr/>
        <a:lstStyle/>
        <a:p>
          <a:endParaRPr lang="en-US"/>
        </a:p>
      </dgm:t>
    </dgm:pt>
    <dgm:pt modelId="{14D91AA4-1E5A-437B-BC66-0B0859FB9C19}" type="sibTrans" cxnId="{A250BE27-98D1-4208-8E96-564D82F26286}">
      <dgm:prSet/>
      <dgm:spPr/>
      <dgm:t>
        <a:bodyPr/>
        <a:lstStyle/>
        <a:p>
          <a:endParaRPr lang="en-US"/>
        </a:p>
      </dgm:t>
    </dgm:pt>
    <dgm:pt modelId="{9712E6BF-BB70-41C7-B3B8-62CDCBF11A99}">
      <dgm:prSet/>
      <dgm:spPr/>
      <dgm:t>
        <a:bodyPr/>
        <a:lstStyle/>
        <a:p>
          <a:r>
            <a:rPr lang="en-US"/>
            <a:t>Consistency among Work Groups</a:t>
          </a:r>
        </a:p>
      </dgm:t>
    </dgm:pt>
    <dgm:pt modelId="{7B3A228D-1959-4CC5-B788-89D1396C3FB4}" type="parTrans" cxnId="{44B70A72-FE84-469A-A1D2-2CFFE2F2ABD6}">
      <dgm:prSet/>
      <dgm:spPr/>
      <dgm:t>
        <a:bodyPr/>
        <a:lstStyle/>
        <a:p>
          <a:endParaRPr lang="en-US"/>
        </a:p>
      </dgm:t>
    </dgm:pt>
    <dgm:pt modelId="{09AB3544-B320-4B5A-8306-DF9CD30D159A}" type="sibTrans" cxnId="{44B70A72-FE84-469A-A1D2-2CFFE2F2ABD6}">
      <dgm:prSet/>
      <dgm:spPr/>
      <dgm:t>
        <a:bodyPr/>
        <a:lstStyle/>
        <a:p>
          <a:endParaRPr lang="en-US"/>
        </a:p>
      </dgm:t>
    </dgm:pt>
    <dgm:pt modelId="{2CD94C35-C667-4992-A291-70CCFAB4069A}">
      <dgm:prSet/>
      <dgm:spPr/>
      <dgm:t>
        <a:bodyPr/>
        <a:lstStyle/>
        <a:p>
          <a:r>
            <a:rPr lang="en-US"/>
            <a:t>Implementation plans</a:t>
          </a:r>
        </a:p>
      </dgm:t>
    </dgm:pt>
    <dgm:pt modelId="{6547E1FC-A557-4203-BE44-4CF01C15ABBF}" type="parTrans" cxnId="{716F686D-2758-4924-ABC3-E66F01C51EF1}">
      <dgm:prSet/>
      <dgm:spPr/>
      <dgm:t>
        <a:bodyPr/>
        <a:lstStyle/>
        <a:p>
          <a:endParaRPr lang="en-US"/>
        </a:p>
      </dgm:t>
    </dgm:pt>
    <dgm:pt modelId="{F4B00E56-90FC-45F5-90DF-F09FEC71E021}" type="sibTrans" cxnId="{716F686D-2758-4924-ABC3-E66F01C51EF1}">
      <dgm:prSet/>
      <dgm:spPr/>
      <dgm:t>
        <a:bodyPr/>
        <a:lstStyle/>
        <a:p>
          <a:endParaRPr lang="en-US"/>
        </a:p>
      </dgm:t>
    </dgm:pt>
    <dgm:pt modelId="{782C4036-A3D9-4329-B187-4251196D61BA}">
      <dgm:prSet/>
      <dgm:spPr/>
      <dgm:t>
        <a:bodyPr/>
        <a:lstStyle/>
        <a:p>
          <a:r>
            <a:rPr lang="en-US"/>
            <a:t>Groups with community chair/s more successful</a:t>
          </a:r>
        </a:p>
      </dgm:t>
    </dgm:pt>
    <dgm:pt modelId="{515B444D-D689-4AE8-B250-C118CEDB60C1}" type="parTrans" cxnId="{F92C43D2-A897-4F23-9CA4-CE80A5721CA7}">
      <dgm:prSet/>
      <dgm:spPr/>
      <dgm:t>
        <a:bodyPr/>
        <a:lstStyle/>
        <a:p>
          <a:endParaRPr lang="en-US"/>
        </a:p>
      </dgm:t>
    </dgm:pt>
    <dgm:pt modelId="{778124D2-6360-4D9A-A0BC-83CE25D4FB3B}" type="sibTrans" cxnId="{F92C43D2-A897-4F23-9CA4-CE80A5721CA7}">
      <dgm:prSet/>
      <dgm:spPr/>
      <dgm:t>
        <a:bodyPr/>
        <a:lstStyle/>
        <a:p>
          <a:endParaRPr lang="en-US"/>
        </a:p>
      </dgm:t>
    </dgm:pt>
    <dgm:pt modelId="{AEF36570-C3BC-454E-8BC2-583745D79A1C}">
      <dgm:prSet/>
      <dgm:spPr/>
      <dgm:t>
        <a:bodyPr/>
        <a:lstStyle/>
        <a:p>
          <a:r>
            <a:rPr lang="en-US"/>
            <a:t>Different strategies/structures/schedules for each</a:t>
          </a:r>
        </a:p>
      </dgm:t>
    </dgm:pt>
    <dgm:pt modelId="{798D83A3-21AC-40AA-989E-EB1730539C5A}" type="parTrans" cxnId="{870BE18D-5750-4830-94BF-A59E5714C06D}">
      <dgm:prSet/>
      <dgm:spPr/>
      <dgm:t>
        <a:bodyPr/>
        <a:lstStyle/>
        <a:p>
          <a:endParaRPr lang="en-US"/>
        </a:p>
      </dgm:t>
    </dgm:pt>
    <dgm:pt modelId="{AE72C9D9-A468-4C9A-B0DB-106607AC3089}" type="sibTrans" cxnId="{870BE18D-5750-4830-94BF-A59E5714C06D}">
      <dgm:prSet/>
      <dgm:spPr/>
      <dgm:t>
        <a:bodyPr/>
        <a:lstStyle/>
        <a:p>
          <a:endParaRPr lang="en-US"/>
        </a:p>
      </dgm:t>
    </dgm:pt>
    <dgm:pt modelId="{BEEA83EB-2E36-41C5-AD85-315CAB0CECC9}" type="pres">
      <dgm:prSet presAssocID="{1D54B19A-FFC3-45F5-8B3B-D1A8C7418BFD}" presName="linear" presStyleCnt="0">
        <dgm:presLayoutVars>
          <dgm:dir/>
          <dgm:animLvl val="lvl"/>
          <dgm:resizeHandles val="exact"/>
        </dgm:presLayoutVars>
      </dgm:prSet>
      <dgm:spPr/>
    </dgm:pt>
    <dgm:pt modelId="{31A12005-D295-45EE-A615-D5B83D66094E}" type="pres">
      <dgm:prSet presAssocID="{F0D7F0A1-4CA7-40B9-B05B-54813386F286}" presName="parentLin" presStyleCnt="0"/>
      <dgm:spPr/>
    </dgm:pt>
    <dgm:pt modelId="{2C854802-9EA9-4F1E-991D-F5585F5D35E3}" type="pres">
      <dgm:prSet presAssocID="{F0D7F0A1-4CA7-40B9-B05B-54813386F286}" presName="parentLeftMargin" presStyleLbl="node1" presStyleIdx="0" presStyleCnt="2"/>
      <dgm:spPr/>
    </dgm:pt>
    <dgm:pt modelId="{192C95B4-3C27-48DC-818C-00973C362B2F}" type="pres">
      <dgm:prSet presAssocID="{F0D7F0A1-4CA7-40B9-B05B-54813386F286}" presName="parentText" presStyleLbl="node1" presStyleIdx="0" presStyleCnt="2">
        <dgm:presLayoutVars>
          <dgm:chMax val="0"/>
          <dgm:bulletEnabled val="1"/>
        </dgm:presLayoutVars>
      </dgm:prSet>
      <dgm:spPr/>
    </dgm:pt>
    <dgm:pt modelId="{8EE8C6CA-444A-455B-8972-5211A70DBF69}" type="pres">
      <dgm:prSet presAssocID="{F0D7F0A1-4CA7-40B9-B05B-54813386F286}" presName="negativeSpace" presStyleCnt="0"/>
      <dgm:spPr/>
    </dgm:pt>
    <dgm:pt modelId="{02C25AE4-6176-48F2-A023-39CE12697CDF}" type="pres">
      <dgm:prSet presAssocID="{F0D7F0A1-4CA7-40B9-B05B-54813386F286}" presName="childText" presStyleLbl="conFgAcc1" presStyleIdx="0" presStyleCnt="2">
        <dgm:presLayoutVars>
          <dgm:bulletEnabled val="1"/>
        </dgm:presLayoutVars>
      </dgm:prSet>
      <dgm:spPr/>
    </dgm:pt>
    <dgm:pt modelId="{E69C5045-F473-4173-8313-33E2E4CABD6B}" type="pres">
      <dgm:prSet presAssocID="{58D609ED-317F-493C-A3BA-62B1CA6DC80B}" presName="spaceBetweenRectangles" presStyleCnt="0"/>
      <dgm:spPr/>
    </dgm:pt>
    <dgm:pt modelId="{1FA9341E-131C-47EE-84AD-FDF5FE7323CE}" type="pres">
      <dgm:prSet presAssocID="{9712E6BF-BB70-41C7-B3B8-62CDCBF11A99}" presName="parentLin" presStyleCnt="0"/>
      <dgm:spPr/>
    </dgm:pt>
    <dgm:pt modelId="{9A89E680-D514-458C-9494-002DDB94F39D}" type="pres">
      <dgm:prSet presAssocID="{9712E6BF-BB70-41C7-B3B8-62CDCBF11A99}" presName="parentLeftMargin" presStyleLbl="node1" presStyleIdx="0" presStyleCnt="2"/>
      <dgm:spPr/>
    </dgm:pt>
    <dgm:pt modelId="{2D58CF11-BC5F-4E68-9F11-16202D0FBE82}" type="pres">
      <dgm:prSet presAssocID="{9712E6BF-BB70-41C7-B3B8-62CDCBF11A99}" presName="parentText" presStyleLbl="node1" presStyleIdx="1" presStyleCnt="2">
        <dgm:presLayoutVars>
          <dgm:chMax val="0"/>
          <dgm:bulletEnabled val="1"/>
        </dgm:presLayoutVars>
      </dgm:prSet>
      <dgm:spPr/>
    </dgm:pt>
    <dgm:pt modelId="{41CC2E06-C764-4570-9DA6-E0B8D29BAEAB}" type="pres">
      <dgm:prSet presAssocID="{9712E6BF-BB70-41C7-B3B8-62CDCBF11A99}" presName="negativeSpace" presStyleCnt="0"/>
      <dgm:spPr/>
    </dgm:pt>
    <dgm:pt modelId="{148C18F6-E1AD-4E2C-9140-B58B2FF69BC1}" type="pres">
      <dgm:prSet presAssocID="{9712E6BF-BB70-41C7-B3B8-62CDCBF11A99}" presName="childText" presStyleLbl="conFgAcc1" presStyleIdx="1" presStyleCnt="2">
        <dgm:presLayoutVars>
          <dgm:bulletEnabled val="1"/>
        </dgm:presLayoutVars>
      </dgm:prSet>
      <dgm:spPr/>
    </dgm:pt>
  </dgm:ptLst>
  <dgm:cxnLst>
    <dgm:cxn modelId="{A250BE27-98D1-4208-8E96-564D82F26286}" srcId="{F0D7F0A1-4CA7-40B9-B05B-54813386F286}" destId="{2AFB863B-1BE0-42BC-BE68-6E45768ACE50}" srcOrd="2" destOrd="0" parTransId="{1CAE8917-27D3-4366-BC71-C817C94018A4}" sibTransId="{14D91AA4-1E5A-437B-BC66-0B0859FB9C19}"/>
    <dgm:cxn modelId="{B57AAD3B-A95C-492C-9D89-B580337FC8FF}" srcId="{F0D7F0A1-4CA7-40B9-B05B-54813386F286}" destId="{829BE960-3D40-41C7-8285-F269C672CDCC}" srcOrd="1" destOrd="0" parTransId="{DE8DEE7B-F003-471D-948B-0BEC22320D8A}" sibTransId="{E5B2BA52-780E-4250-B442-B1C1562298FF}"/>
    <dgm:cxn modelId="{64860E45-3D04-40DE-BF1A-8721D31BCCE7}" type="presOf" srcId="{2AFB863B-1BE0-42BC-BE68-6E45768ACE50}" destId="{02C25AE4-6176-48F2-A023-39CE12697CDF}" srcOrd="0" destOrd="2" presId="urn:microsoft.com/office/officeart/2005/8/layout/list1"/>
    <dgm:cxn modelId="{716F686D-2758-4924-ABC3-E66F01C51EF1}" srcId="{9712E6BF-BB70-41C7-B3B8-62CDCBF11A99}" destId="{2CD94C35-C667-4992-A291-70CCFAB4069A}" srcOrd="0" destOrd="0" parTransId="{6547E1FC-A557-4203-BE44-4CF01C15ABBF}" sibTransId="{F4B00E56-90FC-45F5-90DF-F09FEC71E021}"/>
    <dgm:cxn modelId="{44B70A72-FE84-469A-A1D2-2CFFE2F2ABD6}" srcId="{1D54B19A-FFC3-45F5-8B3B-D1A8C7418BFD}" destId="{9712E6BF-BB70-41C7-B3B8-62CDCBF11A99}" srcOrd="1" destOrd="0" parTransId="{7B3A228D-1959-4CC5-B788-89D1396C3FB4}" sibTransId="{09AB3544-B320-4B5A-8306-DF9CD30D159A}"/>
    <dgm:cxn modelId="{0A5C2E59-77FC-4D49-98C2-B98548A1745B}" type="presOf" srcId="{9712E6BF-BB70-41C7-B3B8-62CDCBF11A99}" destId="{9A89E680-D514-458C-9494-002DDB94F39D}" srcOrd="0" destOrd="0" presId="urn:microsoft.com/office/officeart/2005/8/layout/list1"/>
    <dgm:cxn modelId="{31B67879-B090-423C-9260-F40637117EEE}" type="presOf" srcId="{829BE960-3D40-41C7-8285-F269C672CDCC}" destId="{02C25AE4-6176-48F2-A023-39CE12697CDF}" srcOrd="0" destOrd="1" presId="urn:microsoft.com/office/officeart/2005/8/layout/list1"/>
    <dgm:cxn modelId="{A4C9CC84-2640-4665-BC9B-A9A798000E8C}" srcId="{F0D7F0A1-4CA7-40B9-B05B-54813386F286}" destId="{7950C431-2047-4DF5-ADCF-7E93AAF6ACED}" srcOrd="0" destOrd="0" parTransId="{C96407CF-4AFF-40E2-895C-99F2D0013571}" sibTransId="{303F2840-5A18-45FF-B485-088D68A5F187}"/>
    <dgm:cxn modelId="{870BE18D-5750-4830-94BF-A59E5714C06D}" srcId="{9712E6BF-BB70-41C7-B3B8-62CDCBF11A99}" destId="{AEF36570-C3BC-454E-8BC2-583745D79A1C}" srcOrd="2" destOrd="0" parTransId="{798D83A3-21AC-40AA-989E-EB1730539C5A}" sibTransId="{AE72C9D9-A468-4C9A-B0DB-106607AC3089}"/>
    <dgm:cxn modelId="{1FCDB19A-7DE7-45FE-A9DD-C492AA201CD8}" type="presOf" srcId="{9712E6BF-BB70-41C7-B3B8-62CDCBF11A99}" destId="{2D58CF11-BC5F-4E68-9F11-16202D0FBE82}" srcOrd="1" destOrd="0" presId="urn:microsoft.com/office/officeart/2005/8/layout/list1"/>
    <dgm:cxn modelId="{47BA0EB2-1308-4C4C-BA0F-DCF4A3CA0810}" type="presOf" srcId="{1D54B19A-FFC3-45F5-8B3B-D1A8C7418BFD}" destId="{BEEA83EB-2E36-41C5-AD85-315CAB0CECC9}" srcOrd="0" destOrd="0" presId="urn:microsoft.com/office/officeart/2005/8/layout/list1"/>
    <dgm:cxn modelId="{CE5CEAB2-C370-4F35-89DD-00A9D3CDED58}" srcId="{1D54B19A-FFC3-45F5-8B3B-D1A8C7418BFD}" destId="{F0D7F0A1-4CA7-40B9-B05B-54813386F286}" srcOrd="0" destOrd="0" parTransId="{F0DB3150-8C15-4623-BDFD-D61F3756DC3C}" sibTransId="{58D609ED-317F-493C-A3BA-62B1CA6DC80B}"/>
    <dgm:cxn modelId="{E120D4B9-6460-41C4-B0C5-604ABA142882}" type="presOf" srcId="{F0D7F0A1-4CA7-40B9-B05B-54813386F286}" destId="{2C854802-9EA9-4F1E-991D-F5585F5D35E3}" srcOrd="0" destOrd="0" presId="urn:microsoft.com/office/officeart/2005/8/layout/list1"/>
    <dgm:cxn modelId="{F92C43D2-A897-4F23-9CA4-CE80A5721CA7}" srcId="{9712E6BF-BB70-41C7-B3B8-62CDCBF11A99}" destId="{782C4036-A3D9-4329-B187-4251196D61BA}" srcOrd="1" destOrd="0" parTransId="{515B444D-D689-4AE8-B250-C118CEDB60C1}" sibTransId="{778124D2-6360-4D9A-A0BC-83CE25D4FB3B}"/>
    <dgm:cxn modelId="{8BF39BE6-F617-418E-8EA5-8D3C9FF0E91A}" type="presOf" srcId="{7950C431-2047-4DF5-ADCF-7E93AAF6ACED}" destId="{02C25AE4-6176-48F2-A023-39CE12697CDF}" srcOrd="0" destOrd="0" presId="urn:microsoft.com/office/officeart/2005/8/layout/list1"/>
    <dgm:cxn modelId="{52E512F1-CFD8-4FAE-A670-4F720F9D4234}" type="presOf" srcId="{AEF36570-C3BC-454E-8BC2-583745D79A1C}" destId="{148C18F6-E1AD-4E2C-9140-B58B2FF69BC1}" srcOrd="0" destOrd="2" presId="urn:microsoft.com/office/officeart/2005/8/layout/list1"/>
    <dgm:cxn modelId="{A8FD29F3-4AB7-4419-B4E8-084E38CBECE4}" type="presOf" srcId="{782C4036-A3D9-4329-B187-4251196D61BA}" destId="{148C18F6-E1AD-4E2C-9140-B58B2FF69BC1}" srcOrd="0" destOrd="1" presId="urn:microsoft.com/office/officeart/2005/8/layout/list1"/>
    <dgm:cxn modelId="{4EE518F7-8724-4C92-9B52-90186B238056}" type="presOf" srcId="{F0D7F0A1-4CA7-40B9-B05B-54813386F286}" destId="{192C95B4-3C27-48DC-818C-00973C362B2F}" srcOrd="1" destOrd="0" presId="urn:microsoft.com/office/officeart/2005/8/layout/list1"/>
    <dgm:cxn modelId="{55C368FB-5C9C-4F0B-BA06-BF1DD73301DA}" type="presOf" srcId="{2CD94C35-C667-4992-A291-70CCFAB4069A}" destId="{148C18F6-E1AD-4E2C-9140-B58B2FF69BC1}" srcOrd="0" destOrd="0" presId="urn:microsoft.com/office/officeart/2005/8/layout/list1"/>
    <dgm:cxn modelId="{065DE9E0-220C-4FC3-B631-9D6ECAC078C8}" type="presParOf" srcId="{BEEA83EB-2E36-41C5-AD85-315CAB0CECC9}" destId="{31A12005-D295-45EE-A615-D5B83D66094E}" srcOrd="0" destOrd="0" presId="urn:microsoft.com/office/officeart/2005/8/layout/list1"/>
    <dgm:cxn modelId="{85FD45CD-C1B7-4685-B43A-340F4B39A158}" type="presParOf" srcId="{31A12005-D295-45EE-A615-D5B83D66094E}" destId="{2C854802-9EA9-4F1E-991D-F5585F5D35E3}" srcOrd="0" destOrd="0" presId="urn:microsoft.com/office/officeart/2005/8/layout/list1"/>
    <dgm:cxn modelId="{2DB58330-DB5E-4E32-A3B9-515C5983BD9C}" type="presParOf" srcId="{31A12005-D295-45EE-A615-D5B83D66094E}" destId="{192C95B4-3C27-48DC-818C-00973C362B2F}" srcOrd="1" destOrd="0" presId="urn:microsoft.com/office/officeart/2005/8/layout/list1"/>
    <dgm:cxn modelId="{BE4C8967-E61B-4B86-B260-797815BCA153}" type="presParOf" srcId="{BEEA83EB-2E36-41C5-AD85-315CAB0CECC9}" destId="{8EE8C6CA-444A-455B-8972-5211A70DBF69}" srcOrd="1" destOrd="0" presId="urn:microsoft.com/office/officeart/2005/8/layout/list1"/>
    <dgm:cxn modelId="{B1AEF2EA-1F61-4718-AB66-4D1A7CF8885E}" type="presParOf" srcId="{BEEA83EB-2E36-41C5-AD85-315CAB0CECC9}" destId="{02C25AE4-6176-48F2-A023-39CE12697CDF}" srcOrd="2" destOrd="0" presId="urn:microsoft.com/office/officeart/2005/8/layout/list1"/>
    <dgm:cxn modelId="{3773C504-FD8F-47C2-9064-F8D710C6DA85}" type="presParOf" srcId="{BEEA83EB-2E36-41C5-AD85-315CAB0CECC9}" destId="{E69C5045-F473-4173-8313-33E2E4CABD6B}" srcOrd="3" destOrd="0" presId="urn:microsoft.com/office/officeart/2005/8/layout/list1"/>
    <dgm:cxn modelId="{673E986A-D69A-4F62-81D2-27DB4C316D8B}" type="presParOf" srcId="{BEEA83EB-2E36-41C5-AD85-315CAB0CECC9}" destId="{1FA9341E-131C-47EE-84AD-FDF5FE7323CE}" srcOrd="4" destOrd="0" presId="urn:microsoft.com/office/officeart/2005/8/layout/list1"/>
    <dgm:cxn modelId="{696BAA87-A5D5-4107-A67B-78D259969A14}" type="presParOf" srcId="{1FA9341E-131C-47EE-84AD-FDF5FE7323CE}" destId="{9A89E680-D514-458C-9494-002DDB94F39D}" srcOrd="0" destOrd="0" presId="urn:microsoft.com/office/officeart/2005/8/layout/list1"/>
    <dgm:cxn modelId="{BBF6375A-16B5-40A9-9874-B1EC223E97BC}" type="presParOf" srcId="{1FA9341E-131C-47EE-84AD-FDF5FE7323CE}" destId="{2D58CF11-BC5F-4E68-9F11-16202D0FBE82}" srcOrd="1" destOrd="0" presId="urn:microsoft.com/office/officeart/2005/8/layout/list1"/>
    <dgm:cxn modelId="{DA3EF4E5-AA87-4B65-93D5-FF6B4E856E7A}" type="presParOf" srcId="{BEEA83EB-2E36-41C5-AD85-315CAB0CECC9}" destId="{41CC2E06-C764-4570-9DA6-E0B8D29BAEAB}" srcOrd="5" destOrd="0" presId="urn:microsoft.com/office/officeart/2005/8/layout/list1"/>
    <dgm:cxn modelId="{C526760A-9E61-4B71-A889-B2EA5A8C9E3F}" type="presParOf" srcId="{BEEA83EB-2E36-41C5-AD85-315CAB0CECC9}" destId="{148C18F6-E1AD-4E2C-9140-B58B2FF69BC1}"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7587FA-5804-405C-8677-08B176855452}">
      <dsp:nvSpPr>
        <dsp:cNvPr id="0" name=""/>
        <dsp:cNvSpPr/>
      </dsp:nvSpPr>
      <dsp:spPr>
        <a:xfrm>
          <a:off x="475181" y="0"/>
          <a:ext cx="4980765" cy="4980765"/>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Consortium</a:t>
          </a:r>
        </a:p>
      </dsp:txBody>
      <dsp:txXfrm>
        <a:off x="2095175" y="249038"/>
        <a:ext cx="1740777" cy="747114"/>
      </dsp:txXfrm>
    </dsp:sp>
    <dsp:sp modelId="{E7209FA3-EBD1-453D-985C-96D444A5DBAA}">
      <dsp:nvSpPr>
        <dsp:cNvPr id="0" name=""/>
        <dsp:cNvSpPr/>
      </dsp:nvSpPr>
      <dsp:spPr>
        <a:xfrm>
          <a:off x="1346958" y="1640900"/>
          <a:ext cx="3262239" cy="3215134"/>
        </a:xfrm>
        <a:prstGeom prst="ellipse">
          <a:avLst/>
        </a:prstGeom>
        <a:solidFill>
          <a:schemeClr val="accent5">
            <a:hueOff val="-3379271"/>
            <a:satOff val="-8710"/>
            <a:lumOff val="-5883"/>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Steering Committee</a:t>
          </a:r>
        </a:p>
      </dsp:txBody>
      <dsp:txXfrm>
        <a:off x="2217976" y="1841846"/>
        <a:ext cx="1520203" cy="602837"/>
      </dsp:txXfrm>
    </dsp:sp>
    <dsp:sp modelId="{FBEF83A4-AB85-4895-BC1E-A4BB023C7E94}">
      <dsp:nvSpPr>
        <dsp:cNvPr id="0" name=""/>
        <dsp:cNvSpPr/>
      </dsp:nvSpPr>
      <dsp:spPr>
        <a:xfrm>
          <a:off x="2271618" y="3289372"/>
          <a:ext cx="1476050" cy="1476050"/>
        </a:xfrm>
        <a:prstGeom prst="ellipse">
          <a:avLst/>
        </a:prstGeom>
        <a:solidFill>
          <a:schemeClr val="accent5">
            <a:hueOff val="-6758543"/>
            <a:satOff val="-17419"/>
            <a:lumOff val="-11765"/>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Core Team</a:t>
          </a:r>
        </a:p>
      </dsp:txBody>
      <dsp:txXfrm>
        <a:off x="2487781" y="3658385"/>
        <a:ext cx="1043724" cy="7380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85DBDA-5998-4282-8AD7-BFD91E3F2410}">
      <dsp:nvSpPr>
        <dsp:cNvPr id="0" name=""/>
        <dsp:cNvSpPr/>
      </dsp:nvSpPr>
      <dsp:spPr>
        <a:xfrm>
          <a:off x="315021" y="1765980"/>
          <a:ext cx="4690010" cy="1545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 </a:t>
          </a:r>
        </a:p>
      </dsp:txBody>
      <dsp:txXfrm>
        <a:off x="315021" y="1765980"/>
        <a:ext cx="4690010" cy="1545571"/>
      </dsp:txXfrm>
    </dsp:sp>
    <dsp:sp modelId="{D7D6B796-C7FB-490A-AC1D-08CF2809E547}">
      <dsp:nvSpPr>
        <dsp:cNvPr id="0" name=""/>
        <dsp:cNvSpPr/>
      </dsp:nvSpPr>
      <dsp:spPr>
        <a:xfrm>
          <a:off x="309692" y="1295913"/>
          <a:ext cx="373069" cy="37306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9CACE3-A07C-47EF-964E-6D933D28403B}">
      <dsp:nvSpPr>
        <dsp:cNvPr id="0" name=""/>
        <dsp:cNvSpPr/>
      </dsp:nvSpPr>
      <dsp:spPr>
        <a:xfrm>
          <a:off x="570840" y="773616"/>
          <a:ext cx="373069" cy="373069"/>
        </a:xfrm>
        <a:prstGeom prst="ellipse">
          <a:avLst/>
        </a:prstGeom>
        <a:solidFill>
          <a:schemeClr val="accent5">
            <a:hueOff val="-397561"/>
            <a:satOff val="-1025"/>
            <a:lumOff val="-6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4D0192-C496-4F24-8706-CA9079C3B652}">
      <dsp:nvSpPr>
        <dsp:cNvPr id="0" name=""/>
        <dsp:cNvSpPr/>
      </dsp:nvSpPr>
      <dsp:spPr>
        <a:xfrm>
          <a:off x="1197596" y="878076"/>
          <a:ext cx="586251" cy="586251"/>
        </a:xfrm>
        <a:prstGeom prst="ellipse">
          <a:avLst/>
        </a:prstGeom>
        <a:solidFill>
          <a:schemeClr val="accent5">
            <a:hueOff val="-795123"/>
            <a:satOff val="-2049"/>
            <a:lumOff val="-13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A1854E-96AE-47B2-A5B8-A7B67167DD52}">
      <dsp:nvSpPr>
        <dsp:cNvPr id="0" name=""/>
        <dsp:cNvSpPr/>
      </dsp:nvSpPr>
      <dsp:spPr>
        <a:xfrm>
          <a:off x="1719893" y="303549"/>
          <a:ext cx="373069" cy="373069"/>
        </a:xfrm>
        <a:prstGeom prst="ellipse">
          <a:avLst/>
        </a:prstGeom>
        <a:solidFill>
          <a:schemeClr val="accent5">
            <a:hueOff val="-1192684"/>
            <a:satOff val="-3074"/>
            <a:lumOff val="-20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D84027-510C-46FD-80B5-313CE06197BA}">
      <dsp:nvSpPr>
        <dsp:cNvPr id="0" name=""/>
        <dsp:cNvSpPr/>
      </dsp:nvSpPr>
      <dsp:spPr>
        <a:xfrm>
          <a:off x="2398878" y="94631"/>
          <a:ext cx="373069" cy="373069"/>
        </a:xfrm>
        <a:prstGeom prst="ellipse">
          <a:avLst/>
        </a:prstGeom>
        <a:solidFill>
          <a:schemeClr val="accent5">
            <a:hueOff val="-1590245"/>
            <a:satOff val="-4099"/>
            <a:lumOff val="-27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7841BD-9CA9-48A5-8619-8DFBA7C49449}">
      <dsp:nvSpPr>
        <dsp:cNvPr id="0" name=""/>
        <dsp:cNvSpPr/>
      </dsp:nvSpPr>
      <dsp:spPr>
        <a:xfrm>
          <a:off x="3234553" y="460238"/>
          <a:ext cx="373069" cy="373069"/>
        </a:xfrm>
        <a:prstGeom prst="ellipse">
          <a:avLst/>
        </a:prstGeom>
        <a:solidFill>
          <a:schemeClr val="accent5">
            <a:hueOff val="-1987807"/>
            <a:satOff val="-5123"/>
            <a:lumOff val="-346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604845-649F-4564-97C8-7167CF7E2F24}">
      <dsp:nvSpPr>
        <dsp:cNvPr id="0" name=""/>
        <dsp:cNvSpPr/>
      </dsp:nvSpPr>
      <dsp:spPr>
        <a:xfrm>
          <a:off x="3756850" y="721387"/>
          <a:ext cx="586251" cy="586251"/>
        </a:xfrm>
        <a:prstGeom prst="ellipse">
          <a:avLst/>
        </a:prstGeom>
        <a:solidFill>
          <a:schemeClr val="accent5">
            <a:hueOff val="-2385368"/>
            <a:satOff val="-6148"/>
            <a:lumOff val="-41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A0F0D7-2B73-4936-ABBB-39D0BB5E9D88}">
      <dsp:nvSpPr>
        <dsp:cNvPr id="0" name=""/>
        <dsp:cNvSpPr/>
      </dsp:nvSpPr>
      <dsp:spPr>
        <a:xfrm>
          <a:off x="4488065" y="1295913"/>
          <a:ext cx="373069" cy="373069"/>
        </a:xfrm>
        <a:prstGeom prst="ellipse">
          <a:avLst/>
        </a:prstGeom>
        <a:solidFill>
          <a:schemeClr val="accent5">
            <a:hueOff val="-2782929"/>
            <a:satOff val="-7173"/>
            <a:lumOff val="-484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057C7A-CC17-4D11-993D-B7A304E1C8D6}">
      <dsp:nvSpPr>
        <dsp:cNvPr id="0" name=""/>
        <dsp:cNvSpPr/>
      </dsp:nvSpPr>
      <dsp:spPr>
        <a:xfrm>
          <a:off x="4801443" y="1870439"/>
          <a:ext cx="373069" cy="373069"/>
        </a:xfrm>
        <a:prstGeom prst="ellipse">
          <a:avLst/>
        </a:prstGeom>
        <a:solidFill>
          <a:schemeClr val="accent5">
            <a:hueOff val="-3180491"/>
            <a:satOff val="-8197"/>
            <a:lumOff val="-553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058666-2D78-428B-B31D-FC3E3DBB9E61}">
      <dsp:nvSpPr>
        <dsp:cNvPr id="0" name=""/>
        <dsp:cNvSpPr/>
      </dsp:nvSpPr>
      <dsp:spPr>
        <a:xfrm>
          <a:off x="2085500" y="773616"/>
          <a:ext cx="959320" cy="959320"/>
        </a:xfrm>
        <a:prstGeom prst="ellipse">
          <a:avLst/>
        </a:prstGeom>
        <a:solidFill>
          <a:schemeClr val="accent5">
            <a:hueOff val="-3578052"/>
            <a:satOff val="-9222"/>
            <a:lumOff val="-62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49B77B-5959-488B-A06D-6433322CB164}">
      <dsp:nvSpPr>
        <dsp:cNvPr id="0" name=""/>
        <dsp:cNvSpPr/>
      </dsp:nvSpPr>
      <dsp:spPr>
        <a:xfrm>
          <a:off x="48544" y="2758344"/>
          <a:ext cx="373069" cy="373069"/>
        </a:xfrm>
        <a:prstGeom prst="ellipse">
          <a:avLst/>
        </a:prstGeom>
        <a:solidFill>
          <a:schemeClr val="accent5">
            <a:hueOff val="-3975613"/>
            <a:satOff val="-10246"/>
            <a:lumOff val="-6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C50412-4A02-4C53-8F14-56A6880E1094}">
      <dsp:nvSpPr>
        <dsp:cNvPr id="0" name=""/>
        <dsp:cNvSpPr/>
      </dsp:nvSpPr>
      <dsp:spPr>
        <a:xfrm>
          <a:off x="361922" y="3228411"/>
          <a:ext cx="586251" cy="586251"/>
        </a:xfrm>
        <a:prstGeom prst="ellipse">
          <a:avLst/>
        </a:prstGeom>
        <a:solidFill>
          <a:schemeClr val="accent5">
            <a:hueOff val="-4373175"/>
            <a:satOff val="-11271"/>
            <a:lumOff val="-76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4C7E0B-C80C-4FFB-9A15-C5892F44ED87}">
      <dsp:nvSpPr>
        <dsp:cNvPr id="0" name=""/>
        <dsp:cNvSpPr/>
      </dsp:nvSpPr>
      <dsp:spPr>
        <a:xfrm>
          <a:off x="1145366" y="3646248"/>
          <a:ext cx="852729" cy="852729"/>
        </a:xfrm>
        <a:prstGeom prst="ellipse">
          <a:avLst/>
        </a:prstGeom>
        <a:solidFill>
          <a:schemeClr val="accent5">
            <a:hueOff val="-4770736"/>
            <a:satOff val="-12296"/>
            <a:lumOff val="-83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408A01-326F-4D46-BAED-18D876DC4A2A}">
      <dsp:nvSpPr>
        <dsp:cNvPr id="0" name=""/>
        <dsp:cNvSpPr/>
      </dsp:nvSpPr>
      <dsp:spPr>
        <a:xfrm>
          <a:off x="2242189" y="4325233"/>
          <a:ext cx="373069" cy="373069"/>
        </a:xfrm>
        <a:prstGeom prst="ellipse">
          <a:avLst/>
        </a:prstGeom>
        <a:solidFill>
          <a:schemeClr val="accent5">
            <a:hueOff val="-5168297"/>
            <a:satOff val="-13320"/>
            <a:lumOff val="-89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E38C3E-4000-4537-84B7-92DADFB1A110}">
      <dsp:nvSpPr>
        <dsp:cNvPr id="0" name=""/>
        <dsp:cNvSpPr/>
      </dsp:nvSpPr>
      <dsp:spPr>
        <a:xfrm>
          <a:off x="2451108" y="3646248"/>
          <a:ext cx="586251" cy="586251"/>
        </a:xfrm>
        <a:prstGeom prst="ellipse">
          <a:avLst/>
        </a:prstGeom>
        <a:solidFill>
          <a:schemeClr val="accent5">
            <a:hueOff val="-5565859"/>
            <a:satOff val="-14345"/>
            <a:lumOff val="-96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6891E8-E0DE-4856-ABAE-E716A337B88F}">
      <dsp:nvSpPr>
        <dsp:cNvPr id="0" name=""/>
        <dsp:cNvSpPr/>
      </dsp:nvSpPr>
      <dsp:spPr>
        <a:xfrm>
          <a:off x="2973405" y="4377463"/>
          <a:ext cx="373069" cy="373069"/>
        </a:xfrm>
        <a:prstGeom prst="ellipse">
          <a:avLst/>
        </a:prstGeom>
        <a:solidFill>
          <a:schemeClr val="accent5">
            <a:hueOff val="-5963420"/>
            <a:satOff val="-15370"/>
            <a:lumOff val="-103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3A5C29-94E7-459D-AA58-B3607687D3F2}">
      <dsp:nvSpPr>
        <dsp:cNvPr id="0" name=""/>
        <dsp:cNvSpPr/>
      </dsp:nvSpPr>
      <dsp:spPr>
        <a:xfrm>
          <a:off x="3443472" y="3541789"/>
          <a:ext cx="852729" cy="852729"/>
        </a:xfrm>
        <a:prstGeom prst="ellipse">
          <a:avLst/>
        </a:prstGeom>
        <a:solidFill>
          <a:schemeClr val="accent5">
            <a:hueOff val="-6360981"/>
            <a:satOff val="-16394"/>
            <a:lumOff val="-110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EA4ADE-1221-4423-A591-69000F8C353B}">
      <dsp:nvSpPr>
        <dsp:cNvPr id="0" name=""/>
        <dsp:cNvSpPr/>
      </dsp:nvSpPr>
      <dsp:spPr>
        <a:xfrm>
          <a:off x="4592524" y="3332870"/>
          <a:ext cx="586251" cy="586251"/>
        </a:xfrm>
        <a:prstGeom prst="ellips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4E81F5-5E39-D947-AF12-253501610F17}">
      <dsp:nvSpPr>
        <dsp:cNvPr id="0" name=""/>
        <dsp:cNvSpPr/>
      </dsp:nvSpPr>
      <dsp:spPr>
        <a:xfrm>
          <a:off x="846011" y="0"/>
          <a:ext cx="6350260" cy="6350260"/>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F6A746-DDCD-7E4D-BB70-AA903539AC1F}">
      <dsp:nvSpPr>
        <dsp:cNvPr id="0" name=""/>
        <dsp:cNvSpPr/>
      </dsp:nvSpPr>
      <dsp:spPr>
        <a:xfrm>
          <a:off x="1449286" y="603274"/>
          <a:ext cx="2476601" cy="2476601"/>
        </a:xfrm>
        <a:prstGeom prst="roundRect">
          <a:avLst/>
        </a:prstGeom>
        <a:solidFill>
          <a:srgbClr val="327EC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kern="1200"/>
            <a:t>Improve the handoff and foster better cross-agency connections</a:t>
          </a:r>
        </a:p>
      </dsp:txBody>
      <dsp:txXfrm>
        <a:off x="1570184" y="724172"/>
        <a:ext cx="2234805" cy="2234805"/>
      </dsp:txXfrm>
    </dsp:sp>
    <dsp:sp modelId="{E76F29B2-0133-C04A-9AF7-A523C74701E8}">
      <dsp:nvSpPr>
        <dsp:cNvPr id="0" name=""/>
        <dsp:cNvSpPr/>
      </dsp:nvSpPr>
      <dsp:spPr>
        <a:xfrm>
          <a:off x="4116395" y="603274"/>
          <a:ext cx="2476601" cy="2476601"/>
        </a:xfrm>
        <a:prstGeom prst="roundRect">
          <a:avLst/>
        </a:prstGeom>
        <a:solidFill>
          <a:srgbClr val="2B8D7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kern="1200"/>
            <a:t>Offer more work experiences while in school</a:t>
          </a:r>
        </a:p>
      </dsp:txBody>
      <dsp:txXfrm>
        <a:off x="4237293" y="724172"/>
        <a:ext cx="2234805" cy="2234805"/>
      </dsp:txXfrm>
    </dsp:sp>
    <dsp:sp modelId="{8A14A8EE-CA61-9C4E-96B7-32543B787DFC}">
      <dsp:nvSpPr>
        <dsp:cNvPr id="0" name=""/>
        <dsp:cNvSpPr/>
      </dsp:nvSpPr>
      <dsp:spPr>
        <a:xfrm>
          <a:off x="1449286" y="3270383"/>
          <a:ext cx="2476601" cy="2476601"/>
        </a:xfrm>
        <a:prstGeom prst="roundRect">
          <a:avLst/>
        </a:prstGeom>
        <a:solidFill>
          <a:srgbClr val="3EB059"/>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kern="1200"/>
            <a:t>Prepare students for other aspects of adult life</a:t>
          </a:r>
        </a:p>
      </dsp:txBody>
      <dsp:txXfrm>
        <a:off x="1570184" y="3391281"/>
        <a:ext cx="2234805" cy="2234805"/>
      </dsp:txXfrm>
    </dsp:sp>
    <dsp:sp modelId="{C0566CD9-E5E0-5C4B-A68E-4195A358237C}">
      <dsp:nvSpPr>
        <dsp:cNvPr id="0" name=""/>
        <dsp:cNvSpPr/>
      </dsp:nvSpPr>
      <dsp:spPr>
        <a:xfrm>
          <a:off x="4116395" y="3270383"/>
          <a:ext cx="2476601" cy="2476601"/>
        </a:xfrm>
        <a:prstGeom prst="roundRect">
          <a:avLst/>
        </a:prstGeom>
        <a:solidFill>
          <a:srgbClr val="517D3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0" kern="1200"/>
            <a:t>Partner with families</a:t>
          </a:r>
        </a:p>
      </dsp:txBody>
      <dsp:txXfrm>
        <a:off x="4237293" y="3391281"/>
        <a:ext cx="2234805" cy="22348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C4145-DFE5-4E90-8D32-6D39EB0293E6}">
      <dsp:nvSpPr>
        <dsp:cNvPr id="0" name=""/>
        <dsp:cNvSpPr/>
      </dsp:nvSpPr>
      <dsp:spPr>
        <a:xfrm>
          <a:off x="678963" y="22213"/>
          <a:ext cx="2175669" cy="2175669"/>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528A15-6292-4753-928E-12813F28A03F}">
      <dsp:nvSpPr>
        <dsp:cNvPr id="0" name=""/>
        <dsp:cNvSpPr/>
      </dsp:nvSpPr>
      <dsp:spPr>
        <a:xfrm>
          <a:off x="442305" y="0"/>
          <a:ext cx="217" cy="4351338"/>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A2CE78-31E8-4B67-8F94-662B5C4690A5}">
      <dsp:nvSpPr>
        <dsp:cNvPr id="0" name=""/>
        <dsp:cNvSpPr/>
      </dsp:nvSpPr>
      <dsp:spPr>
        <a:xfrm>
          <a:off x="442315" y="2175669"/>
          <a:ext cx="2175669"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Parent/Family Engagement </a:t>
          </a:r>
        </a:p>
      </dsp:txBody>
      <dsp:txXfrm>
        <a:off x="442315" y="2175669"/>
        <a:ext cx="2175669" cy="2175669"/>
      </dsp:txXfrm>
    </dsp:sp>
    <dsp:sp modelId="{CC1A9DFE-AB4B-41FF-AA52-8DB9AA332889}">
      <dsp:nvSpPr>
        <dsp:cNvPr id="0" name=""/>
        <dsp:cNvSpPr/>
      </dsp:nvSpPr>
      <dsp:spPr>
        <a:xfrm>
          <a:off x="3081605" y="0"/>
          <a:ext cx="2175669" cy="2175669"/>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32121E-371C-410C-BD91-C4DFEF841CA5}">
      <dsp:nvSpPr>
        <dsp:cNvPr id="0" name=""/>
        <dsp:cNvSpPr/>
      </dsp:nvSpPr>
      <dsp:spPr>
        <a:xfrm>
          <a:off x="3081605" y="0"/>
          <a:ext cx="217" cy="4351338"/>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93A360-F487-492B-90B1-FABE120A0158}">
      <dsp:nvSpPr>
        <dsp:cNvPr id="0" name=""/>
        <dsp:cNvSpPr/>
      </dsp:nvSpPr>
      <dsp:spPr>
        <a:xfrm>
          <a:off x="3081605" y="2175669"/>
          <a:ext cx="2175669"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Resource Hub</a:t>
          </a:r>
        </a:p>
      </dsp:txBody>
      <dsp:txXfrm>
        <a:off x="3081605" y="2175669"/>
        <a:ext cx="2175669" cy="2175669"/>
      </dsp:txXfrm>
    </dsp:sp>
    <dsp:sp modelId="{7A808FEB-1EFE-4A8F-AF1B-7B05F577A70F}">
      <dsp:nvSpPr>
        <dsp:cNvPr id="0" name=""/>
        <dsp:cNvSpPr/>
      </dsp:nvSpPr>
      <dsp:spPr>
        <a:xfrm>
          <a:off x="5258325" y="0"/>
          <a:ext cx="2175669" cy="2175669"/>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AE9A3C-663A-438A-95E9-3ABCEB15FB70}">
      <dsp:nvSpPr>
        <dsp:cNvPr id="0" name=""/>
        <dsp:cNvSpPr/>
      </dsp:nvSpPr>
      <dsp:spPr>
        <a:xfrm>
          <a:off x="5258325" y="0"/>
          <a:ext cx="217" cy="4351338"/>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9710CA-6F95-42D6-8C34-3669FDC86253}">
      <dsp:nvSpPr>
        <dsp:cNvPr id="0" name=""/>
        <dsp:cNvSpPr/>
      </dsp:nvSpPr>
      <dsp:spPr>
        <a:xfrm>
          <a:off x="5258325" y="2175669"/>
          <a:ext cx="2175669"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Employment Stories</a:t>
          </a:r>
        </a:p>
      </dsp:txBody>
      <dsp:txXfrm>
        <a:off x="5258325" y="2175669"/>
        <a:ext cx="2175669" cy="2175669"/>
      </dsp:txXfrm>
    </dsp:sp>
    <dsp:sp modelId="{84FAEFF3-DE12-498C-BB03-96A04CEC3FF0}">
      <dsp:nvSpPr>
        <dsp:cNvPr id="0" name=""/>
        <dsp:cNvSpPr/>
      </dsp:nvSpPr>
      <dsp:spPr>
        <a:xfrm>
          <a:off x="7435046" y="0"/>
          <a:ext cx="2175669" cy="2175669"/>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3535E8-2885-4BA7-8BF4-8CEFD8AA73B0}">
      <dsp:nvSpPr>
        <dsp:cNvPr id="0" name=""/>
        <dsp:cNvSpPr/>
      </dsp:nvSpPr>
      <dsp:spPr>
        <a:xfrm>
          <a:off x="7435046" y="0"/>
          <a:ext cx="217" cy="4351338"/>
        </a:xfrm>
        <a:prstGeom prst="line">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A81341-221F-4FCB-B564-0351008BAA42}">
      <dsp:nvSpPr>
        <dsp:cNvPr id="0" name=""/>
        <dsp:cNvSpPr/>
      </dsp:nvSpPr>
      <dsp:spPr>
        <a:xfrm>
          <a:off x="7435046" y="2175669"/>
          <a:ext cx="2175669" cy="217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Sustainability Planning </a:t>
          </a:r>
        </a:p>
      </dsp:txBody>
      <dsp:txXfrm>
        <a:off x="7435046" y="2175669"/>
        <a:ext cx="2175669" cy="21756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CDA999-AC09-4844-BEB0-4E10721F4A21}">
      <dsp:nvSpPr>
        <dsp:cNvPr id="0" name=""/>
        <dsp:cNvSpPr/>
      </dsp:nvSpPr>
      <dsp:spPr>
        <a:xfrm>
          <a:off x="3278" y="167986"/>
          <a:ext cx="2341127" cy="148661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E97A40-0F94-4337-876F-E2F5C473EDB4}">
      <dsp:nvSpPr>
        <dsp:cNvPr id="0" name=""/>
        <dsp:cNvSpPr/>
      </dsp:nvSpPr>
      <dsp:spPr>
        <a:xfrm>
          <a:off x="263404" y="415105"/>
          <a:ext cx="2341127" cy="148661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Emerged </a:t>
          </a:r>
          <a:r>
            <a:rPr lang="en-US" sz="1600" kern="1200">
              <a:ea typeface="Calibri"/>
              <a:cs typeface="Calibri"/>
            </a:rPr>
            <a:t>from the Preparing Students for Other Aspects of Adult Life work group.</a:t>
          </a:r>
          <a:endParaRPr lang="en-US" sz="1600" kern="1200"/>
        </a:p>
      </dsp:txBody>
      <dsp:txXfrm>
        <a:off x="306945" y="458646"/>
        <a:ext cx="2254045" cy="1399533"/>
      </dsp:txXfrm>
    </dsp:sp>
    <dsp:sp modelId="{85412CB2-2D23-4DC3-8914-50F1CA2C7D09}">
      <dsp:nvSpPr>
        <dsp:cNvPr id="0" name=""/>
        <dsp:cNvSpPr/>
      </dsp:nvSpPr>
      <dsp:spPr>
        <a:xfrm>
          <a:off x="2864657" y="167986"/>
          <a:ext cx="2341127" cy="148661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24DB29-C7BF-4F48-B224-979832BFB940}">
      <dsp:nvSpPr>
        <dsp:cNvPr id="0" name=""/>
        <dsp:cNvSpPr/>
      </dsp:nvSpPr>
      <dsp:spPr>
        <a:xfrm>
          <a:off x="3124782" y="415105"/>
          <a:ext cx="2341127" cy="148661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ea typeface="Calibri"/>
              <a:cs typeface="Calibri"/>
            </a:rPr>
            <a:t>Lawrence has a lot of great transition resources, but students and parents can't find them.</a:t>
          </a:r>
        </a:p>
      </dsp:txBody>
      <dsp:txXfrm>
        <a:off x="3168323" y="458646"/>
        <a:ext cx="2254045" cy="1399533"/>
      </dsp:txXfrm>
    </dsp:sp>
    <dsp:sp modelId="{07F9908F-8D89-48C6-87F1-1950E549524F}">
      <dsp:nvSpPr>
        <dsp:cNvPr id="0" name=""/>
        <dsp:cNvSpPr/>
      </dsp:nvSpPr>
      <dsp:spPr>
        <a:xfrm>
          <a:off x="5726035" y="167986"/>
          <a:ext cx="2341127" cy="148661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1FAA8F-2013-4A06-87F1-4080EB90A251}">
      <dsp:nvSpPr>
        <dsp:cNvPr id="0" name=""/>
        <dsp:cNvSpPr/>
      </dsp:nvSpPr>
      <dsp:spPr>
        <a:xfrm>
          <a:off x="5986160" y="415105"/>
          <a:ext cx="2341127" cy="148661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ea typeface="Calibri"/>
              <a:cs typeface="Calibri"/>
            </a:rPr>
            <a:t>LPTE Consortium contributed resources, input, and feedback.</a:t>
          </a:r>
        </a:p>
      </dsp:txBody>
      <dsp:txXfrm>
        <a:off x="6029701" y="458646"/>
        <a:ext cx="2254045" cy="1399533"/>
      </dsp:txXfrm>
    </dsp:sp>
    <dsp:sp modelId="{9C716FF4-A9E4-4A7C-93BA-F7CE0C984A57}">
      <dsp:nvSpPr>
        <dsp:cNvPr id="0" name=""/>
        <dsp:cNvSpPr/>
      </dsp:nvSpPr>
      <dsp:spPr>
        <a:xfrm>
          <a:off x="8587413" y="167986"/>
          <a:ext cx="2341127" cy="1486615"/>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C06AB1-DC28-487B-82EB-E1D36B216705}">
      <dsp:nvSpPr>
        <dsp:cNvPr id="0" name=""/>
        <dsp:cNvSpPr/>
      </dsp:nvSpPr>
      <dsp:spPr>
        <a:xfrm>
          <a:off x="8847538" y="415105"/>
          <a:ext cx="2341127" cy="148661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ea typeface="Calibri"/>
              <a:cs typeface="Calibri"/>
            </a:rPr>
            <a:t>The online Resource Hub and in-person Merrimack Valley Welcome Center complement each other.</a:t>
          </a:r>
          <a:endParaRPr lang="en-US" sz="1600" kern="1200"/>
        </a:p>
      </dsp:txBody>
      <dsp:txXfrm>
        <a:off x="8891079" y="458646"/>
        <a:ext cx="2254045" cy="13995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C25AE4-6176-48F2-A023-39CE12697CDF}">
      <dsp:nvSpPr>
        <dsp:cNvPr id="0" name=""/>
        <dsp:cNvSpPr/>
      </dsp:nvSpPr>
      <dsp:spPr>
        <a:xfrm>
          <a:off x="0" y="378570"/>
          <a:ext cx="6900512" cy="2154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499872" rIns="53555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Offered stipends</a:t>
          </a:r>
        </a:p>
        <a:p>
          <a:pPr marL="228600" lvl="1" indent="-228600" algn="l" defTabSz="1066800">
            <a:lnSpc>
              <a:spcPct val="90000"/>
            </a:lnSpc>
            <a:spcBef>
              <a:spcPct val="0"/>
            </a:spcBef>
            <a:spcAft>
              <a:spcPct val="15000"/>
            </a:spcAft>
            <a:buChar char="•"/>
          </a:pPr>
          <a:r>
            <a:rPr lang="en-US" sz="2400" kern="1200"/>
            <a:t>Hosted tables at transition fairs, research fairs, and other community events</a:t>
          </a:r>
        </a:p>
        <a:p>
          <a:pPr marL="228600" lvl="1" indent="-228600" algn="l" defTabSz="1066800">
            <a:lnSpc>
              <a:spcPct val="90000"/>
            </a:lnSpc>
            <a:spcBef>
              <a:spcPct val="0"/>
            </a:spcBef>
            <a:spcAft>
              <a:spcPct val="15000"/>
            </a:spcAft>
            <a:buChar char="•"/>
          </a:pPr>
          <a:r>
            <a:rPr lang="en-US" sz="2400" kern="1200"/>
            <a:t>Reminders at consortium meetings</a:t>
          </a:r>
        </a:p>
      </dsp:txBody>
      <dsp:txXfrm>
        <a:off x="0" y="378570"/>
        <a:ext cx="6900512" cy="2154600"/>
      </dsp:txXfrm>
    </dsp:sp>
    <dsp:sp modelId="{192C95B4-3C27-48DC-818C-00973C362B2F}">
      <dsp:nvSpPr>
        <dsp:cNvPr id="0" name=""/>
        <dsp:cNvSpPr/>
      </dsp:nvSpPr>
      <dsp:spPr>
        <a:xfrm>
          <a:off x="345025" y="24330"/>
          <a:ext cx="4830358"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066800">
            <a:lnSpc>
              <a:spcPct val="90000"/>
            </a:lnSpc>
            <a:spcBef>
              <a:spcPct val="0"/>
            </a:spcBef>
            <a:spcAft>
              <a:spcPct val="35000"/>
            </a:spcAft>
            <a:buNone/>
          </a:pPr>
          <a:r>
            <a:rPr lang="en-US" sz="2400" kern="1200"/>
            <a:t>Involving Youth and Families</a:t>
          </a:r>
        </a:p>
      </dsp:txBody>
      <dsp:txXfrm>
        <a:off x="379610" y="58915"/>
        <a:ext cx="4761188" cy="639310"/>
      </dsp:txXfrm>
    </dsp:sp>
    <dsp:sp modelId="{148C18F6-E1AD-4E2C-9140-B58B2FF69BC1}">
      <dsp:nvSpPr>
        <dsp:cNvPr id="0" name=""/>
        <dsp:cNvSpPr/>
      </dsp:nvSpPr>
      <dsp:spPr>
        <a:xfrm>
          <a:off x="0" y="3017010"/>
          <a:ext cx="6900512" cy="2494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499872" rIns="535556"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a:t>Implementation plans</a:t>
          </a:r>
        </a:p>
        <a:p>
          <a:pPr marL="228600" lvl="1" indent="-228600" algn="l" defTabSz="1066800">
            <a:lnSpc>
              <a:spcPct val="90000"/>
            </a:lnSpc>
            <a:spcBef>
              <a:spcPct val="0"/>
            </a:spcBef>
            <a:spcAft>
              <a:spcPct val="15000"/>
            </a:spcAft>
            <a:buChar char="•"/>
          </a:pPr>
          <a:r>
            <a:rPr lang="en-US" sz="2400" kern="1200"/>
            <a:t>Groups with community chair/s more successful</a:t>
          </a:r>
        </a:p>
        <a:p>
          <a:pPr marL="228600" lvl="1" indent="-228600" algn="l" defTabSz="1066800">
            <a:lnSpc>
              <a:spcPct val="90000"/>
            </a:lnSpc>
            <a:spcBef>
              <a:spcPct val="0"/>
            </a:spcBef>
            <a:spcAft>
              <a:spcPct val="15000"/>
            </a:spcAft>
            <a:buChar char="•"/>
          </a:pPr>
          <a:r>
            <a:rPr lang="en-US" sz="2400" kern="1200"/>
            <a:t>Different strategies/structures/schedules for each</a:t>
          </a:r>
        </a:p>
      </dsp:txBody>
      <dsp:txXfrm>
        <a:off x="0" y="3017010"/>
        <a:ext cx="6900512" cy="2494800"/>
      </dsp:txXfrm>
    </dsp:sp>
    <dsp:sp modelId="{2D58CF11-BC5F-4E68-9F11-16202D0FBE82}">
      <dsp:nvSpPr>
        <dsp:cNvPr id="0" name=""/>
        <dsp:cNvSpPr/>
      </dsp:nvSpPr>
      <dsp:spPr>
        <a:xfrm>
          <a:off x="345025" y="2662770"/>
          <a:ext cx="4830358" cy="70848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1066800">
            <a:lnSpc>
              <a:spcPct val="90000"/>
            </a:lnSpc>
            <a:spcBef>
              <a:spcPct val="0"/>
            </a:spcBef>
            <a:spcAft>
              <a:spcPct val="35000"/>
            </a:spcAft>
            <a:buNone/>
          </a:pPr>
          <a:r>
            <a:rPr lang="en-US" sz="2400" kern="1200"/>
            <a:t>Consistency among Work Groups</a:t>
          </a:r>
        </a:p>
      </dsp:txBody>
      <dsp:txXfrm>
        <a:off x="379610" y="2697355"/>
        <a:ext cx="4761188" cy="639310"/>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8/layout/PictureLineup">
  <dgm:title val=""/>
  <dgm:desc val=""/>
  <dgm:catLst>
    <dgm:cat type="picture" pri="19000"/>
    <dgm:cat type="pictureconvert" pri="19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3" destOrd="0"/>
        <dgm:cxn modelId="42" srcId="30" destId="41" srcOrd="0" destOrd="0"/>
      </dgm:cxnLst>
      <dgm:bg/>
      <dgm:whole/>
    </dgm:dataModel>
  </dgm:clrData>
  <dgm:layoutNode name="Name0">
    <dgm:varLst>
      <dgm:chMax/>
      <dgm:chPref/>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op="equ" val="65"/>
      <dgm:constr type="primFontSz" for="des" forName="Parent" refType="primFontSz" refFor="des" refForName="Parent" op="lte"/>
      <dgm:constr type="w" for="ch" forName="composite" refType="w"/>
      <dgm:constr type="h" for="ch" forName="composite" refType="h"/>
      <dgm:constr type="sp" refType="w" refFor="ch" refForName="composite" op="equ" fact="0"/>
      <dgm:constr type="w" for="ch" forName="sibTrans" refType="w" refFor="ch" refForName="composite" op="equ" fact="0.0001"/>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h" fact="0.5"/>
              <dgm:constr type="h" for="ch" forName="Image" refType="w"/>
              <dgm:constr type="l" for="ch" forName="Accent" refType="w" fact="0"/>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if>
          <dgm:else name="Name6">
            <dgm:constrLst>
              <dgm:constr type="l" for="ch" forName="Image" refType="w" fact="0"/>
              <dgm:constr type="t" for="ch" forName="Image" refType="h" fact="0"/>
              <dgm:constr type="w" for="ch" forName="Image" refType="h" fact="0.5"/>
              <dgm:constr type="h" for="ch" forName="Image" refType="w"/>
              <dgm:constr type="r" for="ch" forName="Accent" refType="w"/>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else>
        </dgm:choose>
        <dgm:layoutNode name="Image" styleLbl="alignNode1">
          <dgm:alg type="sp"/>
          <dgm:shape xmlns:r="http://schemas.openxmlformats.org/officeDocument/2006/relationships" type="rect" r:blip="" blipPhldr="1">
            <dgm:adjLst/>
          </dgm:shape>
          <dgm:presOf/>
        </dgm:layoutNode>
        <dgm:layoutNode name="Accent" styleLbl="parChTrans1D1">
          <dgm:alg type="sp"/>
          <dgm:shape xmlns:r="http://schemas.openxmlformats.org/officeDocument/2006/relationships" type="line" r:blip="">
            <dgm:adjLst/>
          </dgm:shape>
          <dgm:presOf/>
        </dgm:layoutNode>
        <dgm:layoutNode name="Paren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057B44-193A-A246-8A50-713408D08587}"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3D902-E023-984B-A4AE-C3EE469B89D0}" type="slidenum">
              <a:rPr lang="en-US" smtClean="0"/>
              <a:t>‹#›</a:t>
            </a:fld>
            <a:endParaRPr lang="en-US"/>
          </a:p>
        </p:txBody>
      </p:sp>
    </p:spTree>
    <p:extLst>
      <p:ext uri="{BB962C8B-B14F-4D97-AF65-F5344CB8AC3E}">
        <p14:creationId xmlns:p14="http://schemas.microsoft.com/office/powerpoint/2010/main" val="353947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merrimackvalleywelcomecenter.com/"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Allison</a:t>
            </a:r>
          </a:p>
        </p:txBody>
      </p:sp>
      <p:sp>
        <p:nvSpPr>
          <p:cNvPr id="4" name="Slide Number Placeholder 3"/>
          <p:cNvSpPr>
            <a:spLocks noGrp="1"/>
          </p:cNvSpPr>
          <p:nvPr>
            <p:ph type="sldNum" sz="quarter" idx="5"/>
          </p:nvPr>
        </p:nvSpPr>
        <p:spPr/>
        <p:txBody>
          <a:bodyPr/>
          <a:lstStyle/>
          <a:p>
            <a:fld id="{2323D902-E023-984B-A4AE-C3EE469B89D0}" type="slidenum">
              <a:rPr lang="en-US" smtClean="0"/>
              <a:t>1</a:t>
            </a:fld>
            <a:endParaRPr lang="en-US"/>
          </a:p>
        </p:txBody>
      </p:sp>
    </p:spTree>
    <p:extLst>
      <p:ext uri="{BB962C8B-B14F-4D97-AF65-F5344CB8AC3E}">
        <p14:creationId xmlns:p14="http://schemas.microsoft.com/office/powerpoint/2010/main" val="1393077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E9F84-524A-E49C-25C1-888CF703E5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0EBAA-D58E-D9F6-B215-F17A0B330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A2B1F-C8DF-296B-DF15-BF0ABD15AB7C}"/>
              </a:ext>
            </a:extLst>
          </p:cNvPr>
          <p:cNvSpPr>
            <a:spLocks noGrp="1"/>
          </p:cNvSpPr>
          <p:nvPr>
            <p:ph type="body" idx="1"/>
          </p:nvPr>
        </p:nvSpPr>
        <p:spPr/>
        <p:txBody>
          <a:bodyPr/>
          <a:lstStyle/>
          <a:p>
            <a:r>
              <a:rPr lang="en-US"/>
              <a:t>Allison</a:t>
            </a:r>
          </a:p>
          <a:p>
            <a:endParaRPr lang="en-US"/>
          </a:p>
          <a:p>
            <a:r>
              <a:rPr lang="en-US">
                <a:sym typeface="Wingdings" panose="05000000000000000000" pitchFamily="2" charset="2"/>
              </a:rPr>
              <a:t> Rowan</a:t>
            </a:r>
            <a:endParaRPr lang="en-US"/>
          </a:p>
        </p:txBody>
      </p:sp>
      <p:sp>
        <p:nvSpPr>
          <p:cNvPr id="4" name="Slide Number Placeholder 3">
            <a:extLst>
              <a:ext uri="{FF2B5EF4-FFF2-40B4-BE49-F238E27FC236}">
                <a16:creationId xmlns:a16="http://schemas.microsoft.com/office/drawing/2014/main" id="{17CD9198-C22C-CC38-2215-E087E4F44423}"/>
              </a:ext>
            </a:extLst>
          </p:cNvPr>
          <p:cNvSpPr>
            <a:spLocks noGrp="1"/>
          </p:cNvSpPr>
          <p:nvPr>
            <p:ph type="sldNum" sz="quarter" idx="5"/>
          </p:nvPr>
        </p:nvSpPr>
        <p:spPr/>
        <p:txBody>
          <a:bodyPr/>
          <a:lstStyle/>
          <a:p>
            <a:fld id="{2323D902-E023-984B-A4AE-C3EE469B89D0}" type="slidenum">
              <a:rPr lang="en-US" smtClean="0"/>
              <a:t>2</a:t>
            </a:fld>
            <a:endParaRPr lang="en-US"/>
          </a:p>
        </p:txBody>
      </p:sp>
    </p:spTree>
    <p:extLst>
      <p:ext uri="{BB962C8B-B14F-4D97-AF65-F5344CB8AC3E}">
        <p14:creationId xmlns:p14="http://schemas.microsoft.com/office/powerpoint/2010/main" val="135740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Rowan</a:t>
            </a:r>
          </a:p>
          <a:p>
            <a:r>
              <a:rPr lang="en-US"/>
              <a:t>The LPTE has three interrelated goals : </a:t>
            </a:r>
          </a:p>
          <a:p>
            <a:pPr marL="0" indent="0">
              <a:buNone/>
            </a:pPr>
            <a:r>
              <a:rPr lang="en-US"/>
              <a:t>1) To improve collaboration among local partners, leading to </a:t>
            </a:r>
          </a:p>
          <a:p>
            <a:pPr marL="0" indent="0">
              <a:buNone/>
            </a:pPr>
            <a:r>
              <a:rPr lang="en-US"/>
              <a:t>2) Improved transition processes and experiences for youth and families and </a:t>
            </a:r>
          </a:p>
          <a:p>
            <a:pPr marL="0" indent="0">
              <a:buNone/>
            </a:pPr>
            <a:r>
              <a:rPr lang="en-US"/>
              <a:t>3) Improved transition to work outcomes for youth with ID/DD in Lawrence.</a:t>
            </a:r>
          </a:p>
          <a:p>
            <a:pPr marL="0" indent="0">
              <a:buNone/>
            </a:pPr>
            <a:r>
              <a:rPr lang="en-US">
                <a:sym typeface="Wingdings" panose="05000000000000000000" pitchFamily="2" charset="2"/>
              </a:rPr>
              <a:t> Esther</a:t>
            </a:r>
            <a:endParaRPr lang="en-US"/>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3</a:t>
            </a:fld>
            <a:endParaRPr lang="en-US"/>
          </a:p>
        </p:txBody>
      </p:sp>
    </p:spTree>
    <p:extLst>
      <p:ext uri="{BB962C8B-B14F-4D97-AF65-F5344CB8AC3E}">
        <p14:creationId xmlns:p14="http://schemas.microsoft.com/office/powerpoint/2010/main" val="333196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Esther</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323D902-E023-984B-A4AE-C3EE469B89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9576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Esther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t>Who are the members of the LPTE? </a:t>
            </a:r>
            <a:r>
              <a:rPr lang="en-US" sz="1200">
                <a:latin typeface="Verdana"/>
                <a:ea typeface="Verdana"/>
                <a:cs typeface="Calibri"/>
              </a:rPr>
              <a:t>Staff from the Arc of Greater Haverhill-Newburyport and the Institute for Community Inclusion at UMass Boston form the LPTE core team. The Steering Committee which is comprised of the Core team, key community members and professionals. The Consortium is made up of 90 members including both Core and Steering teams. </a:t>
            </a:r>
            <a:r>
              <a:rPr lang="en-US" sz="1200" b="1"/>
              <a:t>Quarterly LPTE Consortium meetings </a:t>
            </a:r>
            <a:r>
              <a:rPr lang="en-US" sz="1200"/>
              <a:t>guide the overall work of the project. The full consortium has provided initial input on resources and challenges; engaged in discussions on cross-cultural collaboration, provided guidance on the Community Landscape Analysis structure and the community conversations process; as well as reviewed and provided input on emerging themes after the conversations. </a:t>
            </a:r>
          </a:p>
          <a:p>
            <a:pPr marL="0" indent="0">
              <a:buNone/>
            </a:pPr>
            <a:endParaRPr lang="en-US" sz="1200"/>
          </a:p>
          <a:p>
            <a:pPr marL="0" indent="0">
              <a:spcBef>
                <a:spcPts val="0"/>
              </a:spcBef>
              <a:buNone/>
            </a:pPr>
            <a:r>
              <a:rPr lang="en-US" sz="1200" b="1">
                <a:effectLst/>
                <a:ea typeface="Calibri" panose="020F0502020204030204" pitchFamily="34" charset="0"/>
                <a:cs typeface="Times New Roman" panose="02020603050405020304" pitchFamily="18" charset="0"/>
              </a:rPr>
              <a:t>Monthly LPTE Steering Committee meetings </a:t>
            </a:r>
            <a:r>
              <a:rPr lang="en-US" sz="1200">
                <a:effectLst/>
                <a:ea typeface="Calibri" panose="020F0502020204030204" pitchFamily="34" charset="0"/>
                <a:cs typeface="Times New Roman" panose="02020603050405020304" pitchFamily="18" charset="0"/>
              </a:rPr>
              <a:t>are held</a:t>
            </a:r>
            <a:r>
              <a:rPr lang="en-US" sz="1200" b="1">
                <a:effectLst/>
                <a:ea typeface="Calibri" panose="020F0502020204030204" pitchFamily="34" charset="0"/>
                <a:cs typeface="Times New Roman" panose="02020603050405020304" pitchFamily="18" charset="0"/>
              </a:rPr>
              <a:t> </a:t>
            </a:r>
            <a:r>
              <a:rPr lang="en-US" sz="1200">
                <a:effectLst/>
                <a:ea typeface="Calibri" panose="020F0502020204030204" pitchFamily="34" charset="0"/>
                <a:cs typeface="Times New Roman" panose="02020603050405020304" pitchFamily="18" charset="0"/>
              </a:rPr>
              <a:t>to establish the process for generating the Community Landscape Analysis, consult on logistical details, and discuss emerging themes throughout the process. The committee is composed of 13 members, including a self-advocate, the Bilingual Family Support Navigator from the Arc of Greater Haverhill-Newburyport, the Massachusetts Developmental Services (DDS) Lawrence area director, the transition specialist and a multilingual learner family engagement specialist from Lawrence Public Schools, a counselor from the Massachusetts Rehabilitation Commission, and the senior project director from Mass Advocates for Children, a non-profit children's advocacy group.</a:t>
            </a:r>
          </a:p>
          <a:p>
            <a:pPr marL="0" indent="0">
              <a:spcBef>
                <a:spcPts val="0"/>
              </a:spcBef>
              <a:buNone/>
            </a:pPr>
            <a:endParaRPr lang="en-US" sz="1200">
              <a:effectLst/>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5</a:t>
            </a:fld>
            <a:endParaRPr lang="en-US"/>
          </a:p>
        </p:txBody>
      </p:sp>
    </p:spTree>
    <p:extLst>
      <p:ext uri="{BB962C8B-B14F-4D97-AF65-F5344CB8AC3E}">
        <p14:creationId xmlns:p14="http://schemas.microsoft.com/office/powerpoint/2010/main" val="2186322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Esther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LPTE brings together a diverse range of stakeholders from different sectors and organizations to form the consortium. The group includes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The Core and steering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Self-advocates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Family members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Members of the public school's Special Education Parent Advisory Council.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Representatives from the mayor's office, including the ADA coordinator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Personnel from local high schools, the technical school, educational collaborative, community college, and 4-year college.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Included, too, are local family advocacy groups, employment collaboratives, the independent living center, and the regional transportation authority. At the regional and state level, the consortium includes Mass Advocates for Children, a children's advocacy center, the </a:t>
            </a:r>
            <a:r>
              <a:rPr lang="en-US" sz="1200" err="1">
                <a:effectLst/>
                <a:latin typeface="Calibri" panose="020F0502020204030204" pitchFamily="34" charset="0"/>
                <a:ea typeface="Calibri" panose="020F0502020204030204" pitchFamily="34" charset="0"/>
                <a:cs typeface="Times New Roman" panose="02020603050405020304" pitchFamily="18" charset="0"/>
              </a:rPr>
              <a:t>MassHire</a:t>
            </a:r>
            <a:r>
              <a:rPr lang="en-US" sz="1200">
                <a:effectLst/>
                <a:latin typeface="Calibri" panose="020F0502020204030204" pitchFamily="34" charset="0"/>
                <a:ea typeface="Calibri" panose="020F0502020204030204" pitchFamily="34" charset="0"/>
                <a:cs typeface="Times New Roman" panose="02020603050405020304" pitchFamily="18" charset="0"/>
              </a:rPr>
              <a:t> workforce center, Social Security, the state's Department of Developmental Services, and the Massachusetts Rehabilitation Commission</a:t>
            </a:r>
          </a:p>
          <a:p>
            <a:r>
              <a:rPr lang="en-US">
                <a:sym typeface="Wingdings" panose="05000000000000000000" pitchFamily="2" charset="2"/>
              </a:rPr>
              <a:t> Allison</a:t>
            </a:r>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6</a:t>
            </a:fld>
            <a:endParaRPr lang="en-US"/>
          </a:p>
        </p:txBody>
      </p:sp>
    </p:spTree>
    <p:extLst>
      <p:ext uri="{BB962C8B-B14F-4D97-AF65-F5344CB8AC3E}">
        <p14:creationId xmlns:p14="http://schemas.microsoft.com/office/powerpoint/2010/main" val="3788282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Allison</a:t>
            </a:r>
          </a:p>
          <a:p>
            <a:r>
              <a:rPr lang="en-US"/>
              <a:t>The LPTE stared in 2021</a:t>
            </a:r>
          </a:p>
          <a:p>
            <a:pPr marL="171450" indent="-171450">
              <a:buFont typeface="Arial" panose="020B0604020202020204" pitchFamily="34" charset="0"/>
              <a:buChar char="•"/>
            </a:pPr>
            <a:r>
              <a:rPr lang="en-US"/>
              <a:t>First step: hold community conversations to understand the strengths and goals related to the transition process in Lawrence. </a:t>
            </a:r>
          </a:p>
          <a:p>
            <a:pPr marL="171450" indent="-171450">
              <a:buFont typeface="Arial" panose="020B0604020202020204" pitchFamily="34" charset="0"/>
              <a:buChar char="•"/>
            </a:pPr>
            <a:r>
              <a:rPr lang="en-US"/>
              <a:t>From that process, we developed a Community Landscape Analysis, which was presented to the Consortium</a:t>
            </a:r>
          </a:p>
          <a:p>
            <a:pPr marL="171450" indent="-171450">
              <a:buFont typeface="Arial" panose="020B0604020202020204" pitchFamily="34" charset="0"/>
              <a:buChar char="•"/>
            </a:pPr>
            <a:r>
              <a:rPr lang="en-US"/>
              <a:t>Then we returned to the Consortium to identify the most important strategic priorities and</a:t>
            </a:r>
          </a:p>
          <a:p>
            <a:pPr marL="171450" indent="-171450">
              <a:buFont typeface="Arial" panose="020B0604020202020204" pitchFamily="34" charset="0"/>
              <a:buChar char="•"/>
            </a:pPr>
            <a:r>
              <a:rPr lang="en-US"/>
              <a:t>formed work groups to address those priorities. </a:t>
            </a:r>
          </a:p>
          <a:p>
            <a:pPr marL="171450" indent="-171450">
              <a:buFont typeface="Arial" panose="020B0604020202020204" pitchFamily="34" charset="0"/>
              <a:buChar char="•"/>
            </a:pPr>
            <a:endParaRPr lang="en-US"/>
          </a:p>
          <a:p>
            <a:pPr marL="0" indent="0">
              <a:buFont typeface="Arial" panose="020B0604020202020204" pitchFamily="34" charset="0"/>
              <a:buNone/>
            </a:pPr>
            <a:r>
              <a:rPr lang="en-US"/>
              <a:t>The LPTE Consortium is the core of the project. At every step, the Consortium is providing input, making decisions, and shaping the direction of the LPTE. One of the issues identified in the Community Landscape Analysis was that there are a lot of resources and providers in Lawrence, but they don’t always talk to each other or to parents and families. The LPTE Consortium helps foster better collaboration by providing opportunities for everyone to come together, get to know each other, and discuss solutions. </a:t>
            </a:r>
          </a:p>
          <a:p>
            <a:pPr marL="0" indent="0">
              <a:buFont typeface="Arial" panose="020B0604020202020204" pitchFamily="34" charset="0"/>
              <a:buNone/>
            </a:pPr>
            <a:r>
              <a:rPr lang="en-US">
                <a:sym typeface="Wingdings" panose="05000000000000000000" pitchFamily="2" charset="2"/>
              </a:rPr>
              <a:t></a:t>
            </a:r>
            <a:r>
              <a:rPr lang="en-US"/>
              <a:t> Oliver</a:t>
            </a:r>
          </a:p>
        </p:txBody>
      </p:sp>
      <p:sp>
        <p:nvSpPr>
          <p:cNvPr id="4" name="Slide Number Placeholder 3"/>
          <p:cNvSpPr>
            <a:spLocks noGrp="1"/>
          </p:cNvSpPr>
          <p:nvPr>
            <p:ph type="sldNum" sz="quarter" idx="5"/>
          </p:nvPr>
        </p:nvSpPr>
        <p:spPr/>
        <p:txBody>
          <a:bodyPr/>
          <a:lstStyle/>
          <a:p>
            <a:fld id="{2323D902-E023-984B-A4AE-C3EE469B89D0}" type="slidenum">
              <a:rPr lang="en-US" smtClean="0"/>
              <a:t>7</a:t>
            </a:fld>
            <a:endParaRPr lang="en-US"/>
          </a:p>
        </p:txBody>
      </p:sp>
    </p:spTree>
    <p:extLst>
      <p:ext uri="{BB962C8B-B14F-4D97-AF65-F5344CB8AC3E}">
        <p14:creationId xmlns:p14="http://schemas.microsoft.com/office/powerpoint/2010/main" val="2985822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t>Community Conversations were held in November 2022. </a:t>
            </a:r>
          </a:p>
          <a:p>
            <a:r>
              <a:rPr lang="en-US"/>
              <a:t>Rowan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We hosted community conversations in various community locations to discuss community needs regarding transition planning. One of the things we noticed immediately was the lack of trust families had for systems and organizations. We had a lot of feedback from service provider professionals but had minimal family and student participation. Due to this we revised our strategy and went into the schools and brought the conversation to the students as well as Lawrence families that called into or visited our organization. Once we collected the data needed the CLA was developed. This helped us identify strategic priorities and the development of the work groups. </a:t>
            </a:r>
          </a:p>
          <a:p>
            <a:pPr marL="0" indent="0">
              <a:buNone/>
            </a:pPr>
            <a:endParaRPr lang="en-US"/>
          </a:p>
          <a:p>
            <a:pPr marL="0" indent="0">
              <a:buNone/>
            </a:pPr>
            <a:endParaRPr lang="en-US"/>
          </a:p>
          <a:p>
            <a:pPr marL="0" indent="0">
              <a:buNone/>
            </a:pPr>
            <a:r>
              <a:rPr lang="en-US"/>
              <a:t>Each conversation was guided by four questions: </a:t>
            </a:r>
          </a:p>
          <a:p>
            <a:pPr marL="457200" lvl="1" indent="0">
              <a:lnSpc>
                <a:spcPct val="120000"/>
              </a:lnSpc>
              <a:buNone/>
            </a:pPr>
            <a:r>
              <a:rPr lang="en-US"/>
              <a:t>1) What outcomes do you think are important for youth with disabilities in Lawrence when they leave school?</a:t>
            </a:r>
          </a:p>
          <a:p>
            <a:pPr marL="457200" lvl="1" indent="0">
              <a:lnSpc>
                <a:spcPct val="120000"/>
              </a:lnSpc>
              <a:buNone/>
            </a:pPr>
            <a:r>
              <a:rPr lang="en-US"/>
              <a:t>2) What are 1 or 2 things that would help youth with disabilities find employment when they leave school?</a:t>
            </a:r>
          </a:p>
          <a:p>
            <a:pPr marL="457200" lvl="1" indent="0">
              <a:lnSpc>
                <a:spcPct val="120000"/>
              </a:lnSpc>
              <a:buNone/>
            </a:pPr>
            <a:r>
              <a:rPr lang="en-US"/>
              <a:t>3) What are 1 or 2 strengths within the Lawrence community that could help youth with disabilities find employment?</a:t>
            </a:r>
          </a:p>
          <a:p>
            <a:pPr marL="457200" lvl="1" indent="0">
              <a:lnSpc>
                <a:spcPct val="120000"/>
              </a:lnSpc>
              <a:buNone/>
            </a:pPr>
            <a:r>
              <a:rPr lang="en-US"/>
              <a:t>4) In four years, what services, supports, and opportunities for work would you like to see for youth with disabilities in your community? </a:t>
            </a:r>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8</a:t>
            </a:fld>
            <a:endParaRPr lang="en-US"/>
          </a:p>
        </p:txBody>
      </p:sp>
    </p:spTree>
    <p:extLst>
      <p:ext uri="{BB962C8B-B14F-4D97-AF65-F5344CB8AC3E}">
        <p14:creationId xmlns:p14="http://schemas.microsoft.com/office/powerpoint/2010/main" val="566638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March 2023, we presented our findings on these three themes to the full Consortium and facilitated a discussion to get feedback and input into a) what’s missing, b) what areas to prioritize, and c) ideas on strategies.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23D902-E023-984B-A4AE-C3EE469B89D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9165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latin typeface="Calibri" panose="020F0502020204030204" pitchFamily="34" charset="0"/>
                <a:ea typeface="+mn-ea"/>
                <a:cs typeface="Times New Roman" panose="02020603050405020304" pitchFamily="18" charset="0"/>
              </a:rPr>
              <a:t>Each community conversation opened with the question, “What outcomes do you think are important for youth with disabilities in Lawrence when they leave school?” The following themes emerged from those discussions.</a:t>
            </a:r>
            <a:endParaRPr lang="en-US" sz="1600" u="sng">
              <a:effectLst>
                <a:outerShdw blurRad="38100" dist="38100" dir="2700000" algn="tl">
                  <a:srgbClr val="000000">
                    <a:alpha val="43137"/>
                  </a:srgbClr>
                </a:outerShdw>
              </a:effectLst>
            </a:endParaRPr>
          </a:p>
        </p:txBody>
      </p:sp>
      <p:sp>
        <p:nvSpPr>
          <p:cNvPr id="4" name="Slide Number Placeholder 3"/>
          <p:cNvSpPr>
            <a:spLocks noGrp="1"/>
          </p:cNvSpPr>
          <p:nvPr>
            <p:ph type="sldNum" sz="quarter" idx="5"/>
          </p:nvPr>
        </p:nvSpPr>
        <p:spPr/>
        <p:txBody>
          <a:bodyPr/>
          <a:lstStyle/>
          <a:p>
            <a:fld id="{2323D902-E023-984B-A4AE-C3EE469B89D0}" type="slidenum">
              <a:rPr lang="en-US" smtClean="0"/>
              <a:t>10</a:t>
            </a:fld>
            <a:endParaRPr lang="en-US"/>
          </a:p>
        </p:txBody>
      </p:sp>
    </p:spTree>
    <p:extLst>
      <p:ext uri="{BB962C8B-B14F-4D97-AF65-F5344CB8AC3E}">
        <p14:creationId xmlns:p14="http://schemas.microsoft.com/office/powerpoint/2010/main" val="4061610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Rowan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Conversation participants were also asked to name “one or two strengths within the Lawrence community that could help youth with disabilities find employment.” Identified strengths included:</a:t>
            </a:r>
            <a:endParaRPr lang="en-US" sz="1200">
              <a:ea typeface="Calibri"/>
              <a:cs typeface="Calibri"/>
            </a:endParaRPr>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11</a:t>
            </a:fld>
            <a:endParaRPr lang="en-US"/>
          </a:p>
        </p:txBody>
      </p:sp>
    </p:spTree>
    <p:extLst>
      <p:ext uri="{BB962C8B-B14F-4D97-AF65-F5344CB8AC3E}">
        <p14:creationId xmlns:p14="http://schemas.microsoft.com/office/powerpoint/2010/main" val="3944581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shows a slide from our June 2023 Consortium meeting presentation. </a:t>
            </a:r>
          </a:p>
          <a:p>
            <a:pPr marL="171450" indent="-171450">
              <a:buFont typeface="Arial" panose="020B0604020202020204" pitchFamily="34" charset="0"/>
              <a:buChar char="•"/>
            </a:pPr>
            <a:r>
              <a:rPr lang="en-US"/>
              <a:t>Presented 9 priority areas identified in the Community Landscape Analysis, with examples and strategies to consider. </a:t>
            </a:r>
          </a:p>
          <a:p>
            <a:pPr marL="171450" indent="-171450">
              <a:buFont typeface="Arial" panose="020B0604020202020204" pitchFamily="34" charset="0"/>
              <a:buChar char="•"/>
            </a:pPr>
            <a:r>
              <a:rPr lang="en-US"/>
              <a:t>Facilitated a discussion about the priorities and then posted them around the room. Consortium members got:</a:t>
            </a:r>
          </a:p>
          <a:p>
            <a:pPr marL="628650" lvl="1" indent="-171450">
              <a:buFont typeface="Arial" panose="020B0604020202020204" pitchFamily="34" charset="0"/>
              <a:buChar char="•"/>
            </a:pPr>
            <a:r>
              <a:rPr lang="en-US"/>
              <a:t>dots to vote on their 5 top priorities.</a:t>
            </a:r>
          </a:p>
          <a:p>
            <a:pPr marL="628650" lvl="1" indent="-171450">
              <a:buFont typeface="Arial" panose="020B0604020202020204" pitchFamily="34" charset="0"/>
              <a:buChar char="•"/>
            </a:pPr>
            <a:r>
              <a:rPr lang="en-US"/>
              <a:t>sticky notes to put their names on 2-3 they want to work on</a:t>
            </a:r>
          </a:p>
          <a:p>
            <a:pPr marL="0" indent="0">
              <a:buFont typeface="Arial" panose="020B0604020202020204" pitchFamily="34" charset="0"/>
              <a:buNone/>
            </a:pPr>
            <a:r>
              <a:rPr lang="en-US"/>
              <a:t>We analyzed the votes, and through discussions with the Core Team and Steering Committee, identified 4 priority areas. </a:t>
            </a:r>
          </a:p>
        </p:txBody>
      </p:sp>
      <p:sp>
        <p:nvSpPr>
          <p:cNvPr id="4" name="Slide Number Placeholder 3"/>
          <p:cNvSpPr>
            <a:spLocks noGrp="1"/>
          </p:cNvSpPr>
          <p:nvPr>
            <p:ph type="sldNum" sz="quarter" idx="5"/>
          </p:nvPr>
        </p:nvSpPr>
        <p:spPr/>
        <p:txBody>
          <a:bodyPr/>
          <a:lstStyle/>
          <a:p>
            <a:fld id="{2323D902-E023-984B-A4AE-C3EE469B89D0}" type="slidenum">
              <a:rPr lang="en-US" smtClean="0"/>
              <a:t>12</a:t>
            </a:fld>
            <a:endParaRPr lang="en-US"/>
          </a:p>
        </p:txBody>
      </p:sp>
    </p:spTree>
    <p:extLst>
      <p:ext uri="{BB962C8B-B14F-4D97-AF65-F5344CB8AC3E}">
        <p14:creationId xmlns:p14="http://schemas.microsoft.com/office/powerpoint/2010/main" val="483340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Recognizing the need to hear directly from families about the transition process, the Partnering with Families work group created a short survey for families who had students with disabilities enrolled in Lawrence Public Schools.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Collaboration with Lawrence Public Schools resulted in over 200 families responding to the survey. </a:t>
            </a:r>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15</a:t>
            </a:fld>
            <a:endParaRPr lang="en-US"/>
          </a:p>
        </p:txBody>
      </p:sp>
    </p:spTree>
    <p:extLst>
      <p:ext uri="{BB962C8B-B14F-4D97-AF65-F5344CB8AC3E}">
        <p14:creationId xmlns:p14="http://schemas.microsoft.com/office/powerpoint/2010/main" val="146353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5230-5D49-FD48-19EE-CEE332A901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3D9B2-64D0-BCDD-8378-8AD2F33AD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6600E5-CD63-71B1-93A8-C51DE576B5DF}"/>
              </a:ext>
            </a:extLst>
          </p:cNvPr>
          <p:cNvSpPr>
            <a:spLocks noGrp="1"/>
          </p:cNvSpPr>
          <p:nvPr>
            <p:ph type="body" idx="1"/>
          </p:nvPr>
        </p:nvSpPr>
        <p:spPr/>
        <p:txBody>
          <a:bodyPr/>
          <a:lstStyle/>
          <a:p>
            <a:pPr marL="0" indent="0">
              <a:lnSpc>
                <a:spcPct val="115000"/>
              </a:lnSpc>
              <a:spcBef>
                <a:spcPts val="0"/>
              </a:spcBef>
              <a:buNone/>
            </a:pPr>
            <a:r>
              <a:rPr lang="en-US" sz="1200" b="1">
                <a:solidFill>
                  <a:srgbClr val="1C4587"/>
                </a:solidFill>
                <a:latin typeface="Helvetica"/>
                <a:ea typeface="Helvetica"/>
                <a:cs typeface="Helvetica"/>
                <a:sym typeface="Helvetica"/>
              </a:rPr>
              <a:t>Families value transition planning and IEP participation, but face barriers:</a:t>
            </a:r>
          </a:p>
          <a:p>
            <a:pPr indent="-423323">
              <a:lnSpc>
                <a:spcPct val="115000"/>
              </a:lnSpc>
              <a:spcBef>
                <a:spcPts val="0"/>
              </a:spcBef>
              <a:buClr>
                <a:srgbClr val="1C4587"/>
              </a:buClr>
              <a:buSzPts val="1400"/>
              <a:buFont typeface="Helvetica"/>
              <a:buChar char="●"/>
            </a:pPr>
            <a:r>
              <a:rPr lang="en-US" sz="1200">
                <a:solidFill>
                  <a:srgbClr val="1C4587"/>
                </a:solidFill>
                <a:latin typeface="Helvetica"/>
                <a:ea typeface="Helvetica"/>
                <a:cs typeface="Helvetica"/>
                <a:sym typeface="Helvetica"/>
              </a:rPr>
              <a:t>Scheduling conflicts</a:t>
            </a:r>
          </a:p>
          <a:p>
            <a:pPr indent="-423323">
              <a:lnSpc>
                <a:spcPct val="115000"/>
              </a:lnSpc>
              <a:spcBef>
                <a:spcPts val="0"/>
              </a:spcBef>
              <a:buClr>
                <a:srgbClr val="1C4587"/>
              </a:buClr>
              <a:buSzPts val="1400"/>
              <a:buFont typeface="Helvetica"/>
              <a:buChar char="●"/>
            </a:pPr>
            <a:r>
              <a:rPr lang="en-US" sz="1200">
                <a:solidFill>
                  <a:srgbClr val="1C4587"/>
                </a:solidFill>
                <a:latin typeface="Helvetica"/>
                <a:ea typeface="Helvetica"/>
                <a:cs typeface="Helvetica"/>
                <a:sym typeface="Helvetica"/>
              </a:rPr>
              <a:t>Language</a:t>
            </a:r>
          </a:p>
          <a:p>
            <a:pPr indent="-423323">
              <a:lnSpc>
                <a:spcPct val="115000"/>
              </a:lnSpc>
              <a:spcBef>
                <a:spcPts val="0"/>
              </a:spcBef>
              <a:buClr>
                <a:srgbClr val="1C4587"/>
              </a:buClr>
              <a:buSzPts val="1400"/>
              <a:buFont typeface="Helvetica"/>
              <a:buChar char="●"/>
            </a:pPr>
            <a:r>
              <a:rPr lang="en-US" sz="1200">
                <a:solidFill>
                  <a:srgbClr val="1C4587"/>
                </a:solidFill>
                <a:latin typeface="Helvetica"/>
                <a:ea typeface="Helvetica"/>
                <a:cs typeface="Helvetica"/>
                <a:sym typeface="Helvetica"/>
              </a:rPr>
              <a:t>Childcare</a:t>
            </a:r>
          </a:p>
          <a:p>
            <a:pPr indent="-423323">
              <a:lnSpc>
                <a:spcPct val="115000"/>
              </a:lnSpc>
              <a:spcBef>
                <a:spcPts val="0"/>
              </a:spcBef>
              <a:buClr>
                <a:srgbClr val="1C4587"/>
              </a:buClr>
              <a:buSzPts val="1400"/>
              <a:buFont typeface="Helvetica"/>
              <a:buChar char="●"/>
            </a:pPr>
            <a:r>
              <a:rPr lang="en-US" sz="1200">
                <a:solidFill>
                  <a:srgbClr val="1C4587"/>
                </a:solidFill>
                <a:latin typeface="Helvetica"/>
                <a:ea typeface="Helvetica"/>
                <a:cs typeface="Helvetica"/>
                <a:sym typeface="Helvetica"/>
              </a:rPr>
              <a:t>Accessibility challenges with Zoom meetings</a:t>
            </a:r>
          </a:p>
          <a:p>
            <a:pPr indent="-423323">
              <a:lnSpc>
                <a:spcPct val="115000"/>
              </a:lnSpc>
              <a:spcBef>
                <a:spcPts val="0"/>
              </a:spcBef>
              <a:buClr>
                <a:srgbClr val="1C4587"/>
              </a:buClr>
              <a:buSzPts val="1400"/>
              <a:buFont typeface="Helvetica"/>
              <a:buChar char="●"/>
            </a:pPr>
            <a:r>
              <a:rPr lang="en-US" sz="1200">
                <a:solidFill>
                  <a:srgbClr val="1C4587"/>
                </a:solidFill>
                <a:latin typeface="Helvetica"/>
                <a:ea typeface="Helvetica"/>
                <a:cs typeface="Helvetica"/>
                <a:sym typeface="Helvetica"/>
              </a:rPr>
              <a:t>Lack of clarity about IEPs</a:t>
            </a:r>
            <a:endParaRPr lang="en-US" sz="1200" b="1">
              <a:solidFill>
                <a:srgbClr val="1C4587"/>
              </a:solidFill>
              <a:latin typeface="Helvetica"/>
              <a:ea typeface="Helvetica"/>
              <a:cs typeface="Helvetica"/>
              <a:sym typeface="Helvetica"/>
            </a:endParaRPr>
          </a:p>
          <a:p>
            <a:pPr marL="0" indent="0">
              <a:lnSpc>
                <a:spcPct val="115000"/>
              </a:lnSpc>
              <a:spcBef>
                <a:spcPts val="0"/>
              </a:spcBef>
              <a:buNone/>
            </a:pPr>
            <a:endParaRPr lang="en-US" sz="1100" b="1">
              <a:solidFill>
                <a:srgbClr val="1C4587"/>
              </a:solidFill>
              <a:latin typeface="Helvetica"/>
              <a:ea typeface="Helvetica"/>
              <a:cs typeface="Helvetica"/>
              <a:sym typeface="Helvetica"/>
            </a:endParaRPr>
          </a:p>
          <a:p>
            <a:pPr marL="0" indent="0">
              <a:lnSpc>
                <a:spcPct val="115000"/>
              </a:lnSpc>
              <a:spcBef>
                <a:spcPts val="0"/>
              </a:spcBef>
              <a:buNone/>
            </a:pPr>
            <a:r>
              <a:rPr lang="en-US" sz="1200" b="1">
                <a:solidFill>
                  <a:srgbClr val="1C4587"/>
                </a:solidFill>
                <a:latin typeface="Helvetica"/>
                <a:ea typeface="Helvetica"/>
                <a:cs typeface="Helvetica"/>
                <a:sym typeface="Helvetica"/>
              </a:rPr>
              <a:t>Family expectations</a:t>
            </a:r>
          </a:p>
          <a:p>
            <a:pPr indent="-423323">
              <a:lnSpc>
                <a:spcPct val="115000"/>
              </a:lnSpc>
              <a:spcBef>
                <a:spcPts val="0"/>
              </a:spcBef>
              <a:buClr>
                <a:srgbClr val="1C4587"/>
              </a:buClr>
              <a:buSzPts val="1400"/>
              <a:buFont typeface="Arial"/>
              <a:buChar char="●"/>
            </a:pPr>
            <a:r>
              <a:rPr lang="en-US" sz="1200">
                <a:solidFill>
                  <a:srgbClr val="1C4587"/>
                </a:solidFill>
                <a:latin typeface="Helvetica"/>
                <a:ea typeface="Helvetica"/>
                <a:cs typeface="Helvetica"/>
                <a:sym typeface="Helvetica"/>
              </a:rPr>
              <a:t>Families want information about transition </a:t>
            </a:r>
            <a:r>
              <a:rPr lang="en-US" sz="1200" b="1">
                <a:solidFill>
                  <a:srgbClr val="1C4587"/>
                </a:solidFill>
                <a:latin typeface="Helvetica"/>
                <a:ea typeface="Helvetica"/>
                <a:cs typeface="Helvetica"/>
                <a:sym typeface="Helvetica"/>
              </a:rPr>
              <a:t>earlier</a:t>
            </a:r>
            <a:r>
              <a:rPr lang="en-US" sz="1200">
                <a:solidFill>
                  <a:srgbClr val="1C4587"/>
                </a:solidFill>
                <a:latin typeface="Helvetica"/>
                <a:ea typeface="Helvetica"/>
                <a:cs typeface="Helvetica"/>
                <a:sym typeface="Helvetica"/>
              </a:rPr>
              <a:t>.</a:t>
            </a:r>
          </a:p>
          <a:p>
            <a:pPr indent="-423323">
              <a:lnSpc>
                <a:spcPct val="115000"/>
              </a:lnSpc>
              <a:spcBef>
                <a:spcPts val="0"/>
              </a:spcBef>
              <a:buClr>
                <a:srgbClr val="1C4587"/>
              </a:buClr>
              <a:buSzPts val="1400"/>
              <a:buFont typeface="Arial"/>
              <a:buChar char="●"/>
            </a:pPr>
            <a:r>
              <a:rPr lang="en-US" sz="1200">
                <a:solidFill>
                  <a:srgbClr val="1C4587"/>
                </a:solidFill>
                <a:latin typeface="Helvetica"/>
                <a:ea typeface="Helvetica"/>
                <a:cs typeface="Helvetica"/>
                <a:sym typeface="Helvetica"/>
              </a:rPr>
              <a:t>Families expect their students to pursue employment after high school — but only </a:t>
            </a:r>
            <a:r>
              <a:rPr lang="en-US" sz="1200" b="1">
                <a:solidFill>
                  <a:srgbClr val="1C4587"/>
                </a:solidFill>
                <a:latin typeface="Helvetica"/>
                <a:ea typeface="Helvetica"/>
                <a:cs typeface="Helvetica"/>
                <a:sym typeface="Helvetica"/>
              </a:rPr>
              <a:t>12%</a:t>
            </a:r>
            <a:r>
              <a:rPr lang="en-US" sz="1200">
                <a:solidFill>
                  <a:srgbClr val="1C4587"/>
                </a:solidFill>
                <a:latin typeface="Helvetica"/>
                <a:ea typeface="Helvetica"/>
                <a:cs typeface="Helvetica"/>
                <a:sym typeface="Helvetica"/>
              </a:rPr>
              <a:t> report their high schoolers are getting </a:t>
            </a:r>
            <a:r>
              <a:rPr lang="en-US" sz="1200" b="1">
                <a:solidFill>
                  <a:srgbClr val="1C4587"/>
                </a:solidFill>
                <a:latin typeface="Helvetica"/>
                <a:ea typeface="Helvetica"/>
                <a:cs typeface="Helvetica"/>
                <a:sym typeface="Helvetica"/>
              </a:rPr>
              <a:t>pre-employment training</a:t>
            </a:r>
            <a:r>
              <a:rPr lang="en-US" sz="1200">
                <a:solidFill>
                  <a:srgbClr val="1C4587"/>
                </a:solidFill>
                <a:latin typeface="Helvetica"/>
                <a:ea typeface="Helvetica"/>
                <a:cs typeface="Helvetica"/>
                <a:sym typeface="Helvetica"/>
              </a:rPr>
              <a:t>.</a:t>
            </a:r>
          </a:p>
          <a:p>
            <a:pPr marL="0" indent="0">
              <a:lnSpc>
                <a:spcPct val="115000"/>
              </a:lnSpc>
              <a:spcBef>
                <a:spcPts val="0"/>
              </a:spcBef>
              <a:buNone/>
            </a:pPr>
            <a:endParaRPr lang="en-US" sz="1100" b="1">
              <a:solidFill>
                <a:srgbClr val="1C4587"/>
              </a:solidFill>
              <a:latin typeface="Helvetica"/>
              <a:ea typeface="Helvetica"/>
              <a:cs typeface="Helvetica"/>
              <a:sym typeface="Helvetica"/>
            </a:endParaRPr>
          </a:p>
          <a:p>
            <a:pPr marL="0" indent="0">
              <a:lnSpc>
                <a:spcPct val="115000"/>
              </a:lnSpc>
              <a:spcBef>
                <a:spcPts val="0"/>
              </a:spcBef>
              <a:buNone/>
            </a:pPr>
            <a:r>
              <a:rPr lang="en-US" sz="1200" b="1">
                <a:solidFill>
                  <a:srgbClr val="1C4587"/>
                </a:solidFill>
                <a:latin typeface="Helvetica"/>
                <a:ea typeface="Helvetica"/>
                <a:cs typeface="Helvetica"/>
                <a:sym typeface="Helvetica"/>
              </a:rPr>
              <a:t>Visibility of Transition Supports</a:t>
            </a:r>
          </a:p>
          <a:p>
            <a:pPr indent="-423323">
              <a:lnSpc>
                <a:spcPct val="115000"/>
              </a:lnSpc>
              <a:spcBef>
                <a:spcPts val="0"/>
              </a:spcBef>
              <a:buClr>
                <a:srgbClr val="1C4587"/>
              </a:buClr>
              <a:buSzPts val="1400"/>
              <a:buFont typeface="Arial"/>
              <a:buChar char="●"/>
            </a:pPr>
            <a:r>
              <a:rPr lang="en-US" sz="1200">
                <a:solidFill>
                  <a:srgbClr val="1C4587"/>
                </a:solidFill>
                <a:latin typeface="Helvetica"/>
                <a:ea typeface="Helvetica"/>
                <a:cs typeface="Helvetica"/>
                <a:sym typeface="Helvetica"/>
              </a:rPr>
              <a:t>LPS offers a strong set of transition services, but families, educators, and partners are often </a:t>
            </a:r>
            <a:r>
              <a:rPr lang="en-US" sz="1200" b="1">
                <a:solidFill>
                  <a:srgbClr val="1C4587"/>
                </a:solidFill>
                <a:latin typeface="Helvetica"/>
                <a:ea typeface="Helvetica"/>
                <a:cs typeface="Helvetica"/>
                <a:sym typeface="Helvetica"/>
              </a:rPr>
              <a:t>unaware of what’s available or how to access it</a:t>
            </a:r>
            <a:r>
              <a:rPr lang="en-US" sz="1200">
                <a:solidFill>
                  <a:srgbClr val="1C4587"/>
                </a:solidFill>
                <a:latin typeface="Helvetica"/>
                <a:ea typeface="Helvetica"/>
                <a:cs typeface="Helvetica"/>
                <a:sym typeface="Helvetica"/>
              </a:rPr>
              <a:t>.</a:t>
            </a:r>
          </a:p>
          <a:p>
            <a:pPr indent="-423323">
              <a:lnSpc>
                <a:spcPct val="115000"/>
              </a:lnSpc>
              <a:spcBef>
                <a:spcPts val="0"/>
              </a:spcBef>
              <a:buClr>
                <a:srgbClr val="1C4587"/>
              </a:buClr>
              <a:buSzPts val="1400"/>
              <a:buFont typeface="Arial"/>
              <a:buChar char="●"/>
            </a:pPr>
            <a:r>
              <a:rPr lang="en-US" sz="1200">
                <a:solidFill>
                  <a:srgbClr val="1C4587"/>
                </a:solidFill>
                <a:latin typeface="Helvetica"/>
                <a:ea typeface="Helvetica"/>
                <a:cs typeface="Helvetica"/>
                <a:sym typeface="Helvetica"/>
              </a:rPr>
              <a:t>Families and partners called for </a:t>
            </a:r>
            <a:r>
              <a:rPr lang="en-US" sz="1200" b="1">
                <a:solidFill>
                  <a:srgbClr val="1C4587"/>
                </a:solidFill>
                <a:latin typeface="Helvetica"/>
                <a:ea typeface="Helvetica"/>
                <a:cs typeface="Helvetica"/>
                <a:sym typeface="Helvetica"/>
              </a:rPr>
              <a:t>clearer, more accessible communication</a:t>
            </a:r>
            <a:r>
              <a:rPr lang="en-US" sz="1200">
                <a:solidFill>
                  <a:srgbClr val="1C4587"/>
                </a:solidFill>
                <a:latin typeface="Helvetica"/>
                <a:ea typeface="Helvetica"/>
                <a:cs typeface="Helvetica"/>
                <a:sym typeface="Helvetica"/>
              </a:rPr>
              <a:t>.</a:t>
            </a:r>
            <a:endParaRPr lang="en-US" sz="1800">
              <a:solidFill>
                <a:srgbClr val="1C4587"/>
              </a:solidFill>
              <a:latin typeface="Helvetica"/>
              <a:ea typeface="Helvetica"/>
              <a:cs typeface="Helvetica"/>
              <a:sym typeface="Helvetica"/>
            </a:endParaRPr>
          </a:p>
        </p:txBody>
      </p:sp>
      <p:sp>
        <p:nvSpPr>
          <p:cNvPr id="4" name="Slide Number Placeholder 3">
            <a:extLst>
              <a:ext uri="{FF2B5EF4-FFF2-40B4-BE49-F238E27FC236}">
                <a16:creationId xmlns:a16="http://schemas.microsoft.com/office/drawing/2014/main" id="{C34D5C0A-CE2A-348E-01F1-BF00DA4EF241}"/>
              </a:ext>
            </a:extLst>
          </p:cNvPr>
          <p:cNvSpPr>
            <a:spLocks noGrp="1"/>
          </p:cNvSpPr>
          <p:nvPr>
            <p:ph type="sldNum" sz="quarter" idx="5"/>
          </p:nvPr>
        </p:nvSpPr>
        <p:spPr/>
        <p:txBody>
          <a:bodyPr/>
          <a:lstStyle/>
          <a:p>
            <a:fld id="{2323D902-E023-984B-A4AE-C3EE469B89D0}" type="slidenum">
              <a:rPr lang="en-US" smtClean="0"/>
              <a:t>16</a:t>
            </a:fld>
            <a:endParaRPr lang="en-US"/>
          </a:p>
        </p:txBody>
      </p:sp>
    </p:spTree>
    <p:extLst>
      <p:ext uri="{BB962C8B-B14F-4D97-AF65-F5344CB8AC3E}">
        <p14:creationId xmlns:p14="http://schemas.microsoft.com/office/powerpoint/2010/main" val="2630798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series included a panel presentation for parents </a:t>
            </a:r>
          </a:p>
          <a:p>
            <a:pPr lvl="1"/>
            <a:r>
              <a:rPr lang="en-US"/>
              <a:t>Lawrence Public Schools</a:t>
            </a:r>
          </a:p>
          <a:p>
            <a:pPr lvl="1"/>
            <a:r>
              <a:rPr lang="en-US"/>
              <a:t>The Arc of Greater Haverhill-Newburyport </a:t>
            </a:r>
          </a:p>
          <a:p>
            <a:pPr lvl="1"/>
            <a:r>
              <a:rPr lang="en-US"/>
              <a:t>Massachusetts Advocates for Children </a:t>
            </a:r>
          </a:p>
          <a:p>
            <a:pPr lvl="1"/>
            <a:r>
              <a:rPr lang="en-US"/>
              <a:t>Northeast Independent Living Program </a:t>
            </a:r>
          </a:p>
          <a:p>
            <a:pPr lvl="1"/>
            <a:r>
              <a:rPr lang="en-US"/>
              <a:t>Massachusetts Advocates Standing Strong</a:t>
            </a:r>
          </a:p>
          <a:p>
            <a:pPr lvl="1"/>
            <a:r>
              <a:rPr lang="en-US"/>
              <a:t>Lawrence Welcome center</a:t>
            </a:r>
          </a:p>
          <a:p>
            <a:pPr lvl="1"/>
            <a:r>
              <a:rPr lang="en-US"/>
              <a:t>A parent advocate</a:t>
            </a:r>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17</a:t>
            </a:fld>
            <a:endParaRPr lang="en-US"/>
          </a:p>
        </p:txBody>
      </p:sp>
    </p:spTree>
    <p:extLst>
      <p:ext uri="{BB962C8B-B14F-4D97-AF65-F5344CB8AC3E}">
        <p14:creationId xmlns:p14="http://schemas.microsoft.com/office/powerpoint/2010/main" val="2029265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LPTE Resource Hub emerged from an idea that the Preparing Students for Other Aspects of Adult Life work group had, which was that Lawrence didn't need new transition resources, rather, its students and parents just needed easy access to all of the existing resources. This idea was adopted by the whole of the LPTE and eventually became the online Resource Hub that will go live this Spring.</a:t>
            </a:r>
            <a:br>
              <a:rPr lang="en-US">
                <a:cs typeface="+mn-lt"/>
              </a:rPr>
            </a:br>
            <a:br>
              <a:rPr lang="en-US">
                <a:cs typeface="+mn-lt"/>
              </a:rPr>
            </a:br>
            <a:r>
              <a:rPr lang="en-US"/>
              <a:t>One Consortium member had the idea of creating a physical version of the Resource Hub which became the </a:t>
            </a:r>
            <a:r>
              <a:rPr lang="en-US">
                <a:hlinkClick r:id="rId3"/>
              </a:rPr>
              <a:t>Merrimack Valley Welcome Center</a:t>
            </a:r>
            <a:r>
              <a:rPr lang="en-US"/>
              <a:t>. The Welcome Center and Resource Hub are designed to work together so that if someone doesn't find what they're looking for on the Hub or wants more information, they can schedule an appointment with a person at the Welcome Center.</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2323D902-E023-984B-A4AE-C3EE469B89D0}" type="slidenum">
              <a:rPr lang="en-US" smtClean="0"/>
              <a:t>18</a:t>
            </a:fld>
            <a:endParaRPr lang="en-US"/>
          </a:p>
        </p:txBody>
      </p:sp>
    </p:spTree>
    <p:extLst>
      <p:ext uri="{BB962C8B-B14F-4D97-AF65-F5344CB8AC3E}">
        <p14:creationId xmlns:p14="http://schemas.microsoft.com/office/powerpoint/2010/main" val="1269539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YESS! series aims to raise community expectations for employment by helping youth with disabilities, their families, and potential employers envision what is possible. Youth with disabilities want jobs and careers as much as their peers do. Storytelling can encourage youth to set employment goals. Youth, family members, and employment specialists can learn about helpful resources and strategies for finding jobs that match their strengths and interests. Employers can learn how youth with disabilities bring valuable contributions to their workplaces. </a:t>
            </a:r>
          </a:p>
        </p:txBody>
      </p:sp>
      <p:sp>
        <p:nvSpPr>
          <p:cNvPr id="4" name="Slide Number Placeholder 3"/>
          <p:cNvSpPr>
            <a:spLocks noGrp="1"/>
          </p:cNvSpPr>
          <p:nvPr>
            <p:ph type="sldNum" sz="quarter" idx="5"/>
          </p:nvPr>
        </p:nvSpPr>
        <p:spPr/>
        <p:txBody>
          <a:bodyPr/>
          <a:lstStyle/>
          <a:p>
            <a:fld id="{2323D902-E023-984B-A4AE-C3EE469B89D0}" type="slidenum">
              <a:rPr lang="en-US" smtClean="0"/>
              <a:t>19</a:t>
            </a:fld>
            <a:endParaRPr lang="en-US"/>
          </a:p>
        </p:txBody>
      </p:sp>
    </p:spTree>
    <p:extLst>
      <p:ext uri="{BB962C8B-B14F-4D97-AF65-F5344CB8AC3E}">
        <p14:creationId xmlns:p14="http://schemas.microsoft.com/office/powerpoint/2010/main" val="2739256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Involving youth in the LPTE has been a challenge. Even though we are able to offer payment for meeting participation as well as the opportunity to attend virtually, school and family schedules have made attracting and retaining youth a challenge. </a:t>
            </a:r>
          </a:p>
          <a:p>
            <a:r>
              <a:rPr lang="en-US">
                <a:ea typeface="Calibri"/>
                <a:cs typeface="Calibri"/>
              </a:rPr>
              <a:t>Consistency in some workgroup meetings has been a challenge. Initially, LPTE staff were meant to only be notetakers at these meetings, but some staff have ended up having to coordinate and run the meetings. Like with youth, scheduling around adults with busy professional lives is always a challenge. However, some groups have had success with the initial model. </a:t>
            </a:r>
          </a:p>
          <a:p>
            <a:r>
              <a:rPr lang="en-US">
                <a:ea typeface="Calibri"/>
                <a:cs typeface="Calibri"/>
              </a:rPr>
              <a:t>- Accepting each group is different: some met regularly for a time, others meet as needed. Cross-agency collaboration work group didn’t meet separately, but members were invited to get involved with other work groups. This was focus for entire project, and we were successful</a:t>
            </a:r>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21</a:t>
            </a:fld>
            <a:endParaRPr lang="en-US"/>
          </a:p>
        </p:txBody>
      </p:sp>
    </p:spTree>
    <p:extLst>
      <p:ext uri="{BB962C8B-B14F-4D97-AF65-F5344CB8AC3E}">
        <p14:creationId xmlns:p14="http://schemas.microsoft.com/office/powerpoint/2010/main" val="3193359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Calibri"/>
                <a:cs typeface="Calibri"/>
              </a:rPr>
              <a:t>The LPTE is excited about the Resource Hub. It contains the necessary information parents and students need about the transition process in Lawrence. </a:t>
            </a:r>
          </a:p>
          <a:p>
            <a:r>
              <a:rPr lang="en-US">
                <a:ea typeface="Calibri"/>
                <a:cs typeface="Calibri"/>
              </a:rPr>
              <a:t>It has also prompted the Lawrence Public School Transition Team to collect all of their online documents together. That LPS page will also be linked from the Resource Hub.</a:t>
            </a:r>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22</a:t>
            </a:fld>
            <a:endParaRPr lang="en-US"/>
          </a:p>
        </p:txBody>
      </p:sp>
    </p:spTree>
    <p:extLst>
      <p:ext uri="{BB962C8B-B14F-4D97-AF65-F5344CB8AC3E}">
        <p14:creationId xmlns:p14="http://schemas.microsoft.com/office/powerpoint/2010/main" val="41599857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Calibri"/>
                <a:cs typeface="Calibri"/>
              </a:rPr>
              <a:t>"Services start at the speed of trust" as the world changes, engagement difficulty changes. People become less trustful and fear takes over making it harder to access the most vulnerable to serve them. Patience, kindness, and persistence are key.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Calibri"/>
                <a:cs typeface="Calibri"/>
              </a:rPr>
              <a:t>Public schools are not neutral territory. While schools seem like the logical place to convene parents and students, some are hesitant to get involved with a school in any capacity. When scheduling events, look for spaces elsewhere like town meeting rooms, libraries, community organizations, or Community Colleges.</a:t>
            </a:r>
          </a:p>
          <a:p>
            <a:endParaRPr lang="en-US"/>
          </a:p>
        </p:txBody>
      </p:sp>
      <p:sp>
        <p:nvSpPr>
          <p:cNvPr id="4" name="Slide Number Placeholder 3"/>
          <p:cNvSpPr>
            <a:spLocks noGrp="1"/>
          </p:cNvSpPr>
          <p:nvPr>
            <p:ph type="sldNum" sz="quarter" idx="5"/>
          </p:nvPr>
        </p:nvSpPr>
        <p:spPr/>
        <p:txBody>
          <a:bodyPr/>
          <a:lstStyle/>
          <a:p>
            <a:fld id="{2323D902-E023-984B-A4AE-C3EE469B89D0}" type="slidenum">
              <a:rPr lang="en-US" smtClean="0"/>
              <a:t>23</a:t>
            </a:fld>
            <a:endParaRPr lang="en-US"/>
          </a:p>
        </p:txBody>
      </p:sp>
    </p:spTree>
    <p:extLst>
      <p:ext uri="{BB962C8B-B14F-4D97-AF65-F5344CB8AC3E}">
        <p14:creationId xmlns:p14="http://schemas.microsoft.com/office/powerpoint/2010/main" val="296939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B596D-01CD-7A36-6EE9-2FD99C3F85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8BF1503-5527-ADC1-508A-5DD92CEE7C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D1464A-D206-5DDC-2B4D-A483CE20DE62}"/>
              </a:ext>
            </a:extLst>
          </p:cNvPr>
          <p:cNvSpPr>
            <a:spLocks noGrp="1"/>
          </p:cNvSpPr>
          <p:nvPr>
            <p:ph type="dt" sz="half" idx="10"/>
          </p:nvPr>
        </p:nvSpPr>
        <p:spPr>
          <a:xfrm>
            <a:off x="838200" y="6356350"/>
            <a:ext cx="2743200" cy="365125"/>
          </a:xfrm>
          <a:prstGeom prst="rect">
            <a:avLst/>
          </a:prstGeom>
        </p:spPr>
        <p:txBody>
          <a:bodyPr/>
          <a:lstStyle/>
          <a:p>
            <a:fld id="{483C9C4A-62D0-4CA8-96C4-EA63E0F0DBAA}" type="datetime1">
              <a:rPr lang="en-US" smtClean="0"/>
              <a:t>3/12/2026</a:t>
            </a:fld>
            <a:endParaRPr lang="en-US"/>
          </a:p>
        </p:txBody>
      </p:sp>
      <p:sp>
        <p:nvSpPr>
          <p:cNvPr id="5" name="Footer Placeholder 4">
            <a:extLst>
              <a:ext uri="{FF2B5EF4-FFF2-40B4-BE49-F238E27FC236}">
                <a16:creationId xmlns:a16="http://schemas.microsoft.com/office/drawing/2014/main" id="{2BD7E858-B4E9-1E5F-6FE2-743FE74F9EA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7BFCCCF-B5C3-DBB5-0C15-3BB0C7F17B38}"/>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1528982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92123-84EC-3518-2511-CB56A6C544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AA4923-EE43-01E9-56C5-55C0768A11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DFDB18-E6E7-260E-30B1-8BD888791111}"/>
              </a:ext>
            </a:extLst>
          </p:cNvPr>
          <p:cNvSpPr>
            <a:spLocks noGrp="1"/>
          </p:cNvSpPr>
          <p:nvPr>
            <p:ph type="dt" sz="half" idx="10"/>
          </p:nvPr>
        </p:nvSpPr>
        <p:spPr>
          <a:xfrm>
            <a:off x="838200" y="6356350"/>
            <a:ext cx="2743200" cy="365125"/>
          </a:xfrm>
          <a:prstGeom prst="rect">
            <a:avLst/>
          </a:prstGeom>
        </p:spPr>
        <p:txBody>
          <a:bodyPr/>
          <a:lstStyle/>
          <a:p>
            <a:fld id="{BEEEE9A8-3CBA-4451-9A07-B3CA923F5FF6}" type="datetime1">
              <a:rPr lang="en-US" smtClean="0"/>
              <a:t>3/12/2026</a:t>
            </a:fld>
            <a:endParaRPr lang="en-US"/>
          </a:p>
        </p:txBody>
      </p:sp>
      <p:sp>
        <p:nvSpPr>
          <p:cNvPr id="5" name="Footer Placeholder 4">
            <a:extLst>
              <a:ext uri="{FF2B5EF4-FFF2-40B4-BE49-F238E27FC236}">
                <a16:creationId xmlns:a16="http://schemas.microsoft.com/office/drawing/2014/main" id="{AD706AF0-A7AE-BBDD-AA8F-FEE9BA6109B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E23CED-7771-34F0-DE2D-8FB47E7430BF}"/>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1325338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59588-AA61-BF1D-9309-3172A0D769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FE83DA1-A4C3-210A-521E-7EC6E3A203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0C3FF5-C120-5CE1-E485-A8BFFD690F73}"/>
              </a:ext>
            </a:extLst>
          </p:cNvPr>
          <p:cNvSpPr>
            <a:spLocks noGrp="1"/>
          </p:cNvSpPr>
          <p:nvPr>
            <p:ph type="dt" sz="half" idx="10"/>
          </p:nvPr>
        </p:nvSpPr>
        <p:spPr>
          <a:xfrm>
            <a:off x="838200" y="6356350"/>
            <a:ext cx="2743200" cy="365125"/>
          </a:xfrm>
          <a:prstGeom prst="rect">
            <a:avLst/>
          </a:prstGeom>
        </p:spPr>
        <p:txBody>
          <a:bodyPr/>
          <a:lstStyle/>
          <a:p>
            <a:fld id="{38F44F90-CE03-4400-AD3E-B7D1632F763F}" type="datetime1">
              <a:rPr lang="en-US" smtClean="0"/>
              <a:t>3/12/2026</a:t>
            </a:fld>
            <a:endParaRPr lang="en-US"/>
          </a:p>
        </p:txBody>
      </p:sp>
      <p:sp>
        <p:nvSpPr>
          <p:cNvPr id="5" name="Footer Placeholder 4">
            <a:extLst>
              <a:ext uri="{FF2B5EF4-FFF2-40B4-BE49-F238E27FC236}">
                <a16:creationId xmlns:a16="http://schemas.microsoft.com/office/drawing/2014/main" id="{8F5B81A8-9539-BDE2-B4C3-2192DEF8DD9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807B72-7811-DF45-E51A-163D03970233}"/>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1193103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4150-5F31-69D9-883B-7EC4591657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2CA7D2-1F3C-5A62-4816-AA7FA47F6E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12C12B-BF63-C8D9-3F44-D50CE9A511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F1064-36D1-8E58-19FB-8D9DAFF08378}"/>
              </a:ext>
            </a:extLst>
          </p:cNvPr>
          <p:cNvSpPr>
            <a:spLocks noGrp="1"/>
          </p:cNvSpPr>
          <p:nvPr>
            <p:ph type="dt" sz="half" idx="10"/>
          </p:nvPr>
        </p:nvSpPr>
        <p:spPr>
          <a:xfrm>
            <a:off x="838200" y="6356350"/>
            <a:ext cx="2743200" cy="365125"/>
          </a:xfrm>
          <a:prstGeom prst="rect">
            <a:avLst/>
          </a:prstGeom>
        </p:spPr>
        <p:txBody>
          <a:bodyPr/>
          <a:lstStyle/>
          <a:p>
            <a:fld id="{ED275DFE-550F-46B0-AC81-D25EECD59C08}" type="datetime1">
              <a:rPr lang="en-US" smtClean="0"/>
              <a:t>3/12/2026</a:t>
            </a:fld>
            <a:endParaRPr lang="en-US"/>
          </a:p>
        </p:txBody>
      </p:sp>
      <p:sp>
        <p:nvSpPr>
          <p:cNvPr id="6" name="Footer Placeholder 5">
            <a:extLst>
              <a:ext uri="{FF2B5EF4-FFF2-40B4-BE49-F238E27FC236}">
                <a16:creationId xmlns:a16="http://schemas.microsoft.com/office/drawing/2014/main" id="{33992A3C-DD01-282E-93E9-36EA0C76361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A17E6F-EE78-E63A-9199-6F2C690DC3AA}"/>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18587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8E905-7EC7-0945-1BE1-55E239F300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02BA31-3F72-2C94-1873-EA9D3B136E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CACEF4-8224-6A29-0D04-B7DC7F8816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011BD98-60E7-49A0-8DB2-E84F95C302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78C133-D533-77B1-229E-A7BC96D813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F026BC-F555-7A90-9C08-BB38020EF090}"/>
              </a:ext>
            </a:extLst>
          </p:cNvPr>
          <p:cNvSpPr>
            <a:spLocks noGrp="1"/>
          </p:cNvSpPr>
          <p:nvPr>
            <p:ph type="dt" sz="half" idx="10"/>
          </p:nvPr>
        </p:nvSpPr>
        <p:spPr>
          <a:xfrm>
            <a:off x="838200" y="6356350"/>
            <a:ext cx="2743200" cy="365125"/>
          </a:xfrm>
          <a:prstGeom prst="rect">
            <a:avLst/>
          </a:prstGeom>
        </p:spPr>
        <p:txBody>
          <a:bodyPr/>
          <a:lstStyle/>
          <a:p>
            <a:fld id="{58F0615A-4986-4C2A-80A0-02DDCA1EE4E6}" type="datetime1">
              <a:rPr lang="en-US" smtClean="0"/>
              <a:t>3/12/2026</a:t>
            </a:fld>
            <a:endParaRPr lang="en-US"/>
          </a:p>
        </p:txBody>
      </p:sp>
      <p:sp>
        <p:nvSpPr>
          <p:cNvPr id="8" name="Footer Placeholder 7">
            <a:extLst>
              <a:ext uri="{FF2B5EF4-FFF2-40B4-BE49-F238E27FC236}">
                <a16:creationId xmlns:a16="http://schemas.microsoft.com/office/drawing/2014/main" id="{936ACD14-4D11-7B64-7BE6-CBA8F70B830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231FBC45-86FD-7F0C-8326-86A0B3F52551}"/>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4199863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E0094-E503-1137-8B3B-1A1D73C56E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DDB4F0-B371-AF5A-C99A-5BE512BD575D}"/>
              </a:ext>
            </a:extLst>
          </p:cNvPr>
          <p:cNvSpPr>
            <a:spLocks noGrp="1"/>
          </p:cNvSpPr>
          <p:nvPr>
            <p:ph type="dt" sz="half" idx="10"/>
          </p:nvPr>
        </p:nvSpPr>
        <p:spPr>
          <a:xfrm>
            <a:off x="838200" y="6356350"/>
            <a:ext cx="2743200" cy="365125"/>
          </a:xfrm>
          <a:prstGeom prst="rect">
            <a:avLst/>
          </a:prstGeom>
        </p:spPr>
        <p:txBody>
          <a:bodyPr/>
          <a:lstStyle/>
          <a:p>
            <a:fld id="{0D4EDC53-7ECF-42F9-9A7F-953BC231AE8D}" type="datetime1">
              <a:rPr lang="en-US" smtClean="0"/>
              <a:t>3/12/2026</a:t>
            </a:fld>
            <a:endParaRPr lang="en-US"/>
          </a:p>
        </p:txBody>
      </p:sp>
      <p:sp>
        <p:nvSpPr>
          <p:cNvPr id="4" name="Footer Placeholder 3">
            <a:extLst>
              <a:ext uri="{FF2B5EF4-FFF2-40B4-BE49-F238E27FC236}">
                <a16:creationId xmlns:a16="http://schemas.microsoft.com/office/drawing/2014/main" id="{7F9F4EC2-B816-03D3-4B55-4ABD8AF80C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955A7F8-34D6-2052-7149-9BCF02926DE5}"/>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131986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C341A2-BB31-6B46-BAD8-88AC31493C74}"/>
              </a:ext>
            </a:extLst>
          </p:cNvPr>
          <p:cNvSpPr>
            <a:spLocks noGrp="1"/>
          </p:cNvSpPr>
          <p:nvPr>
            <p:ph type="dt" sz="half" idx="10"/>
          </p:nvPr>
        </p:nvSpPr>
        <p:spPr>
          <a:xfrm>
            <a:off x="838200" y="6356350"/>
            <a:ext cx="2743200" cy="365125"/>
          </a:xfrm>
          <a:prstGeom prst="rect">
            <a:avLst/>
          </a:prstGeom>
        </p:spPr>
        <p:txBody>
          <a:bodyPr/>
          <a:lstStyle/>
          <a:p>
            <a:fld id="{EC7F05E3-D949-4943-9C59-DF0AEFFF29AC}" type="datetime1">
              <a:rPr lang="en-US" smtClean="0"/>
              <a:t>3/12/2026</a:t>
            </a:fld>
            <a:endParaRPr lang="en-US"/>
          </a:p>
        </p:txBody>
      </p:sp>
      <p:sp>
        <p:nvSpPr>
          <p:cNvPr id="3" name="Footer Placeholder 2">
            <a:extLst>
              <a:ext uri="{FF2B5EF4-FFF2-40B4-BE49-F238E27FC236}">
                <a16:creationId xmlns:a16="http://schemas.microsoft.com/office/drawing/2014/main" id="{71C407C0-25C2-8550-678F-0D6B8068F03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156BF999-ADFB-339C-729A-D6CBD93B26B4}"/>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210779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0411C-A3FE-77D6-00C7-CEBC790EA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E98C8C-2F09-ABDF-7BDB-615DCA0A94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8D485F-3245-34A6-23F9-4B4C61703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889EED-32DA-8DD9-0CB0-96C6504B9AEC}"/>
              </a:ext>
            </a:extLst>
          </p:cNvPr>
          <p:cNvSpPr>
            <a:spLocks noGrp="1"/>
          </p:cNvSpPr>
          <p:nvPr>
            <p:ph type="dt" sz="half" idx="10"/>
          </p:nvPr>
        </p:nvSpPr>
        <p:spPr>
          <a:xfrm>
            <a:off x="838200" y="6356350"/>
            <a:ext cx="2743200" cy="365125"/>
          </a:xfrm>
          <a:prstGeom prst="rect">
            <a:avLst/>
          </a:prstGeom>
        </p:spPr>
        <p:txBody>
          <a:bodyPr/>
          <a:lstStyle/>
          <a:p>
            <a:fld id="{71E30FEA-0E65-4C82-9921-8FDDBBA9C119}" type="datetime1">
              <a:rPr lang="en-US" smtClean="0"/>
              <a:t>3/12/2026</a:t>
            </a:fld>
            <a:endParaRPr lang="en-US"/>
          </a:p>
        </p:txBody>
      </p:sp>
      <p:sp>
        <p:nvSpPr>
          <p:cNvPr id="6" name="Footer Placeholder 5">
            <a:extLst>
              <a:ext uri="{FF2B5EF4-FFF2-40B4-BE49-F238E27FC236}">
                <a16:creationId xmlns:a16="http://schemas.microsoft.com/office/drawing/2014/main" id="{F3108875-B84A-D0A3-3830-55A5688E423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0407305-C1DD-DB56-F5CC-2AB9306AD811}"/>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3775391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ABAE9-DC4E-BF37-72B5-7C29E68B5D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6CE682-3955-D05B-EDC3-6790078B35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324D9C-D8C2-D9D3-B01E-6749E299BE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1A61D-F901-5280-C829-01ABB04963B4}"/>
              </a:ext>
            </a:extLst>
          </p:cNvPr>
          <p:cNvSpPr>
            <a:spLocks noGrp="1"/>
          </p:cNvSpPr>
          <p:nvPr>
            <p:ph type="dt" sz="half" idx="10"/>
          </p:nvPr>
        </p:nvSpPr>
        <p:spPr>
          <a:xfrm>
            <a:off x="838200" y="6356350"/>
            <a:ext cx="2743200" cy="365125"/>
          </a:xfrm>
          <a:prstGeom prst="rect">
            <a:avLst/>
          </a:prstGeom>
        </p:spPr>
        <p:txBody>
          <a:bodyPr/>
          <a:lstStyle/>
          <a:p>
            <a:fld id="{2A8400FC-EB7F-4713-8B8E-F86DE4E15980}" type="datetime1">
              <a:rPr lang="en-US" smtClean="0"/>
              <a:t>3/12/2026</a:t>
            </a:fld>
            <a:endParaRPr lang="en-US"/>
          </a:p>
        </p:txBody>
      </p:sp>
      <p:sp>
        <p:nvSpPr>
          <p:cNvPr id="6" name="Footer Placeholder 5">
            <a:extLst>
              <a:ext uri="{FF2B5EF4-FFF2-40B4-BE49-F238E27FC236}">
                <a16:creationId xmlns:a16="http://schemas.microsoft.com/office/drawing/2014/main" id="{2579326E-48B6-2152-A3B9-43ABD09D5ED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63DB4365-86E0-3870-1229-2FDAB5375969}"/>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2172934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25345-4B40-4466-8DF6-4874023555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E873BDE-0643-D004-96FA-AE03018C67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8205E-D917-DFFD-C9C2-118356E62130}"/>
              </a:ext>
            </a:extLst>
          </p:cNvPr>
          <p:cNvSpPr>
            <a:spLocks noGrp="1"/>
          </p:cNvSpPr>
          <p:nvPr>
            <p:ph type="dt" sz="half" idx="10"/>
          </p:nvPr>
        </p:nvSpPr>
        <p:spPr>
          <a:xfrm>
            <a:off x="838200" y="6356350"/>
            <a:ext cx="2743200" cy="365125"/>
          </a:xfrm>
          <a:prstGeom prst="rect">
            <a:avLst/>
          </a:prstGeom>
        </p:spPr>
        <p:txBody>
          <a:bodyPr/>
          <a:lstStyle/>
          <a:p>
            <a:fld id="{C5BF2942-3AFA-4A24-9F68-15E85BBC5E1E}" type="datetime1">
              <a:rPr lang="en-US" smtClean="0"/>
              <a:t>3/12/2026</a:t>
            </a:fld>
            <a:endParaRPr lang="en-US"/>
          </a:p>
        </p:txBody>
      </p:sp>
      <p:sp>
        <p:nvSpPr>
          <p:cNvPr id="5" name="Footer Placeholder 4">
            <a:extLst>
              <a:ext uri="{FF2B5EF4-FFF2-40B4-BE49-F238E27FC236}">
                <a16:creationId xmlns:a16="http://schemas.microsoft.com/office/drawing/2014/main" id="{713016AD-4C42-E15B-5883-BCAFAA4D10D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6EAEA38-D2D8-815D-F714-5D6E206B6E0B}"/>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1384271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E434B9-4114-1551-73CC-C839D20D21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634FA0-02B1-C9CC-9DF1-F582887217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B46959-6877-0D24-5D05-FFB347CF4151}"/>
              </a:ext>
            </a:extLst>
          </p:cNvPr>
          <p:cNvSpPr>
            <a:spLocks noGrp="1"/>
          </p:cNvSpPr>
          <p:nvPr>
            <p:ph type="dt" sz="half" idx="10"/>
          </p:nvPr>
        </p:nvSpPr>
        <p:spPr>
          <a:xfrm>
            <a:off x="838200" y="6356350"/>
            <a:ext cx="2743200" cy="365125"/>
          </a:xfrm>
          <a:prstGeom prst="rect">
            <a:avLst/>
          </a:prstGeom>
        </p:spPr>
        <p:txBody>
          <a:bodyPr/>
          <a:lstStyle/>
          <a:p>
            <a:fld id="{2C6FD1B6-3BE1-4C16-A1C3-8D46C3B22649}" type="datetime1">
              <a:rPr lang="en-US" smtClean="0"/>
              <a:t>3/12/2026</a:t>
            </a:fld>
            <a:endParaRPr lang="en-US"/>
          </a:p>
        </p:txBody>
      </p:sp>
      <p:sp>
        <p:nvSpPr>
          <p:cNvPr id="5" name="Footer Placeholder 4">
            <a:extLst>
              <a:ext uri="{FF2B5EF4-FFF2-40B4-BE49-F238E27FC236}">
                <a16:creationId xmlns:a16="http://schemas.microsoft.com/office/drawing/2014/main" id="{AABEAC8B-0C66-237D-9892-39AFB8B3395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D77D84E-8A9D-777D-0C57-57DB17BBA48E}"/>
              </a:ext>
            </a:extLst>
          </p:cNvPr>
          <p:cNvSpPr>
            <a:spLocks noGrp="1"/>
          </p:cNvSpPr>
          <p:nvPr>
            <p:ph type="sldNum" sz="quarter" idx="12"/>
          </p:nvPr>
        </p:nvSpPr>
        <p:spPr/>
        <p:txBody>
          <a:bodyPr/>
          <a:lstStyle/>
          <a:p>
            <a:fld id="{8DA54B3F-9D4B-3640-8055-EDBFC449BA57}" type="slidenum">
              <a:rPr lang="en-US" smtClean="0"/>
              <a:t>‹#›</a:t>
            </a:fld>
            <a:endParaRPr lang="en-US"/>
          </a:p>
        </p:txBody>
      </p:sp>
    </p:spTree>
    <p:extLst>
      <p:ext uri="{BB962C8B-B14F-4D97-AF65-F5344CB8AC3E}">
        <p14:creationId xmlns:p14="http://schemas.microsoft.com/office/powerpoint/2010/main" val="3607704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7881C0-C773-79BB-3109-58AF276425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2F3F79-0B6F-67CC-371A-57AB1FCF8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940EA1C-5082-1236-8546-71C0D7E1AF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54B3F-9D4B-3640-8055-EDBFC449BA57}" type="slidenum">
              <a:rPr lang="en-US" smtClean="0"/>
              <a:t>‹#›</a:t>
            </a:fld>
            <a:endParaRPr lang="en-US"/>
          </a:p>
        </p:txBody>
      </p:sp>
    </p:spTree>
    <p:extLst>
      <p:ext uri="{BB962C8B-B14F-4D97-AF65-F5344CB8AC3E}">
        <p14:creationId xmlns:p14="http://schemas.microsoft.com/office/powerpoint/2010/main" val="819109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17" Type="http://schemas.openxmlformats.org/officeDocument/2006/relationships/image" Target="../media/image26.png"/><Relationship Id="rId2" Type="http://schemas.openxmlformats.org/officeDocument/2006/relationships/notesSlide" Target="../notesSlides/notesSlide6.xml"/><Relationship Id="rId16" Type="http://schemas.openxmlformats.org/officeDocument/2006/relationships/image" Target="../media/image25.svg"/><Relationship Id="rId1" Type="http://schemas.openxmlformats.org/officeDocument/2006/relationships/slideLayout" Target="../slideLayouts/slideLayout8.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3F_C00201B7.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1B6_9A1D6B9.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1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194_D551ED5D.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microsoft.com/office/2018/10/relationships/comments" Target="../comments/modernComment_1195_2D37B0A7.xml"/><Relationship Id="rId7" Type="http://schemas.openxmlformats.org/officeDocument/2006/relationships/diagramLayout" Target="../diagrams/layout5.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Data" Target="../diagrams/data5.xml"/><Relationship Id="rId5" Type="http://schemas.openxmlformats.org/officeDocument/2006/relationships/image" Target="../media/image41.png"/><Relationship Id="rId10" Type="http://schemas.microsoft.com/office/2007/relationships/diagramDrawing" Target="../diagrams/drawing5.xml"/><Relationship Id="rId4" Type="http://schemas.openxmlformats.org/officeDocument/2006/relationships/hyperlink" Target="https://demo--lpte.netlify.app/" TargetMode="External"/><Relationship Id="rId9" Type="http://schemas.openxmlformats.org/officeDocument/2006/relationships/diagramColors" Target="../diagrams/colors5.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96_58A82CE8.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microsoft.com/office/2018/10/relationships/comments" Target="../comments/modernComment_1191_4911475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6.xml"/><Relationship Id="rId3" Type="http://schemas.microsoft.com/office/2018/10/relationships/comments" Target="../comments/modernComment_1192_24D4D6B7.xml"/><Relationship Id="rId7" Type="http://schemas.openxmlformats.org/officeDocument/2006/relationships/diagramColors" Target="../diagrams/colors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97_4C75CF0C.xm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23.xml.rels><?xml version="1.0" encoding="UTF-8" standalone="yes"?>
<Relationships xmlns="http://schemas.openxmlformats.org/package/2006/relationships"><Relationship Id="rId3" Type="http://schemas.microsoft.com/office/2018/10/relationships/comments" Target="../comments/modernComment_1193_45A9A53A.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hyperlink" Target="mailto:allison.taylor@umb.edu" TargetMode="External"/><Relationship Id="rId7" Type="http://schemas.openxmlformats.org/officeDocument/2006/relationships/hyperlink" Target="mailto:jennifer.bose@umb.edu"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mailto:oliver.lyons@umb.edu" TargetMode="External"/><Relationship Id="rId5" Type="http://schemas.openxmlformats.org/officeDocument/2006/relationships/hyperlink" Target="mailto:Rowan.DeAza@thearcofghn.org" TargetMode="External"/><Relationship Id="rId4" Type="http://schemas.openxmlformats.org/officeDocument/2006/relationships/hyperlink" Target="mailto:esther.kamau@umb.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5CF8B-4DEF-69D5-F88F-A3138E7387E7}"/>
              </a:ext>
            </a:extLst>
          </p:cNvPr>
          <p:cNvSpPr>
            <a:spLocks noGrp="1"/>
          </p:cNvSpPr>
          <p:nvPr>
            <p:ph type="ctrTitle"/>
          </p:nvPr>
        </p:nvSpPr>
        <p:spPr>
          <a:xfrm>
            <a:off x="4888587" y="1458097"/>
            <a:ext cx="6802669" cy="2862072"/>
          </a:xfrm>
        </p:spPr>
        <p:txBody>
          <a:bodyPr anchor="t">
            <a:normAutofit/>
          </a:bodyPr>
          <a:lstStyle/>
          <a:p>
            <a:r>
              <a:rPr lang="en-US" sz="4800" b="1"/>
              <a:t>Lawrence Partnership for Transition to Employment (LPTE)</a:t>
            </a:r>
            <a:endParaRPr lang="en-US" sz="5800" b="1">
              <a:solidFill>
                <a:srgbClr val="0077AF"/>
              </a:solidFill>
            </a:endParaRPr>
          </a:p>
        </p:txBody>
      </p:sp>
      <p:sp>
        <p:nvSpPr>
          <p:cNvPr id="8" name="Subtitle 7">
            <a:extLst>
              <a:ext uri="{FF2B5EF4-FFF2-40B4-BE49-F238E27FC236}">
                <a16:creationId xmlns:a16="http://schemas.microsoft.com/office/drawing/2014/main" id="{CFB53D53-EB6F-C616-9959-CEC5CE544223}"/>
              </a:ext>
            </a:extLst>
          </p:cNvPr>
          <p:cNvSpPr>
            <a:spLocks noGrp="1"/>
          </p:cNvSpPr>
          <p:nvPr>
            <p:ph type="subTitle" idx="1"/>
          </p:nvPr>
        </p:nvSpPr>
        <p:spPr>
          <a:xfrm>
            <a:off x="5355130" y="3967688"/>
            <a:ext cx="6336126" cy="1115639"/>
          </a:xfrm>
        </p:spPr>
        <p:txBody>
          <a:bodyPr>
            <a:normAutofit fontScale="92500" lnSpcReduction="20000"/>
          </a:bodyPr>
          <a:lstStyle/>
          <a:p>
            <a:r>
              <a:rPr lang="en-US"/>
              <a:t>Allison Taylor (ICI)</a:t>
            </a:r>
          </a:p>
          <a:p>
            <a:r>
              <a:rPr lang="en-US"/>
              <a:t>Esther Kamau (ICI)</a:t>
            </a:r>
          </a:p>
          <a:p>
            <a:r>
              <a:rPr lang="en-US"/>
              <a:t>Rowan DeAza (The Arc of GHN)</a:t>
            </a:r>
          </a:p>
        </p:txBody>
      </p:sp>
      <p:pic>
        <p:nvPicPr>
          <p:cNvPr id="4" name="Picture 3" descr="Logo for LPTE with clock tower">
            <a:extLst>
              <a:ext uri="{FF2B5EF4-FFF2-40B4-BE49-F238E27FC236}">
                <a16:creationId xmlns:a16="http://schemas.microsoft.com/office/drawing/2014/main" id="{35102712-0A5C-3816-D650-EB5923ABD471}"/>
              </a:ext>
            </a:extLst>
          </p:cNvPr>
          <p:cNvPicPr>
            <a:picLocks noChangeAspect="1"/>
          </p:cNvPicPr>
          <p:nvPr/>
        </p:nvPicPr>
        <p:blipFill>
          <a:blip r:embed="rId3"/>
          <a:stretch>
            <a:fillRect/>
          </a:stretch>
        </p:blipFill>
        <p:spPr>
          <a:xfrm>
            <a:off x="0" y="428576"/>
            <a:ext cx="4981575" cy="4581574"/>
          </a:xfrm>
          <a:prstGeom prst="rect">
            <a:avLst/>
          </a:prstGeom>
        </p:spPr>
      </p:pic>
      <p:pic>
        <p:nvPicPr>
          <p:cNvPr id="5" name="Picture 4" descr="Logo for The Arc of Greater Haverhill-Newburyport with yellow swish">
            <a:extLst>
              <a:ext uri="{FF2B5EF4-FFF2-40B4-BE49-F238E27FC236}">
                <a16:creationId xmlns:a16="http://schemas.microsoft.com/office/drawing/2014/main" id="{300F8995-96D9-10D4-F37D-714D872814C2}"/>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355130" y="5273374"/>
            <a:ext cx="1972492" cy="1400470"/>
          </a:xfrm>
          <a:prstGeom prst="rect">
            <a:avLst/>
          </a:prstGeom>
        </p:spPr>
      </p:pic>
      <p:pic>
        <p:nvPicPr>
          <p:cNvPr id="7" name="Picture 6" descr="Logo for the Institute for Community Inclusion, with ICI in a box surrounded by the words Employment, Education, Community Life, Health Care">
            <a:extLst>
              <a:ext uri="{FF2B5EF4-FFF2-40B4-BE49-F238E27FC236}">
                <a16:creationId xmlns:a16="http://schemas.microsoft.com/office/drawing/2014/main" id="{F7F19EAD-F6A0-899A-FC43-C1970625E79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514073" y="5415790"/>
            <a:ext cx="2588716" cy="1115639"/>
          </a:xfrm>
          <a:prstGeom prst="rect">
            <a:avLst/>
          </a:prstGeom>
        </p:spPr>
      </p:pic>
      <p:sp>
        <p:nvSpPr>
          <p:cNvPr id="3" name="Slide Number Placeholder 3">
            <a:extLst>
              <a:ext uri="{FF2B5EF4-FFF2-40B4-BE49-F238E27FC236}">
                <a16:creationId xmlns:a16="http://schemas.microsoft.com/office/drawing/2014/main" id="{EF08166E-C8DA-CDB9-0489-0B1527779532}"/>
              </a:ext>
            </a:extLst>
          </p:cNvPr>
          <p:cNvSpPr>
            <a:spLocks noGrp="1"/>
          </p:cNvSpPr>
          <p:nvPr>
            <p:ph type="sldNum" sz="quarter" idx="12"/>
          </p:nvPr>
        </p:nvSpPr>
        <p:spPr>
          <a:xfrm>
            <a:off x="8610600" y="6356350"/>
            <a:ext cx="2743200" cy="365125"/>
          </a:xfrm>
        </p:spPr>
        <p:txBody>
          <a:bodyPr/>
          <a:lstStyle/>
          <a:p>
            <a:fld id="{8DA54B3F-9D4B-3640-8055-EDBFC449BA57}" type="slidenum">
              <a:rPr lang="en-US" smtClean="0"/>
              <a:t>1</a:t>
            </a:fld>
            <a:endParaRPr lang="en-US"/>
          </a:p>
        </p:txBody>
      </p:sp>
    </p:spTree>
    <p:extLst>
      <p:ext uri="{BB962C8B-B14F-4D97-AF65-F5344CB8AC3E}">
        <p14:creationId xmlns:p14="http://schemas.microsoft.com/office/powerpoint/2010/main" val="393762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B7B77D-B1FC-0F54-AB65-6786CCC97F29}"/>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0CD0E8-16E6-255D-D77C-0C312774BBE4}"/>
              </a:ext>
            </a:extLst>
          </p:cNvPr>
          <p:cNvSpPr>
            <a:spLocks noGrp="1"/>
          </p:cNvSpPr>
          <p:nvPr>
            <p:ph type="title"/>
          </p:nvPr>
        </p:nvSpPr>
        <p:spPr>
          <a:xfrm>
            <a:off x="589560" y="856180"/>
            <a:ext cx="5279408" cy="1128068"/>
          </a:xfrm>
        </p:spPr>
        <p:txBody>
          <a:bodyPr anchor="ctr">
            <a:normAutofit/>
          </a:bodyPr>
          <a:lstStyle/>
          <a:p>
            <a:r>
              <a:rPr lang="en-US" sz="4000" b="1">
                <a:effectLst>
                  <a:outerShdw blurRad="38100" dist="38100" dir="2700000" algn="tl">
                    <a:srgbClr val="000000">
                      <a:alpha val="43137"/>
                    </a:srgbClr>
                  </a:outerShdw>
                </a:effectLst>
              </a:rPr>
              <a:t>About the LPTE </a:t>
            </a:r>
          </a:p>
        </p:txBody>
      </p:sp>
      <p:grpSp>
        <p:nvGrpSpPr>
          <p:cNvPr id="33" name="Group 3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4" name="Rectangle 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BDB239-1E65-0946-1A4F-E221E444D396}"/>
              </a:ext>
            </a:extLst>
          </p:cNvPr>
          <p:cNvSpPr>
            <a:spLocks noGrp="1"/>
          </p:cNvSpPr>
          <p:nvPr>
            <p:ph idx="1"/>
          </p:nvPr>
        </p:nvSpPr>
        <p:spPr>
          <a:xfrm>
            <a:off x="590719" y="2330505"/>
            <a:ext cx="5762144" cy="3979585"/>
          </a:xfrm>
        </p:spPr>
        <p:txBody>
          <a:bodyPr anchor="ctr">
            <a:normAutofit/>
          </a:bodyPr>
          <a:lstStyle/>
          <a:p>
            <a:pPr marL="0" indent="0">
              <a:buNone/>
            </a:pPr>
            <a:r>
              <a:rPr lang="en-US" sz="2400"/>
              <a:t>The Lawrence Partnership for Transition to Employment (</a:t>
            </a:r>
            <a:r>
              <a:rPr lang="en-US" sz="2400" b="1"/>
              <a:t>LPTE</a:t>
            </a:r>
            <a:r>
              <a:rPr lang="en-US" sz="2400"/>
              <a:t>) was </a:t>
            </a:r>
            <a:r>
              <a:rPr lang="en-US" sz="2400" b="1"/>
              <a:t>established in 2021 </a:t>
            </a:r>
            <a:r>
              <a:rPr lang="en-US" sz="2400"/>
              <a:t>under a </a:t>
            </a:r>
            <a:r>
              <a:rPr lang="en-US" sz="2400" b="1"/>
              <a:t>5-year grant</a:t>
            </a:r>
            <a:r>
              <a:rPr lang="en-US" sz="2400"/>
              <a:t> from the Administration for Community Living (ACL) as a National Center of Excellence on </a:t>
            </a:r>
            <a:r>
              <a:rPr lang="en-US" sz="2400" b="1"/>
              <a:t>Community Collaborations for Employment</a:t>
            </a:r>
            <a:r>
              <a:rPr lang="en-US" sz="2400"/>
              <a:t>. </a:t>
            </a:r>
          </a:p>
          <a:p>
            <a:pPr marL="0" indent="0">
              <a:buNone/>
            </a:pPr>
            <a:r>
              <a:rPr lang="en-US" sz="2400"/>
              <a:t>The project aims to </a:t>
            </a:r>
            <a:r>
              <a:rPr lang="en-US" sz="2400" b="1"/>
              <a:t>improve the transition process</a:t>
            </a:r>
            <a:r>
              <a:rPr lang="en-US" sz="2400"/>
              <a:t> for youth with intellectual and developmental disabilities (ID/DD) in </a:t>
            </a:r>
            <a:r>
              <a:rPr lang="en-US" sz="2400" b="1"/>
              <a:t>Lawrence</a:t>
            </a:r>
            <a:r>
              <a:rPr lang="en-US" sz="2400"/>
              <a:t>, Massachusetts.</a:t>
            </a:r>
          </a:p>
        </p:txBody>
      </p:sp>
      <p:sp>
        <p:nvSpPr>
          <p:cNvPr id="39" name="Rectangle 3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CI UMass Boston logo">
            <a:extLst>
              <a:ext uri="{FF2B5EF4-FFF2-40B4-BE49-F238E27FC236}">
                <a16:creationId xmlns:a16="http://schemas.microsoft.com/office/drawing/2014/main" id="{5DA051B2-BFCB-BEF3-B10D-EC90C4DAF88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83423" y="1000261"/>
            <a:ext cx="4397433" cy="1682018"/>
          </a:xfrm>
          <a:prstGeom prst="rect">
            <a:avLst/>
          </a:prstGeom>
        </p:spPr>
      </p:pic>
      <p:sp>
        <p:nvSpPr>
          <p:cNvPr id="43" name="Rectangle 4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The Arc Greater Haverhill-Newburyport logo">
            <a:extLst>
              <a:ext uri="{FF2B5EF4-FFF2-40B4-BE49-F238E27FC236}">
                <a16:creationId xmlns:a16="http://schemas.microsoft.com/office/drawing/2014/main" id="{945A07D2-964C-055E-B57B-2A07339A7974}"/>
              </a:ext>
            </a:extLst>
          </p:cNvPr>
          <p:cNvPicPr>
            <a:picLocks noChangeAspect="1"/>
          </p:cNvPicPr>
          <p:nvPr/>
        </p:nvPicPr>
        <p:blipFill>
          <a:blip r:embed="rId4"/>
          <a:stretch>
            <a:fillRect/>
          </a:stretch>
        </p:blipFill>
        <p:spPr>
          <a:xfrm>
            <a:off x="7507436" y="3707894"/>
            <a:ext cx="3547543" cy="2518756"/>
          </a:xfrm>
          <a:prstGeom prst="rect">
            <a:avLst/>
          </a:prstGeom>
        </p:spPr>
      </p:pic>
      <p:sp>
        <p:nvSpPr>
          <p:cNvPr id="4" name="Slide Number Placeholder 3">
            <a:extLst>
              <a:ext uri="{FF2B5EF4-FFF2-40B4-BE49-F238E27FC236}">
                <a16:creationId xmlns:a16="http://schemas.microsoft.com/office/drawing/2014/main" id="{747C85FB-6549-E1C5-97ED-A5CBBEB24CE9}"/>
              </a:ext>
            </a:extLst>
          </p:cNvPr>
          <p:cNvSpPr>
            <a:spLocks noGrp="1"/>
          </p:cNvSpPr>
          <p:nvPr>
            <p:ph type="sldNum" sz="quarter" idx="12"/>
          </p:nvPr>
        </p:nvSpPr>
        <p:spPr>
          <a:xfrm>
            <a:off x="9385070" y="6492240"/>
            <a:ext cx="1055716" cy="365125"/>
          </a:xfrm>
        </p:spPr>
        <p:txBody>
          <a:bodyPr>
            <a:normAutofit/>
          </a:bodyPr>
          <a:lstStyle/>
          <a:p>
            <a:pPr>
              <a:spcAft>
                <a:spcPts val="600"/>
              </a:spcAft>
            </a:pPr>
            <a:fld id="{8DA54B3F-9D4B-3640-8055-EDBFC449BA57}" type="slidenum">
              <a:rPr lang="en-US" smtClean="0"/>
              <a:pPr>
                <a:spcAft>
                  <a:spcPts val="600"/>
                </a:spcAft>
              </a:pPr>
              <a:t>2</a:t>
            </a:fld>
            <a:endParaRPr lang="en-US"/>
          </a:p>
        </p:txBody>
      </p:sp>
    </p:spTree>
    <p:extLst>
      <p:ext uri="{BB962C8B-B14F-4D97-AF65-F5344CB8AC3E}">
        <p14:creationId xmlns:p14="http://schemas.microsoft.com/office/powerpoint/2010/main" val="2551600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7D57A-E6CA-3641-0E56-25948C0F1453}"/>
              </a:ext>
            </a:extLst>
          </p:cNvPr>
          <p:cNvSpPr>
            <a:spLocks noGrp="1"/>
          </p:cNvSpPr>
          <p:nvPr>
            <p:ph type="title"/>
          </p:nvPr>
        </p:nvSpPr>
        <p:spPr>
          <a:xfrm>
            <a:off x="838200" y="322907"/>
            <a:ext cx="10515600" cy="1325563"/>
          </a:xfrm>
        </p:spPr>
        <p:txBody>
          <a:bodyPr/>
          <a:lstStyle/>
          <a:p>
            <a:r>
              <a:rPr lang="en-US"/>
              <a:t>Goals of the LPTE</a:t>
            </a:r>
          </a:p>
        </p:txBody>
      </p:sp>
      <p:grpSp>
        <p:nvGrpSpPr>
          <p:cNvPr id="12" name="Group 11">
            <a:extLst>
              <a:ext uri="{FF2B5EF4-FFF2-40B4-BE49-F238E27FC236}">
                <a16:creationId xmlns:a16="http://schemas.microsoft.com/office/drawing/2014/main" id="{842E7B99-1DB1-96CD-5DE4-CF24D19D5594}"/>
              </a:ext>
              <a:ext uri="{C183D7F6-B498-43B3-948B-1728B52AA6E4}">
                <adec:decorative xmlns:adec="http://schemas.microsoft.com/office/drawing/2017/decorative" val="1"/>
              </a:ext>
            </a:extLst>
          </p:cNvPr>
          <p:cNvGrpSpPr/>
          <p:nvPr/>
        </p:nvGrpSpPr>
        <p:grpSpPr>
          <a:xfrm>
            <a:off x="838200" y="985688"/>
            <a:ext cx="10062733" cy="6549062"/>
            <a:chOff x="556766" y="567922"/>
            <a:chExt cx="10062733" cy="6549062"/>
          </a:xfrm>
        </p:grpSpPr>
        <p:grpSp>
          <p:nvGrpSpPr>
            <p:cNvPr id="4" name="Group 3">
              <a:extLst>
                <a:ext uri="{FF2B5EF4-FFF2-40B4-BE49-F238E27FC236}">
                  <a16:creationId xmlns:a16="http://schemas.microsoft.com/office/drawing/2014/main" id="{6E7ED728-40DE-57C6-68A0-FE7CD1539945}"/>
                </a:ext>
              </a:extLst>
            </p:cNvPr>
            <p:cNvGrpSpPr/>
            <p:nvPr/>
          </p:nvGrpSpPr>
          <p:grpSpPr>
            <a:xfrm>
              <a:off x="556766" y="2119746"/>
              <a:ext cx="10062733" cy="4997238"/>
              <a:chOff x="1678984" y="2321667"/>
              <a:chExt cx="8484403" cy="4213426"/>
            </a:xfrm>
          </p:grpSpPr>
          <p:sp>
            <p:nvSpPr>
              <p:cNvPr id="5" name="Rectangle 4">
                <a:extLst>
                  <a:ext uri="{FF2B5EF4-FFF2-40B4-BE49-F238E27FC236}">
                    <a16:creationId xmlns:a16="http://schemas.microsoft.com/office/drawing/2014/main" id="{C8AB12D6-6C9F-04C2-C43C-DD034223C453}"/>
                  </a:ext>
                </a:extLst>
              </p:cNvPr>
              <p:cNvSpPr/>
              <p:nvPr/>
            </p:nvSpPr>
            <p:spPr>
              <a:xfrm>
                <a:off x="1678984" y="2321667"/>
                <a:ext cx="8484403" cy="4213426"/>
              </a:xfrm>
              <a:prstGeom prst="rect">
                <a:avLst/>
              </a:prstGeom>
              <a:noFill/>
            </p:spPr>
            <p:txBody>
              <a:bodyPr/>
              <a:lstStyle/>
              <a:p>
                <a:endParaRPr lang="en-US"/>
              </a:p>
            </p:txBody>
          </p:sp>
          <p:sp>
            <p:nvSpPr>
              <p:cNvPr id="6" name="L-Shape 5">
                <a:extLst>
                  <a:ext uri="{FF2B5EF4-FFF2-40B4-BE49-F238E27FC236}">
                    <a16:creationId xmlns:a16="http://schemas.microsoft.com/office/drawing/2014/main" id="{3876177C-E395-CF79-011C-CB7EE4C57546}"/>
                  </a:ext>
                </a:extLst>
              </p:cNvPr>
              <p:cNvSpPr/>
              <p:nvPr/>
            </p:nvSpPr>
            <p:spPr>
              <a:xfrm rot="5400000">
                <a:off x="2210889" y="3448921"/>
                <a:ext cx="1585113" cy="2637593"/>
              </a:xfrm>
              <a:prstGeom prst="corner">
                <a:avLst>
                  <a:gd name="adj1" fmla="val 16120"/>
                  <a:gd name="adj2" fmla="val 16110"/>
                </a:avLst>
              </a:prstGeom>
              <a:solidFill>
                <a:schemeClr val="accent2">
                  <a:lumMod val="75000"/>
                </a:schemeClr>
              </a:solidFill>
              <a:ln>
                <a:no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7" name="Freeform: Shape 6">
                <a:extLst>
                  <a:ext uri="{FF2B5EF4-FFF2-40B4-BE49-F238E27FC236}">
                    <a16:creationId xmlns:a16="http://schemas.microsoft.com/office/drawing/2014/main" id="{DCA58F4F-43D2-862D-7C5B-2292F281E569}"/>
                  </a:ext>
                </a:extLst>
              </p:cNvPr>
              <p:cNvSpPr/>
              <p:nvPr/>
            </p:nvSpPr>
            <p:spPr>
              <a:xfrm>
                <a:off x="1946294" y="4236993"/>
                <a:ext cx="2381234" cy="2087291"/>
              </a:xfrm>
              <a:custGeom>
                <a:avLst/>
                <a:gdLst>
                  <a:gd name="connsiteX0" fmla="*/ 0 w 2381234"/>
                  <a:gd name="connsiteY0" fmla="*/ 0 h 2087291"/>
                  <a:gd name="connsiteX1" fmla="*/ 2381234 w 2381234"/>
                  <a:gd name="connsiteY1" fmla="*/ 0 h 2087291"/>
                  <a:gd name="connsiteX2" fmla="*/ 2381234 w 2381234"/>
                  <a:gd name="connsiteY2" fmla="*/ 2087291 h 2087291"/>
                  <a:gd name="connsiteX3" fmla="*/ 0 w 2381234"/>
                  <a:gd name="connsiteY3" fmla="*/ 2087291 h 2087291"/>
                  <a:gd name="connsiteX4" fmla="*/ 0 w 2381234"/>
                  <a:gd name="connsiteY4" fmla="*/ 0 h 2087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34" h="2087291">
                    <a:moveTo>
                      <a:pt x="0" y="0"/>
                    </a:moveTo>
                    <a:lnTo>
                      <a:pt x="2381234" y="0"/>
                    </a:lnTo>
                    <a:lnTo>
                      <a:pt x="2381234" y="2087291"/>
                    </a:lnTo>
                    <a:lnTo>
                      <a:pt x="0" y="20872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800" kern="1200">
                    <a:latin typeface="Myriad Pro Cond" panose="020B0506030403020204" pitchFamily="34" charset="0"/>
                  </a:rPr>
                  <a:t>Enhanced collaboration among local partners</a:t>
                </a:r>
              </a:p>
            </p:txBody>
          </p:sp>
          <p:sp>
            <p:nvSpPr>
              <p:cNvPr id="8" name="Isosceles Triangle 7">
                <a:extLst>
                  <a:ext uri="{FF2B5EF4-FFF2-40B4-BE49-F238E27FC236}">
                    <a16:creationId xmlns:a16="http://schemas.microsoft.com/office/drawing/2014/main" id="{67402EAB-012C-6771-FC8E-0F5F113E338F}"/>
                  </a:ext>
                </a:extLst>
              </p:cNvPr>
              <p:cNvSpPr/>
              <p:nvPr/>
            </p:nvSpPr>
            <p:spPr>
              <a:xfrm>
                <a:off x="3878239" y="3254738"/>
                <a:ext cx="449289" cy="449289"/>
              </a:xfrm>
              <a:prstGeom prst="triangle">
                <a:avLst>
                  <a:gd name="adj" fmla="val 100000"/>
                </a:avLst>
              </a:prstGeom>
              <a:solidFill>
                <a:schemeClr val="accent6">
                  <a:lumMod val="75000"/>
                </a:schemeClr>
              </a:solidFill>
              <a:ln>
                <a:no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9" name="L-Shape 8">
                <a:extLst>
                  <a:ext uri="{FF2B5EF4-FFF2-40B4-BE49-F238E27FC236}">
                    <a16:creationId xmlns:a16="http://schemas.microsoft.com/office/drawing/2014/main" id="{04370B05-4577-42DA-B4FF-FEE955AD5751}"/>
                  </a:ext>
                </a:extLst>
              </p:cNvPr>
              <p:cNvSpPr/>
              <p:nvPr/>
            </p:nvSpPr>
            <p:spPr>
              <a:xfrm rot="5400000">
                <a:off x="5125985" y="2727577"/>
                <a:ext cx="1585113" cy="2637593"/>
              </a:xfrm>
              <a:prstGeom prst="corner">
                <a:avLst>
                  <a:gd name="adj1" fmla="val 16120"/>
                  <a:gd name="adj2" fmla="val 16110"/>
                </a:avLst>
              </a:prstGeom>
              <a:solidFill>
                <a:schemeClr val="accent4">
                  <a:lumMod val="75000"/>
                </a:schemeClr>
              </a:solidFill>
              <a:ln>
                <a:no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0" name="Freeform: Shape 9">
                <a:extLst>
                  <a:ext uri="{FF2B5EF4-FFF2-40B4-BE49-F238E27FC236}">
                    <a16:creationId xmlns:a16="http://schemas.microsoft.com/office/drawing/2014/main" id="{48840ECC-266C-F634-B469-D8EFF56F8206}"/>
                  </a:ext>
                </a:extLst>
              </p:cNvPr>
              <p:cNvSpPr/>
              <p:nvPr/>
            </p:nvSpPr>
            <p:spPr>
              <a:xfrm>
                <a:off x="4861390" y="3515650"/>
                <a:ext cx="2381234" cy="2087291"/>
              </a:xfrm>
              <a:custGeom>
                <a:avLst/>
                <a:gdLst>
                  <a:gd name="connsiteX0" fmla="*/ 0 w 2381234"/>
                  <a:gd name="connsiteY0" fmla="*/ 0 h 2087291"/>
                  <a:gd name="connsiteX1" fmla="*/ 2381234 w 2381234"/>
                  <a:gd name="connsiteY1" fmla="*/ 0 h 2087291"/>
                  <a:gd name="connsiteX2" fmla="*/ 2381234 w 2381234"/>
                  <a:gd name="connsiteY2" fmla="*/ 2087291 h 2087291"/>
                  <a:gd name="connsiteX3" fmla="*/ 0 w 2381234"/>
                  <a:gd name="connsiteY3" fmla="*/ 2087291 h 2087291"/>
                  <a:gd name="connsiteX4" fmla="*/ 0 w 2381234"/>
                  <a:gd name="connsiteY4" fmla="*/ 0 h 2087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34" h="2087291">
                    <a:moveTo>
                      <a:pt x="0" y="0"/>
                    </a:moveTo>
                    <a:lnTo>
                      <a:pt x="2381234" y="0"/>
                    </a:lnTo>
                    <a:lnTo>
                      <a:pt x="2381234" y="2087291"/>
                    </a:lnTo>
                    <a:lnTo>
                      <a:pt x="0" y="20872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800" kern="1200">
                    <a:latin typeface="Myriad Pro Cond" panose="020B0506030403020204" pitchFamily="34" charset="0"/>
                  </a:rPr>
                  <a:t>Improved processes and experiences for youth and families </a:t>
                </a:r>
              </a:p>
            </p:txBody>
          </p:sp>
          <p:sp>
            <p:nvSpPr>
              <p:cNvPr id="11" name="Isosceles Triangle 10">
                <a:extLst>
                  <a:ext uri="{FF2B5EF4-FFF2-40B4-BE49-F238E27FC236}">
                    <a16:creationId xmlns:a16="http://schemas.microsoft.com/office/drawing/2014/main" id="{58DDDCEE-6CAD-38A7-396D-D8046F890066}"/>
                  </a:ext>
                </a:extLst>
              </p:cNvPr>
              <p:cNvSpPr/>
              <p:nvPr/>
            </p:nvSpPr>
            <p:spPr>
              <a:xfrm>
                <a:off x="6793335" y="2533395"/>
                <a:ext cx="449289" cy="449289"/>
              </a:xfrm>
              <a:prstGeom prst="triangle">
                <a:avLst>
                  <a:gd name="adj" fmla="val 100000"/>
                </a:avLst>
              </a:prstGeom>
              <a:solidFill>
                <a:schemeClr val="accent2">
                  <a:lumMod val="75000"/>
                </a:schemeClr>
              </a:solidFill>
              <a:ln>
                <a:no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3" name="L-Shape 12">
                <a:extLst>
                  <a:ext uri="{FF2B5EF4-FFF2-40B4-BE49-F238E27FC236}">
                    <a16:creationId xmlns:a16="http://schemas.microsoft.com/office/drawing/2014/main" id="{3355F80B-1A3F-8854-B6CF-75194CB75D1C}"/>
                  </a:ext>
                </a:extLst>
              </p:cNvPr>
              <p:cNvSpPr/>
              <p:nvPr/>
            </p:nvSpPr>
            <p:spPr>
              <a:xfrm rot="5400000">
                <a:off x="8041081" y="2006235"/>
                <a:ext cx="1585113" cy="2637593"/>
              </a:xfrm>
              <a:prstGeom prst="corner">
                <a:avLst>
                  <a:gd name="adj1" fmla="val 16120"/>
                  <a:gd name="adj2" fmla="val 16110"/>
                </a:avLst>
              </a:prstGeom>
              <a:solidFill>
                <a:schemeClr val="accent6">
                  <a:lumMod val="75000"/>
                </a:schemeClr>
              </a:solidFill>
              <a:ln>
                <a:noFill/>
              </a:ln>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18" name="Freeform: Shape 17">
                <a:extLst>
                  <a:ext uri="{FF2B5EF4-FFF2-40B4-BE49-F238E27FC236}">
                    <a16:creationId xmlns:a16="http://schemas.microsoft.com/office/drawing/2014/main" id="{9C089692-DF64-862A-EE71-5A0C567817E6}"/>
                  </a:ext>
                </a:extLst>
              </p:cNvPr>
              <p:cNvSpPr/>
              <p:nvPr/>
            </p:nvSpPr>
            <p:spPr>
              <a:xfrm>
                <a:off x="7776487" y="2794306"/>
                <a:ext cx="2381234" cy="2087291"/>
              </a:xfrm>
              <a:custGeom>
                <a:avLst/>
                <a:gdLst>
                  <a:gd name="connsiteX0" fmla="*/ 0 w 2381234"/>
                  <a:gd name="connsiteY0" fmla="*/ 0 h 2087291"/>
                  <a:gd name="connsiteX1" fmla="*/ 2381234 w 2381234"/>
                  <a:gd name="connsiteY1" fmla="*/ 0 h 2087291"/>
                  <a:gd name="connsiteX2" fmla="*/ 2381234 w 2381234"/>
                  <a:gd name="connsiteY2" fmla="*/ 2087291 h 2087291"/>
                  <a:gd name="connsiteX3" fmla="*/ 0 w 2381234"/>
                  <a:gd name="connsiteY3" fmla="*/ 2087291 h 2087291"/>
                  <a:gd name="connsiteX4" fmla="*/ 0 w 2381234"/>
                  <a:gd name="connsiteY4" fmla="*/ 0 h 2087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34" h="2087291">
                    <a:moveTo>
                      <a:pt x="0" y="0"/>
                    </a:moveTo>
                    <a:lnTo>
                      <a:pt x="2381234" y="0"/>
                    </a:lnTo>
                    <a:lnTo>
                      <a:pt x="2381234" y="2087291"/>
                    </a:lnTo>
                    <a:lnTo>
                      <a:pt x="0" y="208729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800" kern="1200">
                    <a:latin typeface="Myriad Pro Cond" panose="020B0506030403020204" pitchFamily="34" charset="0"/>
                  </a:rPr>
                  <a:t>Better transition outcomes for youth</a:t>
                </a:r>
              </a:p>
            </p:txBody>
          </p:sp>
        </p:grpSp>
        <p:pic>
          <p:nvPicPr>
            <p:cNvPr id="17" name="Graphic 5">
              <a:extLst>
                <a:ext uri="{FF2B5EF4-FFF2-40B4-BE49-F238E27FC236}">
                  <a16:creationId xmlns:a16="http://schemas.microsoft.com/office/drawing/2014/main" id="{8D5BCA83-7220-BDA2-6A12-B1EA5F981CC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189818" y="2280582"/>
              <a:ext cx="1572081" cy="1572081"/>
            </a:xfrm>
            <a:prstGeom prst="rect">
              <a:avLst/>
            </a:prstGeom>
          </p:spPr>
        </p:pic>
        <p:pic>
          <p:nvPicPr>
            <p:cNvPr id="16" name="Graphic 3" descr="Route (Two Pins With A Path) with solid fill">
              <a:extLst>
                <a:ext uri="{FF2B5EF4-FFF2-40B4-BE49-F238E27FC236}">
                  <a16:creationId xmlns:a16="http://schemas.microsoft.com/office/drawing/2014/main" id="{D0181A8A-B007-B278-8209-8587F745D87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06978" y="1443272"/>
              <a:ext cx="1750700" cy="1750700"/>
            </a:xfrm>
            <a:prstGeom prst="rect">
              <a:avLst/>
            </a:prstGeom>
          </p:spPr>
        </p:pic>
        <p:pic>
          <p:nvPicPr>
            <p:cNvPr id="15" name="Graphic 6" descr="Aspiration with solid fill">
              <a:extLst>
                <a:ext uri="{FF2B5EF4-FFF2-40B4-BE49-F238E27FC236}">
                  <a16:creationId xmlns:a16="http://schemas.microsoft.com/office/drawing/2014/main" id="{F9925416-9E1C-065E-BC93-0C4BD69735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75756" y="567922"/>
              <a:ext cx="1750700" cy="1750700"/>
            </a:xfrm>
            <a:prstGeom prst="rect">
              <a:avLst/>
            </a:prstGeom>
          </p:spPr>
        </p:pic>
      </p:grpSp>
      <p:sp>
        <p:nvSpPr>
          <p:cNvPr id="3" name="Slide Number Placeholder 2">
            <a:extLst>
              <a:ext uri="{FF2B5EF4-FFF2-40B4-BE49-F238E27FC236}">
                <a16:creationId xmlns:a16="http://schemas.microsoft.com/office/drawing/2014/main" id="{3AF8A0F7-0DEF-8AB5-868A-1F7F0CA4CB11}"/>
              </a:ext>
            </a:extLst>
          </p:cNvPr>
          <p:cNvSpPr>
            <a:spLocks noGrp="1"/>
          </p:cNvSpPr>
          <p:nvPr>
            <p:ph type="sldNum" sz="quarter" idx="12"/>
          </p:nvPr>
        </p:nvSpPr>
        <p:spPr/>
        <p:txBody>
          <a:bodyPr/>
          <a:lstStyle/>
          <a:p>
            <a:fld id="{8DA54B3F-9D4B-3640-8055-EDBFC449BA57}" type="slidenum">
              <a:rPr lang="en-US" smtClean="0"/>
              <a:t>3</a:t>
            </a:fld>
            <a:endParaRPr lang="en-US"/>
          </a:p>
        </p:txBody>
      </p:sp>
    </p:spTree>
    <p:extLst>
      <p:ext uri="{BB962C8B-B14F-4D97-AF65-F5344CB8AC3E}">
        <p14:creationId xmlns:p14="http://schemas.microsoft.com/office/powerpoint/2010/main" val="3620004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5512-2C4C-A00B-EC6A-EB4A3D75B02A}"/>
              </a:ext>
            </a:extLst>
          </p:cNvPr>
          <p:cNvSpPr>
            <a:spLocks noGrp="1"/>
          </p:cNvSpPr>
          <p:nvPr>
            <p:ph type="title"/>
          </p:nvPr>
        </p:nvSpPr>
        <p:spPr>
          <a:xfrm>
            <a:off x="636104" y="18255"/>
            <a:ext cx="11062253" cy="1325563"/>
          </a:xfrm>
        </p:spPr>
        <p:txBody>
          <a:bodyPr>
            <a:normAutofit/>
          </a:bodyPr>
          <a:lstStyle/>
          <a:p>
            <a:r>
              <a:rPr lang="en-US" sz="4000" b="1">
                <a:solidFill>
                  <a:srgbClr val="0077AF"/>
                </a:solidFill>
              </a:rPr>
              <a:t>6 Principles of Collaborating for Equity &amp; Justice</a:t>
            </a:r>
            <a:endParaRPr lang="en-US" sz="4000">
              <a:solidFill>
                <a:srgbClr val="0077AF"/>
              </a:solidFill>
            </a:endParaRPr>
          </a:p>
        </p:txBody>
      </p:sp>
      <p:graphicFrame>
        <p:nvGraphicFramePr>
          <p:cNvPr id="11" name="Table 10">
            <a:extLst>
              <a:ext uri="{FF2B5EF4-FFF2-40B4-BE49-F238E27FC236}">
                <a16:creationId xmlns:a16="http://schemas.microsoft.com/office/drawing/2014/main" id="{C4D6D173-0FDD-9D44-A369-597B2E6862D9}"/>
              </a:ext>
            </a:extLst>
          </p:cNvPr>
          <p:cNvGraphicFramePr>
            <a:graphicFrameLocks noGrp="1"/>
          </p:cNvGraphicFramePr>
          <p:nvPr>
            <p:extLst>
              <p:ext uri="{D42A27DB-BD31-4B8C-83A1-F6EECF244321}">
                <p14:modId xmlns:p14="http://schemas.microsoft.com/office/powerpoint/2010/main" val="4103632433"/>
              </p:ext>
            </p:extLst>
          </p:nvPr>
        </p:nvGraphicFramePr>
        <p:xfrm>
          <a:off x="493643" y="1200551"/>
          <a:ext cx="11303502" cy="4996884"/>
        </p:xfrm>
        <a:graphic>
          <a:graphicData uri="http://schemas.openxmlformats.org/drawingml/2006/table">
            <a:tbl>
              <a:tblPr firstRow="1">
                <a:tableStyleId>{2D5ABB26-0587-4C30-8999-92F81FD0307C}</a:tableStyleId>
              </a:tblPr>
              <a:tblGrid>
                <a:gridCol w="5653157">
                  <a:extLst>
                    <a:ext uri="{9D8B030D-6E8A-4147-A177-3AD203B41FA5}">
                      <a16:colId xmlns:a16="http://schemas.microsoft.com/office/drawing/2014/main" val="3844367416"/>
                    </a:ext>
                  </a:extLst>
                </a:gridCol>
                <a:gridCol w="5650345">
                  <a:extLst>
                    <a:ext uri="{9D8B030D-6E8A-4147-A177-3AD203B41FA5}">
                      <a16:colId xmlns:a16="http://schemas.microsoft.com/office/drawing/2014/main" val="1029850277"/>
                    </a:ext>
                  </a:extLst>
                </a:gridCol>
              </a:tblGrid>
              <a:tr h="383602">
                <a:tc>
                  <a:txBody>
                    <a:bodyPr/>
                    <a:lstStyle/>
                    <a:p>
                      <a:pPr marL="0" marR="0">
                        <a:spcBef>
                          <a:spcPts val="0"/>
                        </a:spcBef>
                        <a:spcAft>
                          <a:spcPts val="0"/>
                        </a:spcAft>
                      </a:pPr>
                      <a:r>
                        <a:rPr lang="en-US" sz="3200">
                          <a:effectLst/>
                        </a:rPr>
                        <a:t>The six principles are: </a:t>
                      </a:r>
                      <a:endParaRPr lang="en-US" sz="3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marL="0" marR="0">
                        <a:spcBef>
                          <a:spcPts val="0"/>
                        </a:spcBef>
                        <a:spcAft>
                          <a:spcPts val="0"/>
                        </a:spcAft>
                      </a:pPr>
                      <a:r>
                        <a:rPr lang="en-US" sz="3200">
                          <a:effectLst/>
                        </a:rPr>
                        <a:t>LPTE will:</a:t>
                      </a:r>
                      <a:endParaRPr lang="en-US" sz="3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2837583544"/>
                  </a:ext>
                </a:extLst>
              </a:tr>
              <a:tr h="708189">
                <a:tc>
                  <a:txBody>
                    <a:bodyPr/>
                    <a:lstStyle/>
                    <a:p>
                      <a:pPr marL="342900" marR="0" lvl="0" indent="-342900">
                        <a:spcBef>
                          <a:spcPts val="0"/>
                        </a:spcBef>
                        <a:spcAft>
                          <a:spcPts val="0"/>
                        </a:spcAft>
                        <a:buFont typeface="+mj-lt"/>
                        <a:buAutoNum type="arabicPeriod"/>
                      </a:pPr>
                      <a:r>
                        <a:rPr lang="en-US" sz="2000" b="0">
                          <a:effectLst/>
                        </a:rPr>
                        <a:t>  Directly address race, ethnicity, and social class.</a:t>
                      </a:r>
                      <a:endParaRPr lang="en-US" sz="20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2000" b="0">
                          <a:effectLst/>
                        </a:rPr>
                        <a:t>Talk openly about these things, starting with this meeting. </a:t>
                      </a:r>
                      <a:endParaRPr lang="en-US" sz="20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900316"/>
                  </a:ext>
                </a:extLst>
              </a:tr>
              <a:tr h="956380">
                <a:tc>
                  <a:txBody>
                    <a:bodyPr/>
                    <a:lstStyle/>
                    <a:p>
                      <a:pPr marL="457200" marR="0" lvl="0" indent="-457200">
                        <a:spcBef>
                          <a:spcPts val="0"/>
                        </a:spcBef>
                        <a:spcAft>
                          <a:spcPts val="0"/>
                        </a:spcAft>
                        <a:buFont typeface="+mj-lt"/>
                        <a:buAutoNum type="arabicPeriod" startAt="2"/>
                      </a:pPr>
                      <a:r>
                        <a:rPr lang="en-US" sz="2000">
                          <a:effectLst/>
                        </a:rPr>
                        <a:t>Give equal power to community members in deciding what’s important to work 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rPr>
                        <a:t>Listen to parents, students, and other people in Lawrence when deciding what to put in our strategic plan.</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5908828"/>
                  </a:ext>
                </a:extLst>
              </a:tr>
              <a:tr h="708189">
                <a:tc>
                  <a:txBody>
                    <a:bodyPr/>
                    <a:lstStyle/>
                    <a:p>
                      <a:pPr marL="457200" marR="0" lvl="0" indent="-457200">
                        <a:spcBef>
                          <a:spcPts val="0"/>
                        </a:spcBef>
                        <a:spcAft>
                          <a:spcPts val="0"/>
                        </a:spcAft>
                        <a:buFont typeface="+mj-lt"/>
                        <a:buAutoNum type="arabicPeriod" startAt="3"/>
                      </a:pPr>
                      <a:r>
                        <a:rPr lang="en-US" sz="2000" b="0">
                          <a:effectLst/>
                        </a:rPr>
                        <a:t>Work to build leadership and power among community members. </a:t>
                      </a:r>
                      <a:endParaRPr lang="en-US" sz="2000" b="0">
                        <a:effectLst/>
                        <a:latin typeface="Calibri" panose="020F0502020204030204" pitchFamily="34" charset="0"/>
                        <a:ea typeface="Calibri" panose="020F0502020204030204" pitchFamily="34" charset="0"/>
                        <a:cs typeface="Times New Roman" panose="02020603050405020304" pitchFamily="18" charset="0"/>
                      </a:endParaRPr>
                    </a:p>
                  </a:txBody>
                  <a:tcPr marL="73152"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2000" b="0">
                          <a:effectLst/>
                        </a:rPr>
                        <a:t>Include parents and students as paid team members in all project work. </a:t>
                      </a:r>
                      <a:endParaRPr lang="en-US" sz="20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390492"/>
                  </a:ext>
                </a:extLst>
              </a:tr>
              <a:tr h="720068">
                <a:tc>
                  <a:txBody>
                    <a:bodyPr/>
                    <a:lstStyle/>
                    <a:p>
                      <a:pPr marL="457200" marR="0" lvl="0" indent="-457200">
                        <a:spcBef>
                          <a:spcPts val="0"/>
                        </a:spcBef>
                        <a:spcAft>
                          <a:spcPts val="0"/>
                        </a:spcAft>
                        <a:buFont typeface="+mj-lt"/>
                        <a:buAutoNum type="arabicPeriod" startAt="4"/>
                      </a:pPr>
                      <a:r>
                        <a:rPr lang="en-US" sz="2000">
                          <a:effectLst/>
                        </a:rPr>
                        <a:t>Focus on changing whole systems, not just local programs.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rPr>
                        <a:t>Learn from people in Lawrence how state and national policies can be better for families.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069295"/>
                  </a:ext>
                </a:extLst>
              </a:tr>
              <a:tr h="708189">
                <a:tc>
                  <a:txBody>
                    <a:bodyPr/>
                    <a:lstStyle/>
                    <a:p>
                      <a:pPr marL="457200" marR="0" lvl="0" indent="-457200">
                        <a:spcBef>
                          <a:spcPts val="0"/>
                        </a:spcBef>
                        <a:spcAft>
                          <a:spcPts val="0"/>
                        </a:spcAft>
                        <a:buFont typeface="+mj-lt"/>
                        <a:buAutoNum type="arabicPeriod" startAt="5"/>
                      </a:pPr>
                      <a:r>
                        <a:rPr lang="en-US" sz="2000">
                          <a:effectLst/>
                        </a:rPr>
                        <a:t>Look to research on what works.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rPr>
                        <a:t>Use existing tools to measure how we are doing. </a:t>
                      </a:r>
                      <a:endParaRPr lang="en-US" sz="20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5828966"/>
                  </a:ext>
                </a:extLst>
              </a:tr>
              <a:tr h="708189">
                <a:tc>
                  <a:txBody>
                    <a:bodyPr/>
                    <a:lstStyle/>
                    <a:p>
                      <a:pPr marL="457200" marR="0" lvl="0" indent="-457200">
                        <a:spcBef>
                          <a:spcPts val="0"/>
                        </a:spcBef>
                        <a:spcAft>
                          <a:spcPts val="0"/>
                        </a:spcAft>
                        <a:buFont typeface="+mj-lt"/>
                        <a:buAutoNum type="arabicPeriod" startAt="6"/>
                      </a:pPr>
                      <a:r>
                        <a:rPr lang="en-US" sz="2000" b="0">
                          <a:effectLst/>
                        </a:rPr>
                        <a:t>Support the group members to lead the work.</a:t>
                      </a:r>
                      <a:endParaRPr lang="en-US" sz="20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2000" b="0">
                          <a:effectLst/>
                        </a:rPr>
                        <a:t>Use ICI and Arc staff to support what the consortium wants to do. </a:t>
                      </a:r>
                      <a:endParaRPr lang="en-US" sz="2000" b="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7750194"/>
                  </a:ext>
                </a:extLst>
              </a:tr>
            </a:tbl>
          </a:graphicData>
        </a:graphic>
      </p:graphicFrame>
    </p:spTree>
    <p:extLst>
      <p:ext uri="{BB962C8B-B14F-4D97-AF65-F5344CB8AC3E}">
        <p14:creationId xmlns:p14="http://schemas.microsoft.com/office/powerpoint/2010/main" val="362303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9416338-1654-5EBB-8D2D-BF8187BB703A}"/>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4000"/>
              <a:t>LPTE Structure</a:t>
            </a:r>
          </a:p>
        </p:txBody>
      </p:sp>
      <p:grpSp>
        <p:nvGrpSpPr>
          <p:cNvPr id="95" name="Group 9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85" name="Rectangle 8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7" name="Rectangle 9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9FF29D83-785A-BF19-D613-9BC6CB699F8C}"/>
              </a:ext>
            </a:extLst>
          </p:cNvPr>
          <p:cNvSpPr>
            <a:spLocks noGrp="1"/>
          </p:cNvSpPr>
          <p:nvPr>
            <p:ph sz="half" idx="2"/>
          </p:nvPr>
        </p:nvSpPr>
        <p:spPr>
          <a:xfrm>
            <a:off x="590719" y="2330505"/>
            <a:ext cx="5278066" cy="3979585"/>
          </a:xfrm>
        </p:spPr>
        <p:txBody>
          <a:bodyPr vert="horz" lIns="91440" tIns="45720" rIns="91440" bIns="45720" rtlCol="0" anchor="ctr">
            <a:normAutofit fontScale="92500" lnSpcReduction="10000"/>
          </a:bodyPr>
          <a:lstStyle/>
          <a:p>
            <a:r>
              <a:rPr lang="en-US" sz="2400" b="1"/>
              <a:t>Consortium</a:t>
            </a:r>
            <a:endParaRPr lang="en-US" sz="2400"/>
          </a:p>
          <a:p>
            <a:pPr lvl="1"/>
            <a:r>
              <a:rPr lang="en-US"/>
              <a:t>Meets quarterly</a:t>
            </a:r>
          </a:p>
          <a:p>
            <a:pPr lvl="1"/>
            <a:r>
              <a:rPr lang="en-US"/>
              <a:t>Guides overall work of the project</a:t>
            </a:r>
          </a:p>
          <a:p>
            <a:r>
              <a:rPr lang="en-US" sz="2400" b="1"/>
              <a:t>Steering Committee </a:t>
            </a:r>
          </a:p>
          <a:p>
            <a:pPr lvl="1"/>
            <a:r>
              <a:rPr lang="en-US"/>
              <a:t>Meets several times a year</a:t>
            </a:r>
          </a:p>
          <a:p>
            <a:pPr lvl="1"/>
            <a:r>
              <a:rPr lang="en-US"/>
              <a:t>Advises</a:t>
            </a:r>
            <a:r>
              <a:rPr lang="en-US">
                <a:effectLst/>
              </a:rPr>
              <a:t> on </a:t>
            </a:r>
            <a:r>
              <a:rPr lang="en-US"/>
              <a:t>project activities</a:t>
            </a:r>
            <a:endParaRPr lang="en-US">
              <a:effectLst/>
            </a:endParaRPr>
          </a:p>
          <a:p>
            <a:pPr lvl="1"/>
            <a:r>
              <a:rPr lang="en-US"/>
              <a:t>D</a:t>
            </a:r>
            <a:r>
              <a:rPr lang="en-US">
                <a:effectLst/>
              </a:rPr>
              <a:t>iscusses emerging themes</a:t>
            </a:r>
            <a:endParaRPr lang="en-US"/>
          </a:p>
          <a:p>
            <a:r>
              <a:rPr lang="en-US" sz="2400" b="1"/>
              <a:t>Core Team </a:t>
            </a:r>
            <a:endParaRPr lang="en-US" sz="2400"/>
          </a:p>
          <a:p>
            <a:pPr lvl="1"/>
            <a:r>
              <a:rPr lang="en-US"/>
              <a:t>Meets biweekly</a:t>
            </a:r>
          </a:p>
          <a:p>
            <a:pPr marL="228600" lvl="1">
              <a:lnSpc>
                <a:spcPct val="100000"/>
              </a:lnSpc>
              <a:spcBef>
                <a:spcPts val="1000"/>
              </a:spcBef>
            </a:pPr>
            <a:r>
              <a:rPr lang="en-US" b="1"/>
              <a:t>Work Groups</a:t>
            </a:r>
          </a:p>
          <a:p>
            <a:pPr lvl="1"/>
            <a:r>
              <a:rPr lang="en-US"/>
              <a:t>Develop and implement project goals </a:t>
            </a:r>
          </a:p>
        </p:txBody>
      </p:sp>
      <p:sp>
        <p:nvSpPr>
          <p:cNvPr id="98" name="Rectangle 9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DEDBC5C-7EF6-F786-EE04-BF06462AC41F}"/>
              </a:ext>
            </a:extLst>
          </p:cNvPr>
          <p:cNvSpPr>
            <a:spLocks noGrp="1"/>
          </p:cNvSpPr>
          <p:nvPr>
            <p:ph type="sldNum" sz="quarter" idx="12"/>
          </p:nvPr>
        </p:nvSpPr>
        <p:spPr/>
        <p:txBody>
          <a:bodyPr/>
          <a:lstStyle/>
          <a:p>
            <a:fld id="{8DA54B3F-9D4B-3640-8055-EDBFC449BA57}" type="slidenum">
              <a:rPr lang="en-US" smtClean="0"/>
              <a:t>5</a:t>
            </a:fld>
            <a:endParaRPr lang="en-US"/>
          </a:p>
        </p:txBody>
      </p:sp>
      <p:graphicFrame>
        <p:nvGraphicFramePr>
          <p:cNvPr id="10" name="Content Placeholder 4" descr="Diagram showing three concentric circles, labeled from largest to smallest: Consortium, Steering, Core Team">
            <a:extLst>
              <a:ext uri="{FF2B5EF4-FFF2-40B4-BE49-F238E27FC236}">
                <a16:creationId xmlns:a16="http://schemas.microsoft.com/office/drawing/2014/main" id="{771CDA9D-5B42-E09B-DA90-27E8AF34FA60}"/>
              </a:ext>
            </a:extLst>
          </p:cNvPr>
          <p:cNvGraphicFramePr>
            <a:graphicFrameLocks noGrp="1"/>
          </p:cNvGraphicFramePr>
          <p:nvPr>
            <p:ph sz="half" idx="1"/>
            <p:extLst>
              <p:ext uri="{D42A27DB-BD31-4B8C-83A1-F6EECF244321}">
                <p14:modId xmlns:p14="http://schemas.microsoft.com/office/powerpoint/2010/main" val="2461157153"/>
              </p:ext>
            </p:extLst>
          </p:nvPr>
        </p:nvGraphicFramePr>
        <p:xfrm>
          <a:off x="5764047" y="1071815"/>
          <a:ext cx="5931128" cy="49807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0212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9A2A6-00F3-E754-B354-B3A85AC5D122}"/>
              </a:ext>
            </a:extLst>
          </p:cNvPr>
          <p:cNvSpPr>
            <a:spLocks noGrp="1"/>
          </p:cNvSpPr>
          <p:nvPr>
            <p:ph type="title"/>
          </p:nvPr>
        </p:nvSpPr>
        <p:spPr>
          <a:xfrm>
            <a:off x="394412" y="400243"/>
            <a:ext cx="3932237" cy="1055914"/>
          </a:xfrm>
        </p:spPr>
        <p:txBody>
          <a:bodyPr>
            <a:normAutofit fontScale="90000"/>
          </a:bodyPr>
          <a:lstStyle/>
          <a:p>
            <a:pPr algn="ctr"/>
            <a:r>
              <a:rPr lang="en-US"/>
              <a:t>Who are the members of the LPTE Consortium?</a:t>
            </a:r>
          </a:p>
        </p:txBody>
      </p:sp>
      <p:sp>
        <p:nvSpPr>
          <p:cNvPr id="5" name="Text Placeholder 4">
            <a:extLst>
              <a:ext uri="{FF2B5EF4-FFF2-40B4-BE49-F238E27FC236}">
                <a16:creationId xmlns:a16="http://schemas.microsoft.com/office/drawing/2014/main" id="{17874292-8875-A506-7228-7B67DE16CCB4}"/>
              </a:ext>
            </a:extLst>
          </p:cNvPr>
          <p:cNvSpPr>
            <a:spLocks noGrp="1"/>
          </p:cNvSpPr>
          <p:nvPr>
            <p:ph type="body" sz="half" idx="2"/>
          </p:nvPr>
        </p:nvSpPr>
        <p:spPr>
          <a:xfrm>
            <a:off x="478972" y="1676400"/>
            <a:ext cx="4293054" cy="4876800"/>
          </a:xfrm>
        </p:spPr>
        <p:txBody>
          <a:bodyPr>
            <a:normAutofit/>
          </a:bodyPr>
          <a:lstStyle/>
          <a:p>
            <a:pPr>
              <a:spcBef>
                <a:spcPts val="0"/>
              </a:spcBef>
            </a:pPr>
            <a:r>
              <a:rPr lang="en-US" sz="2400" b="1">
                <a:latin typeface="Calibri" panose="020F0502020204030204" pitchFamily="34" charset="0"/>
                <a:ea typeface="Calibri" panose="020F0502020204030204" pitchFamily="34" charset="0"/>
                <a:cs typeface="Times New Roman" panose="02020603050405020304" pitchFamily="18" charset="0"/>
              </a:rPr>
              <a:t>Local</a:t>
            </a:r>
            <a:r>
              <a:rPr lang="en-US" sz="2400" b="1">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spcBef>
                <a:spcPts val="0"/>
              </a:spcBef>
              <a:buFont typeface="Arial" panose="020B0604020202020204" pitchFamily="34" charset="0"/>
              <a:buChar char="•"/>
            </a:pPr>
            <a:r>
              <a:rPr lang="en-US" sz="2000">
                <a:latin typeface="Calibri" panose="020F0502020204030204" pitchFamily="34" charset="0"/>
                <a:ea typeface="Calibri" panose="020F0502020204030204" pitchFamily="34" charset="0"/>
                <a:cs typeface="Times New Roman" panose="02020603050405020304" pitchFamily="18" charset="0"/>
              </a:rPr>
              <a:t>S</a:t>
            </a:r>
            <a:r>
              <a:rPr lang="en-US" sz="2000">
                <a:effectLst/>
                <a:latin typeface="Calibri" panose="020F0502020204030204" pitchFamily="34" charset="0"/>
                <a:ea typeface="Calibri" panose="020F0502020204030204" pitchFamily="34" charset="0"/>
                <a:cs typeface="Times New Roman" panose="02020603050405020304" pitchFamily="18" charset="0"/>
              </a:rPr>
              <a:t>elf-advocates</a:t>
            </a:r>
            <a:r>
              <a:rPr lang="en-US" sz="2000">
                <a:latin typeface="Calibri" panose="020F0502020204030204" pitchFamily="34" charset="0"/>
                <a:ea typeface="Calibri" panose="020F0502020204030204" pitchFamily="34" charset="0"/>
                <a:cs typeface="Times New Roman" panose="02020603050405020304" pitchFamily="18" charset="0"/>
              </a:rPr>
              <a:t> and</a:t>
            </a:r>
            <a:r>
              <a:rPr lang="en-US" sz="2000">
                <a:effectLst/>
                <a:latin typeface="Calibri" panose="020F0502020204030204" pitchFamily="34" charset="0"/>
                <a:ea typeface="Calibri" panose="020F0502020204030204" pitchFamily="34" charset="0"/>
                <a:cs typeface="Times New Roman" panose="02020603050405020304" pitchFamily="18" charset="0"/>
              </a:rPr>
              <a:t> parents/</a:t>
            </a:r>
            <a:r>
              <a:rPr lang="en-US" sz="2000">
                <a:latin typeface="Calibri" panose="020F0502020204030204" pitchFamily="34" charset="0"/>
                <a:ea typeface="Calibri" panose="020F0502020204030204" pitchFamily="34" charset="0"/>
                <a:cs typeface="Times New Roman" panose="02020603050405020304" pitchFamily="18" charset="0"/>
              </a:rPr>
              <a:t>families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spcBef>
                <a:spcPts val="0"/>
              </a:spcBef>
              <a:buFont typeface="Arial" panose="020B0604020202020204" pitchFamily="34" charset="0"/>
              <a:buChar char="•"/>
            </a:pPr>
            <a:r>
              <a:rPr lang="en-US" sz="2000">
                <a:latin typeface="Calibri" panose="020F0502020204030204" pitchFamily="34" charset="0"/>
                <a:ea typeface="Calibri" panose="020F0502020204030204" pitchFamily="34" charset="0"/>
                <a:cs typeface="Times New Roman" panose="02020603050405020304" pitchFamily="18" charset="0"/>
              </a:rPr>
              <a:t>Mayor’s </a:t>
            </a:r>
            <a:r>
              <a:rPr lang="en-US" sz="2000">
                <a:effectLst/>
                <a:latin typeface="Calibri" panose="020F0502020204030204" pitchFamily="34" charset="0"/>
                <a:ea typeface="Calibri" panose="020F0502020204030204" pitchFamily="34" charset="0"/>
                <a:cs typeface="Times New Roman" panose="02020603050405020304" pitchFamily="18" charset="0"/>
              </a:rPr>
              <a:t>office, ADA coordinator</a:t>
            </a:r>
          </a:p>
          <a:p>
            <a:pPr marL="285750" indent="-285750">
              <a:spcBef>
                <a:spcPts val="0"/>
              </a:spcBef>
              <a:buFont typeface="Arial" panose="020B0604020202020204" pitchFamily="34" charset="0"/>
              <a:buChar char="•"/>
            </a:pPr>
            <a:r>
              <a:rPr lang="en-US" sz="2000">
                <a:latin typeface="Calibri" panose="020F0502020204030204" pitchFamily="34" charset="0"/>
                <a:ea typeface="Calibri" panose="020F0502020204030204" pitchFamily="34" charset="0"/>
                <a:cs typeface="Times New Roman" panose="02020603050405020304" pitchFamily="18" charset="0"/>
              </a:rPr>
              <a:t>Public schools, community college</a:t>
            </a:r>
          </a:p>
          <a:p>
            <a:pPr marL="285750" indent="-285750">
              <a:spcBef>
                <a:spcPts val="0"/>
              </a:spcBef>
              <a:buFont typeface="Arial" panose="020B0604020202020204" pitchFamily="34" charset="0"/>
              <a:buChar char="•"/>
            </a:pPr>
            <a:r>
              <a:rPr lang="en-US" sz="2000">
                <a:effectLst/>
                <a:latin typeface="Calibri" panose="020F0502020204030204" pitchFamily="34" charset="0"/>
                <a:ea typeface="Calibri" panose="020F0502020204030204" pitchFamily="34" charset="0"/>
                <a:cs typeface="Times New Roman" panose="02020603050405020304" pitchFamily="18" charset="0"/>
              </a:rPr>
              <a:t>Family advocacy groups</a:t>
            </a:r>
          </a:p>
          <a:p>
            <a:pPr marL="285750" indent="-285750">
              <a:spcBef>
                <a:spcPts val="0"/>
              </a:spcBef>
              <a:buFont typeface="Arial" panose="020B0604020202020204" pitchFamily="34" charset="0"/>
              <a:buChar char="•"/>
            </a:pPr>
            <a:r>
              <a:rPr lang="en-US" sz="2000">
                <a:effectLst/>
                <a:latin typeface="Calibri" panose="020F0502020204030204" pitchFamily="34" charset="0"/>
                <a:ea typeface="Calibri" panose="020F0502020204030204" pitchFamily="34" charset="0"/>
                <a:cs typeface="Times New Roman" panose="02020603050405020304" pitchFamily="18" charset="0"/>
              </a:rPr>
              <a:t>Employment collaborative</a:t>
            </a:r>
          </a:p>
          <a:p>
            <a:pPr marL="285750" indent="-285750">
              <a:spcBef>
                <a:spcPts val="0"/>
              </a:spcBef>
              <a:buFont typeface="Arial" panose="020B0604020202020204" pitchFamily="34" charset="0"/>
              <a:buChar char="•"/>
            </a:pPr>
            <a:r>
              <a:rPr lang="en-US" sz="2000">
                <a:effectLst/>
                <a:latin typeface="Calibri" panose="020F0502020204030204" pitchFamily="34" charset="0"/>
                <a:ea typeface="Calibri" panose="020F0502020204030204" pitchFamily="34" charset="0"/>
                <a:cs typeface="Times New Roman" panose="02020603050405020304" pitchFamily="18" charset="0"/>
              </a:rPr>
              <a:t>Independent Living Center</a:t>
            </a:r>
          </a:p>
          <a:p>
            <a:pPr marL="285750" indent="-285750">
              <a:spcBef>
                <a:spcPts val="0"/>
              </a:spcBef>
              <a:buFont typeface="Arial" panose="020B0604020202020204" pitchFamily="34" charset="0"/>
              <a:buChar char="•"/>
            </a:pPr>
            <a:r>
              <a:rPr lang="en-US" sz="2000">
                <a:latin typeface="Calibri" panose="020F0502020204030204" pitchFamily="34" charset="0"/>
                <a:ea typeface="Calibri" panose="020F0502020204030204" pitchFamily="34" charset="0"/>
                <a:cs typeface="Times New Roman" panose="02020603050405020304" pitchFamily="18" charset="0"/>
              </a:rPr>
              <a:t>Local nonprofits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a:spcBef>
                <a:spcPts val="1200"/>
              </a:spcBef>
            </a:pPr>
            <a:r>
              <a:rPr lang="en-US" sz="2400" b="1">
                <a:latin typeface="Calibri" panose="020F0502020204030204" pitchFamily="34" charset="0"/>
                <a:ea typeface="Calibri" panose="020F0502020204030204" pitchFamily="34" charset="0"/>
                <a:cs typeface="Times New Roman" panose="02020603050405020304" pitchFamily="18" charset="0"/>
              </a:rPr>
              <a:t>State and regional:</a:t>
            </a:r>
          </a:p>
          <a:p>
            <a:pPr marL="285750" indent="-285750">
              <a:spcBef>
                <a:spcPts val="0"/>
              </a:spcBef>
              <a:buFont typeface="Arial" panose="020B0604020202020204" pitchFamily="34" charset="0"/>
              <a:buChar char="•"/>
            </a:pPr>
            <a:r>
              <a:rPr lang="en-US" sz="2000">
                <a:latin typeface="Calibri" panose="020F0502020204030204" pitchFamily="34" charset="0"/>
                <a:ea typeface="Calibri" panose="020F0502020204030204" pitchFamily="34" charset="0"/>
                <a:cs typeface="Times New Roman" panose="02020603050405020304" pitchFamily="18" charset="0"/>
              </a:rPr>
              <a:t>Workforce</a:t>
            </a:r>
            <a:r>
              <a:rPr lang="en-US" sz="2000">
                <a:effectLst/>
                <a:latin typeface="Calibri" panose="020F0502020204030204" pitchFamily="34" charset="0"/>
                <a:ea typeface="Calibri" panose="020F0502020204030204" pitchFamily="34" charset="0"/>
                <a:cs typeface="Times New Roman" panose="02020603050405020304" pitchFamily="18" charset="0"/>
              </a:rPr>
              <a:t> Center</a:t>
            </a:r>
          </a:p>
          <a:p>
            <a:pPr marL="285750" indent="-285750">
              <a:spcBef>
                <a:spcPts val="0"/>
              </a:spcBef>
              <a:buFont typeface="Arial" panose="020B0604020202020204" pitchFamily="34" charset="0"/>
              <a:buChar char="•"/>
            </a:pPr>
            <a:r>
              <a:rPr lang="en-US" sz="2000">
                <a:effectLst/>
                <a:latin typeface="Calibri" panose="020F0502020204030204" pitchFamily="34" charset="0"/>
                <a:ea typeface="Calibri" panose="020F0502020204030204" pitchFamily="34" charset="0"/>
                <a:cs typeface="Times New Roman" panose="02020603050405020304" pitchFamily="18" charset="0"/>
              </a:rPr>
              <a:t>Department of Developmental Services</a:t>
            </a:r>
          </a:p>
          <a:p>
            <a:pPr marL="285750" indent="-285750">
              <a:spcBef>
                <a:spcPts val="0"/>
              </a:spcBef>
              <a:buFont typeface="Arial" panose="020B0604020202020204" pitchFamily="34" charset="0"/>
              <a:buChar char="•"/>
            </a:pPr>
            <a:r>
              <a:rPr lang="en-US" sz="2000">
                <a:effectLst/>
                <a:latin typeface="Calibri" panose="020F0502020204030204" pitchFamily="34" charset="0"/>
                <a:ea typeface="Calibri" panose="020F0502020204030204" pitchFamily="34" charset="0"/>
                <a:cs typeface="Times New Roman" panose="02020603050405020304" pitchFamily="18" charset="0"/>
              </a:rPr>
              <a:t>State </a:t>
            </a:r>
            <a:r>
              <a:rPr lang="en-US" sz="2000">
                <a:latin typeface="Calibri" panose="020F0502020204030204" pitchFamily="34" charset="0"/>
                <a:ea typeface="Calibri" panose="020F0502020204030204" pitchFamily="34" charset="0"/>
                <a:cs typeface="Times New Roman" panose="02020603050405020304" pitchFamily="18" charset="0"/>
              </a:rPr>
              <a:t>VR agency</a:t>
            </a:r>
          </a:p>
          <a:p>
            <a:pPr marL="285750" indent="-285750">
              <a:spcBef>
                <a:spcPts val="0"/>
              </a:spcBef>
              <a:buFont typeface="Arial" panose="020B0604020202020204" pitchFamily="34" charset="0"/>
              <a:buChar char="•"/>
            </a:pPr>
            <a:r>
              <a:rPr lang="en-US" sz="2000">
                <a:latin typeface="Calibri" panose="020F0502020204030204" pitchFamily="34" charset="0"/>
                <a:ea typeface="Calibri" panose="020F0502020204030204" pitchFamily="34" charset="0"/>
                <a:cs typeface="Times New Roman" panose="02020603050405020304" pitchFamily="18" charset="0"/>
              </a:rPr>
              <a:t>Regional transportation authority </a:t>
            </a:r>
          </a:p>
          <a:p>
            <a:pPr marL="285750" indent="-285750">
              <a:spcBef>
                <a:spcPts val="0"/>
              </a:spcBef>
              <a:buFont typeface="Arial" panose="020B0604020202020204" pitchFamily="34" charset="0"/>
              <a:buChar char="•"/>
            </a:pPr>
            <a:r>
              <a:rPr lang="en-US" sz="2000">
                <a:effectLst/>
                <a:latin typeface="Calibri" panose="020F0502020204030204" pitchFamily="34" charset="0"/>
                <a:ea typeface="Calibri" panose="020F0502020204030204" pitchFamily="34" charset="0"/>
                <a:cs typeface="Times New Roman" panose="02020603050405020304" pitchFamily="18" charset="0"/>
              </a:rPr>
              <a:t>Children’s advocacy center</a:t>
            </a:r>
          </a:p>
        </p:txBody>
      </p:sp>
      <p:sp>
        <p:nvSpPr>
          <p:cNvPr id="21" name="Slide Number Placeholder 20">
            <a:extLst>
              <a:ext uri="{FF2B5EF4-FFF2-40B4-BE49-F238E27FC236}">
                <a16:creationId xmlns:a16="http://schemas.microsoft.com/office/drawing/2014/main" id="{8D3207F9-1D43-3CE1-2D83-18D596BBCF17}"/>
              </a:ext>
            </a:extLst>
          </p:cNvPr>
          <p:cNvSpPr>
            <a:spLocks noGrp="1"/>
          </p:cNvSpPr>
          <p:nvPr>
            <p:ph type="sldNum" sz="quarter" idx="12"/>
          </p:nvPr>
        </p:nvSpPr>
        <p:spPr/>
        <p:txBody>
          <a:bodyPr/>
          <a:lstStyle/>
          <a:p>
            <a:fld id="{8DA54B3F-9D4B-3640-8055-EDBFC449BA57}" type="slidenum">
              <a:rPr lang="en-US" smtClean="0"/>
              <a:t>6</a:t>
            </a:fld>
            <a:endParaRPr lang="en-US"/>
          </a:p>
        </p:txBody>
      </p:sp>
      <p:grpSp>
        <p:nvGrpSpPr>
          <p:cNvPr id="44" name="Group 43" descr="Diagram showing a central circle labeled Consortium, surrounded by 8 smaller circles with icons representing youth, families, state government, city government, education, businesses and nonprofits, and transportation.">
            <a:extLst>
              <a:ext uri="{FF2B5EF4-FFF2-40B4-BE49-F238E27FC236}">
                <a16:creationId xmlns:a16="http://schemas.microsoft.com/office/drawing/2014/main" id="{CD7CBDB5-112D-8970-2F6B-6D15BA9AA297}"/>
              </a:ext>
            </a:extLst>
          </p:cNvPr>
          <p:cNvGrpSpPr/>
          <p:nvPr/>
        </p:nvGrpSpPr>
        <p:grpSpPr>
          <a:xfrm>
            <a:off x="5071060" y="400243"/>
            <a:ext cx="6025138" cy="5985626"/>
            <a:chOff x="5071060" y="400243"/>
            <a:chExt cx="6025138" cy="5985626"/>
          </a:xfrm>
        </p:grpSpPr>
        <p:grpSp>
          <p:nvGrpSpPr>
            <p:cNvPr id="3" name="Group 2">
              <a:extLst>
                <a:ext uri="{FF2B5EF4-FFF2-40B4-BE49-F238E27FC236}">
                  <a16:creationId xmlns:a16="http://schemas.microsoft.com/office/drawing/2014/main" id="{2FFAAD5B-B975-DCFF-A141-8AFD705CFFFB}"/>
                </a:ext>
              </a:extLst>
            </p:cNvPr>
            <p:cNvGrpSpPr/>
            <p:nvPr/>
          </p:nvGrpSpPr>
          <p:grpSpPr>
            <a:xfrm>
              <a:off x="5071060" y="400243"/>
              <a:ext cx="6025138" cy="5985626"/>
              <a:chOff x="5071060" y="400243"/>
              <a:chExt cx="6025138" cy="5985626"/>
            </a:xfrm>
          </p:grpSpPr>
          <p:sp>
            <p:nvSpPr>
              <p:cNvPr id="6" name="Block Arc 5">
                <a:extLst>
                  <a:ext uri="{FF2B5EF4-FFF2-40B4-BE49-F238E27FC236}">
                    <a16:creationId xmlns:a16="http://schemas.microsoft.com/office/drawing/2014/main" id="{DD3BBBE9-1F81-39B6-07CB-A54E86ED171D}"/>
                  </a:ext>
                </a:extLst>
              </p:cNvPr>
              <p:cNvSpPr/>
              <p:nvPr/>
            </p:nvSpPr>
            <p:spPr>
              <a:xfrm>
                <a:off x="5747469" y="1170316"/>
                <a:ext cx="4672320" cy="4672320"/>
              </a:xfrm>
              <a:prstGeom prst="blockArc">
                <a:avLst>
                  <a:gd name="adj1" fmla="val 13114286"/>
                  <a:gd name="adj2" fmla="val 16200000"/>
                  <a:gd name="adj3" fmla="val 3901"/>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7" name="Block Arc 6">
                <a:extLst>
                  <a:ext uri="{FF2B5EF4-FFF2-40B4-BE49-F238E27FC236}">
                    <a16:creationId xmlns:a16="http://schemas.microsoft.com/office/drawing/2014/main" id="{C4252E98-049A-9983-C888-BCDCEF16C3CE}"/>
                  </a:ext>
                </a:extLst>
              </p:cNvPr>
              <p:cNvSpPr/>
              <p:nvPr/>
            </p:nvSpPr>
            <p:spPr>
              <a:xfrm>
                <a:off x="5747469" y="1170316"/>
                <a:ext cx="4672320" cy="4672320"/>
              </a:xfrm>
              <a:prstGeom prst="blockArc">
                <a:avLst>
                  <a:gd name="adj1" fmla="val 10028571"/>
                  <a:gd name="adj2" fmla="val 13114286"/>
                  <a:gd name="adj3" fmla="val 3901"/>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8" name="Block Arc 7">
                <a:extLst>
                  <a:ext uri="{FF2B5EF4-FFF2-40B4-BE49-F238E27FC236}">
                    <a16:creationId xmlns:a16="http://schemas.microsoft.com/office/drawing/2014/main" id="{6C5E502C-D1A0-CF34-3715-88F967B18B0B}"/>
                  </a:ext>
                </a:extLst>
              </p:cNvPr>
              <p:cNvSpPr/>
              <p:nvPr/>
            </p:nvSpPr>
            <p:spPr>
              <a:xfrm>
                <a:off x="5747469" y="1170316"/>
                <a:ext cx="4672320" cy="4672320"/>
              </a:xfrm>
              <a:prstGeom prst="blockArc">
                <a:avLst>
                  <a:gd name="adj1" fmla="val 6942857"/>
                  <a:gd name="adj2" fmla="val 10028571"/>
                  <a:gd name="adj3" fmla="val 3901"/>
                </a:avLst>
              </a:prstGeom>
            </p:spPr>
            <p:style>
              <a:lnRef idx="0">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9" name="Block Arc 8">
                <a:extLst>
                  <a:ext uri="{FF2B5EF4-FFF2-40B4-BE49-F238E27FC236}">
                    <a16:creationId xmlns:a16="http://schemas.microsoft.com/office/drawing/2014/main" id="{85D51C47-AE9B-D57E-C2E5-A52EC20494E0}"/>
                  </a:ext>
                </a:extLst>
              </p:cNvPr>
              <p:cNvSpPr/>
              <p:nvPr/>
            </p:nvSpPr>
            <p:spPr>
              <a:xfrm>
                <a:off x="5747469" y="1170316"/>
                <a:ext cx="4672320" cy="4672320"/>
              </a:xfrm>
              <a:prstGeom prst="blockArc">
                <a:avLst>
                  <a:gd name="adj1" fmla="val 3857143"/>
                  <a:gd name="adj2" fmla="val 6942857"/>
                  <a:gd name="adj3" fmla="val 3901"/>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0" name="Block Arc 9">
                <a:extLst>
                  <a:ext uri="{FF2B5EF4-FFF2-40B4-BE49-F238E27FC236}">
                    <a16:creationId xmlns:a16="http://schemas.microsoft.com/office/drawing/2014/main" id="{03C96B70-28AA-39A2-3904-198B660D0A40}"/>
                  </a:ext>
                </a:extLst>
              </p:cNvPr>
              <p:cNvSpPr/>
              <p:nvPr/>
            </p:nvSpPr>
            <p:spPr>
              <a:xfrm>
                <a:off x="5747469" y="1170316"/>
                <a:ext cx="4672320" cy="4672320"/>
              </a:xfrm>
              <a:prstGeom prst="blockArc">
                <a:avLst>
                  <a:gd name="adj1" fmla="val 771429"/>
                  <a:gd name="adj2" fmla="val 3857143"/>
                  <a:gd name="adj3" fmla="val 3901"/>
                </a:avLst>
              </a:pr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11" name="Block Arc 10">
                <a:extLst>
                  <a:ext uri="{FF2B5EF4-FFF2-40B4-BE49-F238E27FC236}">
                    <a16:creationId xmlns:a16="http://schemas.microsoft.com/office/drawing/2014/main" id="{9D901BA5-A9EE-4C70-5AFC-EF0BB0E3524A}"/>
                  </a:ext>
                </a:extLst>
              </p:cNvPr>
              <p:cNvSpPr/>
              <p:nvPr/>
            </p:nvSpPr>
            <p:spPr>
              <a:xfrm>
                <a:off x="5747469" y="1170316"/>
                <a:ext cx="4672320" cy="4672320"/>
              </a:xfrm>
              <a:prstGeom prst="blockArc">
                <a:avLst>
                  <a:gd name="adj1" fmla="val 19285714"/>
                  <a:gd name="adj2" fmla="val 771429"/>
                  <a:gd name="adj3" fmla="val 3901"/>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12" name="Block Arc 11">
                <a:extLst>
                  <a:ext uri="{FF2B5EF4-FFF2-40B4-BE49-F238E27FC236}">
                    <a16:creationId xmlns:a16="http://schemas.microsoft.com/office/drawing/2014/main" id="{4D1CB3F3-37EF-C392-2FBE-68AA2BA57BD6}"/>
                  </a:ext>
                </a:extLst>
              </p:cNvPr>
              <p:cNvSpPr/>
              <p:nvPr/>
            </p:nvSpPr>
            <p:spPr>
              <a:xfrm>
                <a:off x="5747469" y="1170316"/>
                <a:ext cx="4672320" cy="4672320"/>
              </a:xfrm>
              <a:prstGeom prst="blockArc">
                <a:avLst>
                  <a:gd name="adj1" fmla="val 16200000"/>
                  <a:gd name="adj2" fmla="val 19285714"/>
                  <a:gd name="adj3" fmla="val 3901"/>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13" name="Freeform: Shape 12">
                <a:extLst>
                  <a:ext uri="{FF2B5EF4-FFF2-40B4-BE49-F238E27FC236}">
                    <a16:creationId xmlns:a16="http://schemas.microsoft.com/office/drawing/2014/main" id="{A7071BD1-27F0-191C-63D7-B1C88B95AE87}"/>
                  </a:ext>
                </a:extLst>
              </p:cNvPr>
              <p:cNvSpPr/>
              <p:nvPr/>
            </p:nvSpPr>
            <p:spPr>
              <a:xfrm>
                <a:off x="6663604" y="2086452"/>
                <a:ext cx="2840049" cy="2840049"/>
              </a:xfrm>
              <a:custGeom>
                <a:avLst/>
                <a:gdLst>
                  <a:gd name="connsiteX0" fmla="*/ 0 w 2840049"/>
                  <a:gd name="connsiteY0" fmla="*/ 1420025 h 2840049"/>
                  <a:gd name="connsiteX1" fmla="*/ 1420025 w 2840049"/>
                  <a:gd name="connsiteY1" fmla="*/ 0 h 2840049"/>
                  <a:gd name="connsiteX2" fmla="*/ 2840050 w 2840049"/>
                  <a:gd name="connsiteY2" fmla="*/ 1420025 h 2840049"/>
                  <a:gd name="connsiteX3" fmla="*/ 1420025 w 2840049"/>
                  <a:gd name="connsiteY3" fmla="*/ 2840050 h 2840049"/>
                  <a:gd name="connsiteX4" fmla="*/ 0 w 2840049"/>
                  <a:gd name="connsiteY4" fmla="*/ 1420025 h 2840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0049" h="2840049">
                    <a:moveTo>
                      <a:pt x="0" y="1420025"/>
                    </a:moveTo>
                    <a:cubicBezTo>
                      <a:pt x="0" y="635767"/>
                      <a:pt x="635767" y="0"/>
                      <a:pt x="1420025" y="0"/>
                    </a:cubicBezTo>
                    <a:cubicBezTo>
                      <a:pt x="2204283" y="0"/>
                      <a:pt x="2840050" y="635767"/>
                      <a:pt x="2840050" y="1420025"/>
                    </a:cubicBezTo>
                    <a:cubicBezTo>
                      <a:pt x="2840050" y="2204283"/>
                      <a:pt x="2204283" y="2840050"/>
                      <a:pt x="1420025" y="2840050"/>
                    </a:cubicBezTo>
                    <a:cubicBezTo>
                      <a:pt x="635767" y="2840050"/>
                      <a:pt x="0" y="2204283"/>
                      <a:pt x="0" y="1420025"/>
                    </a:cubicBez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451476" tIns="451476" rIns="451476" bIns="451476" numCol="1" spcCol="1270" anchor="ctr" anchorCtr="0">
                <a:noAutofit/>
              </a:bodyPr>
              <a:lstStyle/>
              <a:p>
                <a:pPr marL="0" lvl="0" indent="0" algn="ctr" defTabSz="1244600">
                  <a:lnSpc>
                    <a:spcPct val="90000"/>
                  </a:lnSpc>
                  <a:spcBef>
                    <a:spcPct val="0"/>
                  </a:spcBef>
                  <a:spcAft>
                    <a:spcPct val="35000"/>
                  </a:spcAft>
                  <a:buNone/>
                </a:pPr>
                <a:r>
                  <a:rPr lang="en-US" sz="2800">
                    <a:solidFill>
                      <a:schemeClr val="tx1"/>
                    </a:solidFill>
                    <a:latin typeface="Myriad Pro Cond" panose="020B0506030403020204" pitchFamily="34" charset="0"/>
                  </a:rPr>
                  <a:t>LPTE </a:t>
                </a:r>
              </a:p>
              <a:p>
                <a:pPr marL="0" lvl="0" indent="0" algn="ctr" defTabSz="1244600">
                  <a:lnSpc>
                    <a:spcPct val="90000"/>
                  </a:lnSpc>
                  <a:spcBef>
                    <a:spcPct val="0"/>
                  </a:spcBef>
                  <a:spcAft>
                    <a:spcPct val="35000"/>
                  </a:spcAft>
                  <a:buNone/>
                </a:pPr>
                <a:r>
                  <a:rPr lang="en-US" sz="2800" kern="1200">
                    <a:solidFill>
                      <a:schemeClr val="tx1"/>
                    </a:solidFill>
                    <a:latin typeface="Myriad Pro Cond" panose="020B0506030403020204" pitchFamily="34" charset="0"/>
                  </a:rPr>
                  <a:t>Consortium</a:t>
                </a:r>
              </a:p>
            </p:txBody>
          </p:sp>
          <p:sp>
            <p:nvSpPr>
              <p:cNvPr id="14" name="Freeform: Shape 13">
                <a:extLst>
                  <a:ext uri="{FF2B5EF4-FFF2-40B4-BE49-F238E27FC236}">
                    <a16:creationId xmlns:a16="http://schemas.microsoft.com/office/drawing/2014/main" id="{230A3879-889F-E187-8F21-5433B09D3884}"/>
                  </a:ext>
                </a:extLst>
              </p:cNvPr>
              <p:cNvSpPr/>
              <p:nvPr/>
            </p:nvSpPr>
            <p:spPr>
              <a:xfrm>
                <a:off x="7304228" y="400243"/>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a:solidFill>
                <a:schemeClr val="accent3"/>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258761" tIns="269374" rIns="258761" bIns="269374" numCol="1" spcCol="1270" anchor="ctr" anchorCtr="0">
                <a:noAutofit/>
              </a:bodyPr>
              <a:lstStyle/>
              <a:p>
                <a:pPr marL="0" lvl="0" indent="0" algn="ctr" defTabSz="106680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sp>
            <p:nvSpPr>
              <p:cNvPr id="15" name="Freeform: Shape 14">
                <a:extLst>
                  <a:ext uri="{FF2B5EF4-FFF2-40B4-BE49-F238E27FC236}">
                    <a16:creationId xmlns:a16="http://schemas.microsoft.com/office/drawing/2014/main" id="{94925EF5-AF01-07CE-B735-3D295894D9FF}"/>
                  </a:ext>
                </a:extLst>
              </p:cNvPr>
              <p:cNvSpPr/>
              <p:nvPr/>
            </p:nvSpPr>
            <p:spPr>
              <a:xfrm>
                <a:off x="9095090" y="1262676"/>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a:solidFill>
                <a:srgbClr val="D4669D"/>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253681" tIns="264294" rIns="253681" bIns="264294" numCol="1" spcCol="1270" anchor="ctr" anchorCtr="0">
                <a:noAutofit/>
              </a:bodyPr>
              <a:lstStyle/>
              <a:p>
                <a:pPr marL="0" lvl="0" indent="0" algn="ctr" defTabSz="88900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sp>
            <p:nvSpPr>
              <p:cNvPr id="16" name="Freeform: Shape 15">
                <a:extLst>
                  <a:ext uri="{FF2B5EF4-FFF2-40B4-BE49-F238E27FC236}">
                    <a16:creationId xmlns:a16="http://schemas.microsoft.com/office/drawing/2014/main" id="{823C3E82-F5C0-C90A-4935-E8ADDB9CD5FC}"/>
                  </a:ext>
                </a:extLst>
              </p:cNvPr>
              <p:cNvSpPr/>
              <p:nvPr/>
            </p:nvSpPr>
            <p:spPr>
              <a:xfrm>
                <a:off x="9537396" y="3200547"/>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53681" tIns="264294" rIns="253681" bIns="264294" numCol="1" spcCol="1270" anchor="ctr" anchorCtr="0">
                <a:noAutofit/>
              </a:bodyPr>
              <a:lstStyle/>
              <a:p>
                <a:pPr marL="0" lvl="0" indent="0" algn="ctr" defTabSz="88900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sp>
            <p:nvSpPr>
              <p:cNvPr id="17" name="Freeform: Shape 16">
                <a:extLst>
                  <a:ext uri="{FF2B5EF4-FFF2-40B4-BE49-F238E27FC236}">
                    <a16:creationId xmlns:a16="http://schemas.microsoft.com/office/drawing/2014/main" id="{9655EA52-92DA-A02D-63CE-10F29CA35225}"/>
                  </a:ext>
                </a:extLst>
              </p:cNvPr>
              <p:cNvSpPr/>
              <p:nvPr/>
            </p:nvSpPr>
            <p:spPr>
              <a:xfrm>
                <a:off x="8298081" y="4754598"/>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258761" tIns="269374" rIns="258761" bIns="269374" numCol="1" spcCol="1270" anchor="ctr" anchorCtr="0">
                <a:noAutofit/>
              </a:bodyPr>
              <a:lstStyle/>
              <a:p>
                <a:pPr marL="0" lvl="0" indent="0" algn="ctr" defTabSz="106680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sp>
            <p:nvSpPr>
              <p:cNvPr id="18" name="Freeform: Shape 17">
                <a:extLst>
                  <a:ext uri="{FF2B5EF4-FFF2-40B4-BE49-F238E27FC236}">
                    <a16:creationId xmlns:a16="http://schemas.microsoft.com/office/drawing/2014/main" id="{5D20C7BB-5914-8A9E-9B0B-4A6D5F4B075F}"/>
                  </a:ext>
                </a:extLst>
              </p:cNvPr>
              <p:cNvSpPr/>
              <p:nvPr/>
            </p:nvSpPr>
            <p:spPr>
              <a:xfrm>
                <a:off x="6310374" y="4754598"/>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258761" tIns="269374" rIns="258761" bIns="269374" numCol="1" spcCol="1270" anchor="ctr" anchorCtr="0">
                <a:noAutofit/>
              </a:bodyPr>
              <a:lstStyle/>
              <a:p>
                <a:pPr marL="0" lvl="0" indent="0" algn="ctr" defTabSz="106680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sp>
            <p:nvSpPr>
              <p:cNvPr id="19" name="Freeform: Shape 18">
                <a:extLst>
                  <a:ext uri="{FF2B5EF4-FFF2-40B4-BE49-F238E27FC236}">
                    <a16:creationId xmlns:a16="http://schemas.microsoft.com/office/drawing/2014/main" id="{6CA0B5F1-CFAD-062C-B360-1C808DD85E7D}"/>
                  </a:ext>
                </a:extLst>
              </p:cNvPr>
              <p:cNvSpPr/>
              <p:nvPr/>
            </p:nvSpPr>
            <p:spPr>
              <a:xfrm>
                <a:off x="5071060" y="3200547"/>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a:solidFill>
                <a:schemeClr val="accent4">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248601" tIns="259214" rIns="248601" bIns="259214" numCol="1" spcCol="1270" anchor="ctr" anchorCtr="0">
                <a:noAutofit/>
              </a:bodyPr>
              <a:lstStyle/>
              <a:p>
                <a:pPr marL="0" lvl="0" indent="0" algn="ctr" defTabSz="71120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sp>
            <p:nvSpPr>
              <p:cNvPr id="20" name="Freeform: Shape 19">
                <a:extLst>
                  <a:ext uri="{FF2B5EF4-FFF2-40B4-BE49-F238E27FC236}">
                    <a16:creationId xmlns:a16="http://schemas.microsoft.com/office/drawing/2014/main" id="{39436597-E9C1-B790-0FC6-5392C490CEDF}"/>
                  </a:ext>
                </a:extLst>
              </p:cNvPr>
              <p:cNvSpPr/>
              <p:nvPr/>
            </p:nvSpPr>
            <p:spPr>
              <a:xfrm>
                <a:off x="5513366" y="1262676"/>
                <a:ext cx="1558802" cy="1631271"/>
              </a:xfrm>
              <a:custGeom>
                <a:avLst/>
                <a:gdLst>
                  <a:gd name="connsiteX0" fmla="*/ 0 w 1558802"/>
                  <a:gd name="connsiteY0" fmla="*/ 815636 h 1631271"/>
                  <a:gd name="connsiteX1" fmla="*/ 779401 w 1558802"/>
                  <a:gd name="connsiteY1" fmla="*/ 0 h 1631271"/>
                  <a:gd name="connsiteX2" fmla="*/ 1558802 w 1558802"/>
                  <a:gd name="connsiteY2" fmla="*/ 815636 h 1631271"/>
                  <a:gd name="connsiteX3" fmla="*/ 779401 w 1558802"/>
                  <a:gd name="connsiteY3" fmla="*/ 1631272 h 1631271"/>
                  <a:gd name="connsiteX4" fmla="*/ 0 w 1558802"/>
                  <a:gd name="connsiteY4" fmla="*/ 815636 h 1631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8802" h="1631271">
                    <a:moveTo>
                      <a:pt x="0" y="815636"/>
                    </a:moveTo>
                    <a:cubicBezTo>
                      <a:pt x="0" y="365173"/>
                      <a:pt x="348950" y="0"/>
                      <a:pt x="779401" y="0"/>
                    </a:cubicBezTo>
                    <a:cubicBezTo>
                      <a:pt x="1209852" y="0"/>
                      <a:pt x="1558802" y="365173"/>
                      <a:pt x="1558802" y="815636"/>
                    </a:cubicBezTo>
                    <a:cubicBezTo>
                      <a:pt x="1558802" y="1266099"/>
                      <a:pt x="1209852" y="1631272"/>
                      <a:pt x="779401" y="1631272"/>
                    </a:cubicBezTo>
                    <a:cubicBezTo>
                      <a:pt x="348950" y="1631272"/>
                      <a:pt x="0" y="1266099"/>
                      <a:pt x="0" y="815636"/>
                    </a:cubicBezTo>
                    <a:close/>
                  </a:path>
                </a:pathLst>
              </a:custGeom>
              <a:solidFill>
                <a:srgbClr val="C198E0"/>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249871" tIns="260484" rIns="249871" bIns="260484" numCol="1" spcCol="1270" anchor="ctr" anchorCtr="0">
                <a:noAutofit/>
              </a:bodyPr>
              <a:lstStyle/>
              <a:p>
                <a:pPr marL="0" lvl="0" indent="0" algn="ctr" defTabSz="755650">
                  <a:lnSpc>
                    <a:spcPct val="90000"/>
                  </a:lnSpc>
                  <a:spcBef>
                    <a:spcPct val="0"/>
                  </a:spcBef>
                  <a:spcAft>
                    <a:spcPct val="35000"/>
                  </a:spcAft>
                  <a:buNone/>
                </a:pPr>
                <a:endParaRPr lang="en-US" sz="1600" kern="1200">
                  <a:solidFill>
                    <a:schemeClr val="tx1"/>
                  </a:solidFill>
                  <a:latin typeface="Myriad Pro Cond" panose="020B0506030403020204" pitchFamily="34" charset="0"/>
                </a:endParaRPr>
              </a:p>
            </p:txBody>
          </p:sp>
        </p:grpSp>
        <p:pic>
          <p:nvPicPr>
            <p:cNvPr id="24" name="Graphic 23" descr="education">
              <a:extLst>
                <a:ext uri="{FF2B5EF4-FFF2-40B4-BE49-F238E27FC236}">
                  <a16:creationId xmlns:a16="http://schemas.microsoft.com/office/drawing/2014/main" id="{2472A96A-6014-E912-551E-65EC7232902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32575" y="5138124"/>
              <a:ext cx="914400" cy="914400"/>
            </a:xfrm>
            <a:prstGeom prst="rect">
              <a:avLst/>
            </a:prstGeom>
          </p:spPr>
        </p:pic>
        <p:pic>
          <p:nvPicPr>
            <p:cNvPr id="26" name="Graphic 25" descr="city hall">
              <a:extLst>
                <a:ext uri="{FF2B5EF4-FFF2-40B4-BE49-F238E27FC236}">
                  <a16:creationId xmlns:a16="http://schemas.microsoft.com/office/drawing/2014/main" id="{EE65F180-A224-CD20-DE23-EF8F2D0C584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37890" y="5081536"/>
              <a:ext cx="914400" cy="914400"/>
            </a:xfrm>
            <a:prstGeom prst="rect">
              <a:avLst/>
            </a:prstGeom>
          </p:spPr>
        </p:pic>
        <p:pic>
          <p:nvPicPr>
            <p:cNvPr id="28" name="Graphic 27" descr="businesses and nonprofits">
              <a:extLst>
                <a:ext uri="{FF2B5EF4-FFF2-40B4-BE49-F238E27FC236}">
                  <a16:creationId xmlns:a16="http://schemas.microsoft.com/office/drawing/2014/main" id="{14AE3215-ED76-5502-68D2-FA7EB7A66B0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70483" y="3611058"/>
              <a:ext cx="914400" cy="914400"/>
            </a:xfrm>
            <a:prstGeom prst="rect">
              <a:avLst/>
            </a:prstGeom>
          </p:spPr>
        </p:pic>
        <p:pic>
          <p:nvPicPr>
            <p:cNvPr id="32" name="Graphic 31" descr="Families">
              <a:extLst>
                <a:ext uri="{FF2B5EF4-FFF2-40B4-BE49-F238E27FC236}">
                  <a16:creationId xmlns:a16="http://schemas.microsoft.com/office/drawing/2014/main" id="{23555CF1-2761-BD5E-31B6-7F389E50A7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25174" y="1564893"/>
              <a:ext cx="914400" cy="914400"/>
            </a:xfrm>
            <a:prstGeom prst="rect">
              <a:avLst/>
            </a:prstGeom>
          </p:spPr>
        </p:pic>
        <p:pic>
          <p:nvPicPr>
            <p:cNvPr id="36" name="Graphic 35" descr="transportation">
              <a:extLst>
                <a:ext uri="{FF2B5EF4-FFF2-40B4-BE49-F238E27FC236}">
                  <a16:creationId xmlns:a16="http://schemas.microsoft.com/office/drawing/2014/main" id="{D3C4220A-973E-DDD9-B22B-E8F901C26E9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33555" y="1621111"/>
              <a:ext cx="914400" cy="914400"/>
            </a:xfrm>
            <a:prstGeom prst="rect">
              <a:avLst/>
            </a:prstGeom>
          </p:spPr>
        </p:pic>
        <p:pic>
          <p:nvPicPr>
            <p:cNvPr id="38" name="Graphic 37" descr="state government">
              <a:extLst>
                <a:ext uri="{FF2B5EF4-FFF2-40B4-BE49-F238E27FC236}">
                  <a16:creationId xmlns:a16="http://schemas.microsoft.com/office/drawing/2014/main" id="{084A7E3F-36E8-F103-A6D5-37590C1F473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874491" y="3529388"/>
              <a:ext cx="914400" cy="914400"/>
            </a:xfrm>
            <a:prstGeom prst="rect">
              <a:avLst/>
            </a:prstGeom>
          </p:spPr>
        </p:pic>
        <p:grpSp>
          <p:nvGrpSpPr>
            <p:cNvPr id="43" name="Group 42" descr="youth">
              <a:extLst>
                <a:ext uri="{FF2B5EF4-FFF2-40B4-BE49-F238E27FC236}">
                  <a16:creationId xmlns:a16="http://schemas.microsoft.com/office/drawing/2014/main" id="{8F5C7FD7-D3C0-7C4F-CB34-C67028C3EC45}"/>
                </a:ext>
              </a:extLst>
            </p:cNvPr>
            <p:cNvGrpSpPr/>
            <p:nvPr/>
          </p:nvGrpSpPr>
          <p:grpSpPr>
            <a:xfrm>
              <a:off x="7501693" y="835614"/>
              <a:ext cx="1156659" cy="737124"/>
              <a:chOff x="10564115" y="375551"/>
              <a:chExt cx="1156659" cy="737124"/>
            </a:xfrm>
          </p:grpSpPr>
          <p:pic>
            <p:nvPicPr>
              <p:cNvPr id="40" name="Graphic 39" descr="School girl with solid fill">
                <a:extLst>
                  <a:ext uri="{FF2B5EF4-FFF2-40B4-BE49-F238E27FC236}">
                    <a16:creationId xmlns:a16="http://schemas.microsoft.com/office/drawing/2014/main" id="{4043691B-D5C5-1A40-F5E1-0DB04354137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564115" y="375551"/>
                <a:ext cx="737124" cy="737124"/>
              </a:xfrm>
              <a:prstGeom prst="rect">
                <a:avLst/>
              </a:prstGeom>
            </p:spPr>
          </p:pic>
          <p:pic>
            <p:nvPicPr>
              <p:cNvPr id="42" name="Graphic 41" descr="School boy with solid fill">
                <a:extLst>
                  <a:ext uri="{FF2B5EF4-FFF2-40B4-BE49-F238E27FC236}">
                    <a16:creationId xmlns:a16="http://schemas.microsoft.com/office/drawing/2014/main" id="{72F1CF66-F94C-093F-D7E2-6B10EFA8B40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983650" y="375551"/>
                <a:ext cx="737124" cy="737124"/>
              </a:xfrm>
              <a:prstGeom prst="rect">
                <a:avLst/>
              </a:prstGeom>
            </p:spPr>
          </p:pic>
        </p:grpSp>
      </p:grpSp>
    </p:spTree>
    <p:extLst>
      <p:ext uri="{BB962C8B-B14F-4D97-AF65-F5344CB8AC3E}">
        <p14:creationId xmlns:p14="http://schemas.microsoft.com/office/powerpoint/2010/main" val="529574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E84E7-46FA-F4B0-D3C8-F60AC9AC8935}"/>
              </a:ext>
            </a:extLst>
          </p:cNvPr>
          <p:cNvSpPr>
            <a:spLocks noGrp="1"/>
          </p:cNvSpPr>
          <p:nvPr>
            <p:ph type="title"/>
          </p:nvPr>
        </p:nvSpPr>
        <p:spPr>
          <a:xfrm>
            <a:off x="418239" y="5532437"/>
            <a:ext cx="3223846" cy="1325563"/>
          </a:xfrm>
        </p:spPr>
        <p:txBody>
          <a:bodyPr/>
          <a:lstStyle/>
          <a:p>
            <a:r>
              <a:rPr lang="en-US"/>
              <a:t>LPTE Process</a:t>
            </a:r>
          </a:p>
        </p:txBody>
      </p:sp>
      <p:grpSp>
        <p:nvGrpSpPr>
          <p:cNvPr id="6" name="Group 5" descr="Diagram showing the process from Community Conversations to Community Landscape Analysis to Strategic Priorities, to Work Groups. Each step has a double-ended arrow connecting it to a diagram representing the Consortium.">
            <a:extLst>
              <a:ext uri="{FF2B5EF4-FFF2-40B4-BE49-F238E27FC236}">
                <a16:creationId xmlns:a16="http://schemas.microsoft.com/office/drawing/2014/main" id="{EAE597B6-9D13-7272-B487-55799A1552E9}"/>
              </a:ext>
            </a:extLst>
          </p:cNvPr>
          <p:cNvGrpSpPr/>
          <p:nvPr/>
        </p:nvGrpSpPr>
        <p:grpSpPr>
          <a:xfrm>
            <a:off x="903708" y="558862"/>
            <a:ext cx="10384583" cy="5912424"/>
            <a:chOff x="903708" y="558862"/>
            <a:chExt cx="10384583" cy="5912424"/>
          </a:xfrm>
        </p:grpSpPr>
        <p:grpSp>
          <p:nvGrpSpPr>
            <p:cNvPr id="8" name="Group 7">
              <a:extLst>
                <a:ext uri="{FF2B5EF4-FFF2-40B4-BE49-F238E27FC236}">
                  <a16:creationId xmlns:a16="http://schemas.microsoft.com/office/drawing/2014/main" id="{A178B7E3-881F-CAD6-BA72-2AD2F04ED74F}"/>
                </a:ext>
              </a:extLst>
            </p:cNvPr>
            <p:cNvGrpSpPr/>
            <p:nvPr/>
          </p:nvGrpSpPr>
          <p:grpSpPr>
            <a:xfrm>
              <a:off x="903708" y="558862"/>
              <a:ext cx="10384583" cy="2025889"/>
              <a:chOff x="862844" y="670403"/>
              <a:chExt cx="10384583" cy="2025889"/>
            </a:xfrm>
          </p:grpSpPr>
          <p:sp>
            <p:nvSpPr>
              <p:cNvPr id="10" name="Freeform: Shape 9">
                <a:extLst>
                  <a:ext uri="{FF2B5EF4-FFF2-40B4-BE49-F238E27FC236}">
                    <a16:creationId xmlns:a16="http://schemas.microsoft.com/office/drawing/2014/main" id="{5E14879F-CEE0-AF5F-712B-FFE57422ACAB}"/>
                  </a:ext>
                </a:extLst>
              </p:cNvPr>
              <p:cNvSpPr/>
              <p:nvPr/>
            </p:nvSpPr>
            <p:spPr>
              <a:xfrm>
                <a:off x="978794" y="1397645"/>
                <a:ext cx="2040731" cy="672513"/>
              </a:xfrm>
              <a:custGeom>
                <a:avLst/>
                <a:gdLst>
                  <a:gd name="connsiteX0" fmla="*/ 0 w 2040731"/>
                  <a:gd name="connsiteY0" fmla="*/ 0 h 672513"/>
                  <a:gd name="connsiteX1" fmla="*/ 2040731 w 2040731"/>
                  <a:gd name="connsiteY1" fmla="*/ 0 h 672513"/>
                  <a:gd name="connsiteX2" fmla="*/ 2040731 w 2040731"/>
                  <a:gd name="connsiteY2" fmla="*/ 672513 h 672513"/>
                  <a:gd name="connsiteX3" fmla="*/ 0 w 2040731"/>
                  <a:gd name="connsiteY3" fmla="*/ 672513 h 672513"/>
                  <a:gd name="connsiteX4" fmla="*/ 0 w 2040731"/>
                  <a:gd name="connsiteY4" fmla="*/ 0 h 672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0731" h="672513">
                    <a:moveTo>
                      <a:pt x="0" y="0"/>
                    </a:moveTo>
                    <a:lnTo>
                      <a:pt x="2040731" y="0"/>
                    </a:lnTo>
                    <a:lnTo>
                      <a:pt x="2040731" y="672513"/>
                    </a:lnTo>
                    <a:lnTo>
                      <a:pt x="0" y="6725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Community Conversations</a:t>
                </a:r>
              </a:p>
            </p:txBody>
          </p:sp>
          <p:sp>
            <p:nvSpPr>
              <p:cNvPr id="11" name="Oval 10">
                <a:extLst>
                  <a:ext uri="{FF2B5EF4-FFF2-40B4-BE49-F238E27FC236}">
                    <a16:creationId xmlns:a16="http://schemas.microsoft.com/office/drawing/2014/main" id="{0FF95029-B087-71AC-403B-E28B1F54979C}"/>
                  </a:ext>
                </a:extLst>
              </p:cNvPr>
              <p:cNvSpPr/>
              <p:nvPr/>
            </p:nvSpPr>
            <p:spPr>
              <a:xfrm>
                <a:off x="976475" y="1193108"/>
                <a:ext cx="162330" cy="162330"/>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12" name="Oval 11">
                <a:extLst>
                  <a:ext uri="{FF2B5EF4-FFF2-40B4-BE49-F238E27FC236}">
                    <a16:creationId xmlns:a16="http://schemas.microsoft.com/office/drawing/2014/main" id="{9820A46A-FB04-1D90-5DED-5488CB26C22C}"/>
                  </a:ext>
                </a:extLst>
              </p:cNvPr>
              <p:cNvSpPr/>
              <p:nvPr/>
            </p:nvSpPr>
            <p:spPr>
              <a:xfrm>
                <a:off x="1090107" y="965845"/>
                <a:ext cx="162330" cy="162330"/>
              </a:xfrm>
              <a:prstGeom prst="ellipse">
                <a:avLst/>
              </a:prstGeom>
            </p:spPr>
            <p:style>
              <a:lnRef idx="2">
                <a:schemeClr val="lt1">
                  <a:hueOff val="0"/>
                  <a:satOff val="0"/>
                  <a:lumOff val="0"/>
                  <a:alphaOff val="0"/>
                </a:schemeClr>
              </a:lnRef>
              <a:fillRef idx="1">
                <a:schemeClr val="accent5">
                  <a:hueOff val="-375475"/>
                  <a:satOff val="-968"/>
                  <a:lumOff val="-654"/>
                  <a:alphaOff val="0"/>
                </a:schemeClr>
              </a:fillRef>
              <a:effectRef idx="0">
                <a:schemeClr val="accent5">
                  <a:hueOff val="-375475"/>
                  <a:satOff val="-968"/>
                  <a:lumOff val="-654"/>
                  <a:alphaOff val="0"/>
                </a:schemeClr>
              </a:effectRef>
              <a:fontRef idx="minor">
                <a:schemeClr val="lt1"/>
              </a:fontRef>
            </p:style>
            <p:txBody>
              <a:bodyPr/>
              <a:lstStyle/>
              <a:p>
                <a:endParaRPr lang="en-US"/>
              </a:p>
            </p:txBody>
          </p:sp>
          <p:sp>
            <p:nvSpPr>
              <p:cNvPr id="13" name="Oval 12">
                <a:extLst>
                  <a:ext uri="{FF2B5EF4-FFF2-40B4-BE49-F238E27FC236}">
                    <a16:creationId xmlns:a16="http://schemas.microsoft.com/office/drawing/2014/main" id="{B89E1BC6-C057-89AA-5242-A1FADA35530F}"/>
                  </a:ext>
                </a:extLst>
              </p:cNvPr>
              <p:cNvSpPr/>
              <p:nvPr/>
            </p:nvSpPr>
            <p:spPr>
              <a:xfrm>
                <a:off x="1362823" y="1011297"/>
                <a:ext cx="255091" cy="255091"/>
              </a:xfrm>
              <a:prstGeom prst="ellipse">
                <a:avLst/>
              </a:prstGeom>
            </p:spPr>
            <p:style>
              <a:lnRef idx="2">
                <a:schemeClr val="lt1">
                  <a:hueOff val="0"/>
                  <a:satOff val="0"/>
                  <a:lumOff val="0"/>
                  <a:alphaOff val="0"/>
                </a:schemeClr>
              </a:lnRef>
              <a:fillRef idx="1">
                <a:schemeClr val="accent5">
                  <a:hueOff val="-750949"/>
                  <a:satOff val="-1935"/>
                  <a:lumOff val="-1307"/>
                  <a:alphaOff val="0"/>
                </a:schemeClr>
              </a:fillRef>
              <a:effectRef idx="0">
                <a:schemeClr val="accent5">
                  <a:hueOff val="-750949"/>
                  <a:satOff val="-1935"/>
                  <a:lumOff val="-1307"/>
                  <a:alphaOff val="0"/>
                </a:schemeClr>
              </a:effectRef>
              <a:fontRef idx="minor">
                <a:schemeClr val="lt1"/>
              </a:fontRef>
            </p:style>
            <p:txBody>
              <a:bodyPr/>
              <a:lstStyle/>
              <a:p>
                <a:endParaRPr lang="en-US"/>
              </a:p>
            </p:txBody>
          </p:sp>
          <p:sp>
            <p:nvSpPr>
              <p:cNvPr id="14" name="Oval 13">
                <a:extLst>
                  <a:ext uri="{FF2B5EF4-FFF2-40B4-BE49-F238E27FC236}">
                    <a16:creationId xmlns:a16="http://schemas.microsoft.com/office/drawing/2014/main" id="{9AB9D172-2475-4ACD-53CB-2700FB7570FA}"/>
                  </a:ext>
                </a:extLst>
              </p:cNvPr>
              <p:cNvSpPr/>
              <p:nvPr/>
            </p:nvSpPr>
            <p:spPr>
              <a:xfrm>
                <a:off x="1590086" y="761308"/>
                <a:ext cx="162330" cy="162330"/>
              </a:xfrm>
              <a:prstGeom prst="ellipse">
                <a:avLst/>
              </a:prstGeom>
            </p:spPr>
            <p:style>
              <a:lnRef idx="2">
                <a:schemeClr val="lt1">
                  <a:hueOff val="0"/>
                  <a:satOff val="0"/>
                  <a:lumOff val="0"/>
                  <a:alphaOff val="0"/>
                </a:schemeClr>
              </a:lnRef>
              <a:fillRef idx="1">
                <a:schemeClr val="accent5">
                  <a:hueOff val="-1126424"/>
                  <a:satOff val="-2903"/>
                  <a:lumOff val="-1961"/>
                  <a:alphaOff val="0"/>
                </a:schemeClr>
              </a:fillRef>
              <a:effectRef idx="0">
                <a:schemeClr val="accent5">
                  <a:hueOff val="-1126424"/>
                  <a:satOff val="-2903"/>
                  <a:lumOff val="-1961"/>
                  <a:alphaOff val="0"/>
                </a:schemeClr>
              </a:effectRef>
              <a:fontRef idx="minor">
                <a:schemeClr val="lt1"/>
              </a:fontRef>
            </p:style>
            <p:txBody>
              <a:bodyPr/>
              <a:lstStyle/>
              <a:p>
                <a:endParaRPr lang="en-US"/>
              </a:p>
            </p:txBody>
          </p:sp>
          <p:sp>
            <p:nvSpPr>
              <p:cNvPr id="15" name="Oval 14">
                <a:extLst>
                  <a:ext uri="{FF2B5EF4-FFF2-40B4-BE49-F238E27FC236}">
                    <a16:creationId xmlns:a16="http://schemas.microsoft.com/office/drawing/2014/main" id="{B66438E1-8A19-38B7-285B-784E2DA0EF74}"/>
                  </a:ext>
                </a:extLst>
              </p:cNvPr>
              <p:cNvSpPr/>
              <p:nvPr/>
            </p:nvSpPr>
            <p:spPr>
              <a:xfrm>
                <a:off x="1885529" y="670403"/>
                <a:ext cx="162330" cy="162330"/>
              </a:xfrm>
              <a:prstGeom prst="ellipse">
                <a:avLst/>
              </a:prstGeom>
            </p:spPr>
            <p:style>
              <a:lnRef idx="2">
                <a:schemeClr val="lt1">
                  <a:hueOff val="0"/>
                  <a:satOff val="0"/>
                  <a:lumOff val="0"/>
                  <a:alphaOff val="0"/>
                </a:schemeClr>
              </a:lnRef>
              <a:fillRef idx="1">
                <a:schemeClr val="accent5">
                  <a:hueOff val="-1501898"/>
                  <a:satOff val="-3871"/>
                  <a:lumOff val="-2614"/>
                  <a:alphaOff val="0"/>
                </a:schemeClr>
              </a:fillRef>
              <a:effectRef idx="0">
                <a:schemeClr val="accent5">
                  <a:hueOff val="-1501898"/>
                  <a:satOff val="-3871"/>
                  <a:lumOff val="-2614"/>
                  <a:alphaOff val="0"/>
                </a:schemeClr>
              </a:effectRef>
              <a:fontRef idx="minor">
                <a:schemeClr val="lt1"/>
              </a:fontRef>
            </p:style>
            <p:txBody>
              <a:bodyPr/>
              <a:lstStyle/>
              <a:p>
                <a:endParaRPr lang="en-US"/>
              </a:p>
            </p:txBody>
          </p:sp>
          <p:sp>
            <p:nvSpPr>
              <p:cNvPr id="16" name="Oval 15">
                <a:extLst>
                  <a:ext uri="{FF2B5EF4-FFF2-40B4-BE49-F238E27FC236}">
                    <a16:creationId xmlns:a16="http://schemas.microsoft.com/office/drawing/2014/main" id="{E45E76C9-92CC-91B8-2C53-9900F0B481A7}"/>
                  </a:ext>
                </a:extLst>
              </p:cNvPr>
              <p:cNvSpPr/>
              <p:nvPr/>
            </p:nvSpPr>
            <p:spPr>
              <a:xfrm>
                <a:off x="2249150" y="829487"/>
                <a:ext cx="162330" cy="162330"/>
              </a:xfrm>
              <a:prstGeom prst="ellipse">
                <a:avLst/>
              </a:prstGeom>
            </p:spPr>
            <p:style>
              <a:lnRef idx="2">
                <a:schemeClr val="lt1">
                  <a:hueOff val="0"/>
                  <a:satOff val="0"/>
                  <a:lumOff val="0"/>
                  <a:alphaOff val="0"/>
                </a:schemeClr>
              </a:lnRef>
              <a:fillRef idx="1">
                <a:schemeClr val="accent5">
                  <a:hueOff val="-1877373"/>
                  <a:satOff val="-4839"/>
                  <a:lumOff val="-3268"/>
                  <a:alphaOff val="0"/>
                </a:schemeClr>
              </a:fillRef>
              <a:effectRef idx="0">
                <a:schemeClr val="accent5">
                  <a:hueOff val="-1877373"/>
                  <a:satOff val="-4839"/>
                  <a:lumOff val="-3268"/>
                  <a:alphaOff val="0"/>
                </a:schemeClr>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ECEDA10F-3FAD-05C8-177E-5B90B05D4DA0}"/>
                  </a:ext>
                </a:extLst>
              </p:cNvPr>
              <p:cNvSpPr/>
              <p:nvPr/>
            </p:nvSpPr>
            <p:spPr>
              <a:xfrm>
                <a:off x="2476413" y="943118"/>
                <a:ext cx="255091" cy="255091"/>
              </a:xfrm>
              <a:prstGeom prst="ellipse">
                <a:avLst/>
              </a:prstGeom>
            </p:spPr>
            <p:style>
              <a:lnRef idx="2">
                <a:schemeClr val="lt1">
                  <a:hueOff val="0"/>
                  <a:satOff val="0"/>
                  <a:lumOff val="0"/>
                  <a:alphaOff val="0"/>
                </a:schemeClr>
              </a:lnRef>
              <a:fillRef idx="1">
                <a:schemeClr val="accent5">
                  <a:hueOff val="-2252848"/>
                  <a:satOff val="-5806"/>
                  <a:lumOff val="-3922"/>
                  <a:alphaOff val="0"/>
                </a:schemeClr>
              </a:fillRef>
              <a:effectRef idx="0">
                <a:schemeClr val="accent5">
                  <a:hueOff val="-2252848"/>
                  <a:satOff val="-5806"/>
                  <a:lumOff val="-3922"/>
                  <a:alphaOff val="0"/>
                </a:schemeClr>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7AE6BD11-5C2F-F597-6D55-28A395093923}"/>
                  </a:ext>
                </a:extLst>
              </p:cNvPr>
              <p:cNvSpPr/>
              <p:nvPr/>
            </p:nvSpPr>
            <p:spPr>
              <a:xfrm>
                <a:off x="2794582" y="1193108"/>
                <a:ext cx="162330" cy="162330"/>
              </a:xfrm>
              <a:prstGeom prst="ellipse">
                <a:avLst/>
              </a:prstGeom>
            </p:spPr>
            <p:style>
              <a:lnRef idx="2">
                <a:schemeClr val="lt1">
                  <a:hueOff val="0"/>
                  <a:satOff val="0"/>
                  <a:lumOff val="0"/>
                  <a:alphaOff val="0"/>
                </a:schemeClr>
              </a:lnRef>
              <a:fillRef idx="1">
                <a:schemeClr val="accent5">
                  <a:hueOff val="-2628322"/>
                  <a:satOff val="-6774"/>
                  <a:lumOff val="-4575"/>
                  <a:alphaOff val="0"/>
                </a:schemeClr>
              </a:fillRef>
              <a:effectRef idx="0">
                <a:schemeClr val="accent5">
                  <a:hueOff val="-2628322"/>
                  <a:satOff val="-6774"/>
                  <a:lumOff val="-4575"/>
                  <a:alphaOff val="0"/>
                </a:schemeClr>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8C7AF586-2A10-7CDC-E2A0-4C87A8010A79}"/>
                  </a:ext>
                </a:extLst>
              </p:cNvPr>
              <p:cNvSpPr/>
              <p:nvPr/>
            </p:nvSpPr>
            <p:spPr>
              <a:xfrm>
                <a:off x="2930940" y="1443098"/>
                <a:ext cx="162330" cy="162330"/>
              </a:xfrm>
              <a:prstGeom prst="ellipse">
                <a:avLst/>
              </a:prstGeom>
            </p:spPr>
            <p:style>
              <a:lnRef idx="2">
                <a:schemeClr val="lt1">
                  <a:hueOff val="0"/>
                  <a:satOff val="0"/>
                  <a:lumOff val="0"/>
                  <a:alphaOff val="0"/>
                </a:schemeClr>
              </a:lnRef>
              <a:fillRef idx="1">
                <a:schemeClr val="accent5">
                  <a:hueOff val="-3003797"/>
                  <a:satOff val="-7742"/>
                  <a:lumOff val="-5229"/>
                  <a:alphaOff val="0"/>
                </a:schemeClr>
              </a:fillRef>
              <a:effectRef idx="0">
                <a:schemeClr val="accent5">
                  <a:hueOff val="-3003797"/>
                  <a:satOff val="-7742"/>
                  <a:lumOff val="-5229"/>
                  <a:alphaOff val="0"/>
                </a:schemeClr>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501A28F-3B68-2199-06CB-C8BD5B93CDD0}"/>
                  </a:ext>
                </a:extLst>
              </p:cNvPr>
              <p:cNvSpPr/>
              <p:nvPr/>
            </p:nvSpPr>
            <p:spPr>
              <a:xfrm>
                <a:off x="1749171" y="965845"/>
                <a:ext cx="417422" cy="417422"/>
              </a:xfrm>
              <a:prstGeom prst="ellipse">
                <a:avLst/>
              </a:pr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86B08E11-F335-9BDB-A80C-EF7A6C2306B7}"/>
                  </a:ext>
                </a:extLst>
              </p:cNvPr>
              <p:cNvSpPr/>
              <p:nvPr/>
            </p:nvSpPr>
            <p:spPr>
              <a:xfrm>
                <a:off x="862844" y="1829445"/>
                <a:ext cx="162330" cy="162330"/>
              </a:xfrm>
              <a:prstGeom prst="ellipse">
                <a:avLst/>
              </a:prstGeom>
            </p:spPr>
            <p:style>
              <a:lnRef idx="2">
                <a:schemeClr val="lt1">
                  <a:hueOff val="0"/>
                  <a:satOff val="0"/>
                  <a:lumOff val="0"/>
                  <a:alphaOff val="0"/>
                </a:schemeClr>
              </a:lnRef>
              <a:fillRef idx="1">
                <a:schemeClr val="accent5">
                  <a:hueOff val="-3754746"/>
                  <a:satOff val="-9677"/>
                  <a:lumOff val="-6536"/>
                  <a:alphaOff val="0"/>
                </a:schemeClr>
              </a:fillRef>
              <a:effectRef idx="0">
                <a:schemeClr val="accent5">
                  <a:hueOff val="-3754746"/>
                  <a:satOff val="-9677"/>
                  <a:lumOff val="-6536"/>
                  <a:alphaOff val="0"/>
                </a:schemeClr>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9E9AE784-EE91-982C-55A0-CFB93C231B86}"/>
                  </a:ext>
                </a:extLst>
              </p:cNvPr>
              <p:cNvSpPr/>
              <p:nvPr/>
            </p:nvSpPr>
            <p:spPr>
              <a:xfrm>
                <a:off x="999202" y="2033982"/>
                <a:ext cx="255091" cy="255091"/>
              </a:xfrm>
              <a:prstGeom prst="ellipse">
                <a:avLst/>
              </a:prstGeom>
            </p:spPr>
            <p:style>
              <a:lnRef idx="2">
                <a:schemeClr val="lt1">
                  <a:hueOff val="0"/>
                  <a:satOff val="0"/>
                  <a:lumOff val="0"/>
                  <a:alphaOff val="0"/>
                </a:schemeClr>
              </a:lnRef>
              <a:fillRef idx="1">
                <a:schemeClr val="accent5">
                  <a:hueOff val="-4130220"/>
                  <a:satOff val="-10645"/>
                  <a:lumOff val="-7190"/>
                  <a:alphaOff val="0"/>
                </a:schemeClr>
              </a:fillRef>
              <a:effectRef idx="0">
                <a:schemeClr val="accent5">
                  <a:hueOff val="-4130220"/>
                  <a:satOff val="-10645"/>
                  <a:lumOff val="-7190"/>
                  <a:alphaOff val="0"/>
                </a:schemeClr>
              </a:effectRef>
              <a:fontRef idx="minor">
                <a:schemeClr val="lt1"/>
              </a:fontRef>
            </p:style>
            <p:txBody>
              <a:bodyPr/>
              <a:lstStyle/>
              <a:p>
                <a:endParaRPr lang="en-US"/>
              </a:p>
            </p:txBody>
          </p:sp>
          <p:sp>
            <p:nvSpPr>
              <p:cNvPr id="23" name="Oval 22">
                <a:extLst>
                  <a:ext uri="{FF2B5EF4-FFF2-40B4-BE49-F238E27FC236}">
                    <a16:creationId xmlns:a16="http://schemas.microsoft.com/office/drawing/2014/main" id="{D1852B00-C737-A6C6-6B91-20677D1FCC39}"/>
                  </a:ext>
                </a:extLst>
              </p:cNvPr>
              <p:cNvSpPr/>
              <p:nvPr/>
            </p:nvSpPr>
            <p:spPr>
              <a:xfrm>
                <a:off x="1340097" y="2215793"/>
                <a:ext cx="371042" cy="371042"/>
              </a:xfrm>
              <a:prstGeom prst="ellipse">
                <a:avLst/>
              </a:prstGeom>
            </p:spPr>
            <p:style>
              <a:lnRef idx="2">
                <a:schemeClr val="lt1">
                  <a:hueOff val="0"/>
                  <a:satOff val="0"/>
                  <a:lumOff val="0"/>
                  <a:alphaOff val="0"/>
                </a:schemeClr>
              </a:lnRef>
              <a:fillRef idx="1">
                <a:schemeClr val="accent5">
                  <a:hueOff val="-4505695"/>
                  <a:satOff val="-11613"/>
                  <a:lumOff val="-7843"/>
                  <a:alphaOff val="0"/>
                </a:schemeClr>
              </a:fillRef>
              <a:effectRef idx="0">
                <a:schemeClr val="accent5">
                  <a:hueOff val="-4505695"/>
                  <a:satOff val="-11613"/>
                  <a:lumOff val="-7843"/>
                  <a:alphaOff val="0"/>
                </a:schemeClr>
              </a:effectRef>
              <a:fontRef idx="minor">
                <a:schemeClr val="lt1"/>
              </a:fontRef>
            </p:style>
            <p:txBody>
              <a:bodyPr/>
              <a:lstStyle/>
              <a:p>
                <a:endParaRPr lang="en-US"/>
              </a:p>
            </p:txBody>
          </p:sp>
          <p:sp>
            <p:nvSpPr>
              <p:cNvPr id="24" name="Oval 23">
                <a:extLst>
                  <a:ext uri="{FF2B5EF4-FFF2-40B4-BE49-F238E27FC236}">
                    <a16:creationId xmlns:a16="http://schemas.microsoft.com/office/drawing/2014/main" id="{127CFE6C-F8E7-708B-D40D-C6953A7C46B7}"/>
                  </a:ext>
                </a:extLst>
              </p:cNvPr>
              <p:cNvSpPr/>
              <p:nvPr/>
            </p:nvSpPr>
            <p:spPr>
              <a:xfrm>
                <a:off x="1817350" y="2511235"/>
                <a:ext cx="162330" cy="162330"/>
              </a:xfrm>
              <a:prstGeom prst="ellipse">
                <a:avLst/>
              </a:prstGeom>
            </p:spPr>
            <p:style>
              <a:lnRef idx="2">
                <a:schemeClr val="lt1">
                  <a:hueOff val="0"/>
                  <a:satOff val="0"/>
                  <a:lumOff val="0"/>
                  <a:alphaOff val="0"/>
                </a:schemeClr>
              </a:lnRef>
              <a:fillRef idx="1">
                <a:schemeClr val="accent5">
                  <a:hueOff val="-4881170"/>
                  <a:satOff val="-12580"/>
                  <a:lumOff val="-8497"/>
                  <a:alphaOff val="0"/>
                </a:schemeClr>
              </a:fillRef>
              <a:effectRef idx="0">
                <a:schemeClr val="accent5">
                  <a:hueOff val="-4881170"/>
                  <a:satOff val="-12580"/>
                  <a:lumOff val="-8497"/>
                  <a:alphaOff val="0"/>
                </a:schemeClr>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55AA6C31-8A64-5289-3D37-C80EE3D917D1}"/>
                  </a:ext>
                </a:extLst>
              </p:cNvPr>
              <p:cNvSpPr/>
              <p:nvPr/>
            </p:nvSpPr>
            <p:spPr>
              <a:xfrm>
                <a:off x="1908255" y="2215793"/>
                <a:ext cx="255091" cy="255091"/>
              </a:xfrm>
              <a:prstGeom prst="ellipse">
                <a:avLst/>
              </a:prstGeom>
            </p:spPr>
            <p:style>
              <a:lnRef idx="2">
                <a:schemeClr val="lt1">
                  <a:hueOff val="0"/>
                  <a:satOff val="0"/>
                  <a:lumOff val="0"/>
                  <a:alphaOff val="0"/>
                </a:schemeClr>
              </a:lnRef>
              <a:fillRef idx="1">
                <a:schemeClr val="accent5">
                  <a:hueOff val="-5256644"/>
                  <a:satOff val="-13548"/>
                  <a:lumOff val="-9151"/>
                  <a:alphaOff val="0"/>
                </a:schemeClr>
              </a:fillRef>
              <a:effectRef idx="0">
                <a:schemeClr val="accent5">
                  <a:hueOff val="-5256644"/>
                  <a:satOff val="-13548"/>
                  <a:lumOff val="-9151"/>
                  <a:alphaOff val="0"/>
                </a:schemeClr>
              </a:effectRef>
              <a:fontRef idx="minor">
                <a:schemeClr val="lt1"/>
              </a:fontRef>
            </p:style>
            <p:txBody>
              <a:bodyPr/>
              <a:lstStyle/>
              <a:p>
                <a:endParaRPr lang="en-US"/>
              </a:p>
            </p:txBody>
          </p:sp>
          <p:sp>
            <p:nvSpPr>
              <p:cNvPr id="26" name="Oval 25">
                <a:extLst>
                  <a:ext uri="{FF2B5EF4-FFF2-40B4-BE49-F238E27FC236}">
                    <a16:creationId xmlns:a16="http://schemas.microsoft.com/office/drawing/2014/main" id="{A75F3FE2-91B5-BA09-20AA-541249D97435}"/>
                  </a:ext>
                </a:extLst>
              </p:cNvPr>
              <p:cNvSpPr/>
              <p:nvPr/>
            </p:nvSpPr>
            <p:spPr>
              <a:xfrm>
                <a:off x="2135518" y="2533962"/>
                <a:ext cx="162330" cy="162330"/>
              </a:xfrm>
              <a:prstGeom prst="ellipse">
                <a:avLst/>
              </a:prstGeom>
            </p:spPr>
            <p:style>
              <a:lnRef idx="2">
                <a:schemeClr val="lt1">
                  <a:hueOff val="0"/>
                  <a:satOff val="0"/>
                  <a:lumOff val="0"/>
                  <a:alphaOff val="0"/>
                </a:schemeClr>
              </a:lnRef>
              <a:fillRef idx="1">
                <a:schemeClr val="accent5">
                  <a:hueOff val="-5632119"/>
                  <a:satOff val="-14516"/>
                  <a:lumOff val="-9804"/>
                  <a:alphaOff val="0"/>
                </a:schemeClr>
              </a:fillRef>
              <a:effectRef idx="0">
                <a:schemeClr val="accent5">
                  <a:hueOff val="-5632119"/>
                  <a:satOff val="-14516"/>
                  <a:lumOff val="-9804"/>
                  <a:alphaOff val="0"/>
                </a:schemeClr>
              </a:effectRef>
              <a:fontRef idx="minor">
                <a:schemeClr val="lt1"/>
              </a:fontRef>
            </p:style>
            <p:txBody>
              <a:bodyPr/>
              <a:lstStyle/>
              <a:p>
                <a:endParaRPr lang="en-US"/>
              </a:p>
            </p:txBody>
          </p:sp>
          <p:sp>
            <p:nvSpPr>
              <p:cNvPr id="27" name="Oval 26">
                <a:extLst>
                  <a:ext uri="{FF2B5EF4-FFF2-40B4-BE49-F238E27FC236}">
                    <a16:creationId xmlns:a16="http://schemas.microsoft.com/office/drawing/2014/main" id="{AF628975-644E-7451-91B6-9B3E4ACF9C36}"/>
                  </a:ext>
                </a:extLst>
              </p:cNvPr>
              <p:cNvSpPr/>
              <p:nvPr/>
            </p:nvSpPr>
            <p:spPr>
              <a:xfrm>
                <a:off x="2340055" y="2170340"/>
                <a:ext cx="371042" cy="371042"/>
              </a:xfrm>
              <a:prstGeom prst="ellipse">
                <a:avLst/>
              </a:prstGeom>
            </p:spPr>
            <p:style>
              <a:lnRef idx="2">
                <a:schemeClr val="lt1">
                  <a:hueOff val="0"/>
                  <a:satOff val="0"/>
                  <a:lumOff val="0"/>
                  <a:alphaOff val="0"/>
                </a:schemeClr>
              </a:lnRef>
              <a:fillRef idx="1">
                <a:schemeClr val="accent5">
                  <a:hueOff val="-6007594"/>
                  <a:satOff val="-15484"/>
                  <a:lumOff val="-10458"/>
                  <a:alphaOff val="0"/>
                </a:schemeClr>
              </a:fillRef>
              <a:effectRef idx="0">
                <a:schemeClr val="accent5">
                  <a:hueOff val="-6007594"/>
                  <a:satOff val="-15484"/>
                  <a:lumOff val="-10458"/>
                  <a:alphaOff val="0"/>
                </a:schemeClr>
              </a:effectRef>
              <a:fontRef idx="minor">
                <a:schemeClr val="lt1"/>
              </a:fontRef>
            </p:style>
            <p:txBody>
              <a:bodyPr/>
              <a:lstStyle/>
              <a:p>
                <a:endParaRPr lang="en-US"/>
              </a:p>
            </p:txBody>
          </p:sp>
          <p:sp>
            <p:nvSpPr>
              <p:cNvPr id="28" name="Oval 27">
                <a:extLst>
                  <a:ext uri="{FF2B5EF4-FFF2-40B4-BE49-F238E27FC236}">
                    <a16:creationId xmlns:a16="http://schemas.microsoft.com/office/drawing/2014/main" id="{4E810EAD-2DD9-CFB1-62E2-C80B73B9C669}"/>
                  </a:ext>
                </a:extLst>
              </p:cNvPr>
              <p:cNvSpPr/>
              <p:nvPr/>
            </p:nvSpPr>
            <p:spPr>
              <a:xfrm>
                <a:off x="2840034" y="2079435"/>
                <a:ext cx="255091" cy="255091"/>
              </a:xfrm>
              <a:prstGeom prst="ellipse">
                <a:avLst/>
              </a:prstGeom>
            </p:spPr>
            <p:style>
              <a:lnRef idx="2">
                <a:schemeClr val="lt1">
                  <a:hueOff val="0"/>
                  <a:satOff val="0"/>
                  <a:lumOff val="0"/>
                  <a:alphaOff val="0"/>
                </a:schemeClr>
              </a:lnRef>
              <a:fillRef idx="1">
                <a:schemeClr val="accent5">
                  <a:hueOff val="-6383068"/>
                  <a:satOff val="-16451"/>
                  <a:lumOff val="-11111"/>
                  <a:alphaOff val="0"/>
                </a:schemeClr>
              </a:fillRef>
              <a:effectRef idx="0">
                <a:schemeClr val="accent5">
                  <a:hueOff val="-6383068"/>
                  <a:satOff val="-16451"/>
                  <a:lumOff val="-11111"/>
                  <a:alphaOff val="0"/>
                </a:schemeClr>
              </a:effectRef>
              <a:fontRef idx="minor">
                <a:schemeClr val="lt1"/>
              </a:fontRef>
            </p:style>
            <p:txBody>
              <a:bodyPr/>
              <a:lstStyle/>
              <a:p>
                <a:endParaRPr lang="en-US"/>
              </a:p>
            </p:txBody>
          </p:sp>
          <p:sp>
            <p:nvSpPr>
              <p:cNvPr id="29" name="Arrow: Chevron 28">
                <a:extLst>
                  <a:ext uri="{FF2B5EF4-FFF2-40B4-BE49-F238E27FC236}">
                    <a16:creationId xmlns:a16="http://schemas.microsoft.com/office/drawing/2014/main" id="{C531A91C-2785-728E-FAA6-08681C273CAE}"/>
                  </a:ext>
                </a:extLst>
              </p:cNvPr>
              <p:cNvSpPr/>
              <p:nvPr/>
            </p:nvSpPr>
            <p:spPr>
              <a:xfrm>
                <a:off x="3095126" y="1010919"/>
                <a:ext cx="749167" cy="1430242"/>
              </a:xfrm>
              <a:prstGeom prst="chevron">
                <a:avLst>
                  <a:gd name="adj" fmla="val 62310"/>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30" name="Freeform: Shape 29">
                <a:extLst>
                  <a:ext uri="{FF2B5EF4-FFF2-40B4-BE49-F238E27FC236}">
                    <a16:creationId xmlns:a16="http://schemas.microsoft.com/office/drawing/2014/main" id="{B0464284-D254-85E7-C3CA-8EFC8542BA26}"/>
                  </a:ext>
                </a:extLst>
              </p:cNvPr>
              <p:cNvSpPr/>
              <p:nvPr/>
            </p:nvSpPr>
            <p:spPr>
              <a:xfrm>
                <a:off x="3844293" y="1011614"/>
                <a:ext cx="2043183" cy="1430228"/>
              </a:xfrm>
              <a:custGeom>
                <a:avLst/>
                <a:gdLst>
                  <a:gd name="connsiteX0" fmla="*/ 0 w 2043183"/>
                  <a:gd name="connsiteY0" fmla="*/ 0 h 1430228"/>
                  <a:gd name="connsiteX1" fmla="*/ 2043183 w 2043183"/>
                  <a:gd name="connsiteY1" fmla="*/ 0 h 1430228"/>
                  <a:gd name="connsiteX2" fmla="*/ 2043183 w 2043183"/>
                  <a:gd name="connsiteY2" fmla="*/ 1430228 h 1430228"/>
                  <a:gd name="connsiteX3" fmla="*/ 0 w 2043183"/>
                  <a:gd name="connsiteY3" fmla="*/ 1430228 h 1430228"/>
                  <a:gd name="connsiteX4" fmla="*/ 0 w 2043183"/>
                  <a:gd name="connsiteY4" fmla="*/ 0 h 1430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183" h="1430228">
                    <a:moveTo>
                      <a:pt x="0" y="0"/>
                    </a:moveTo>
                    <a:lnTo>
                      <a:pt x="2043183" y="0"/>
                    </a:lnTo>
                    <a:lnTo>
                      <a:pt x="2043183" y="1430228"/>
                    </a:lnTo>
                    <a:lnTo>
                      <a:pt x="0" y="14302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Community Landscape Analysis</a:t>
                </a:r>
              </a:p>
            </p:txBody>
          </p:sp>
          <p:sp>
            <p:nvSpPr>
              <p:cNvPr id="31" name="Arrow: Chevron 30">
                <a:extLst>
                  <a:ext uri="{FF2B5EF4-FFF2-40B4-BE49-F238E27FC236}">
                    <a16:creationId xmlns:a16="http://schemas.microsoft.com/office/drawing/2014/main" id="{F35FE220-2747-43BC-A5E6-30966083AA8B}"/>
                  </a:ext>
                </a:extLst>
              </p:cNvPr>
              <p:cNvSpPr/>
              <p:nvPr/>
            </p:nvSpPr>
            <p:spPr>
              <a:xfrm>
                <a:off x="5887477" y="1010919"/>
                <a:ext cx="749167" cy="1430242"/>
              </a:xfrm>
              <a:prstGeom prst="chevron">
                <a:avLst>
                  <a:gd name="adj" fmla="val 62310"/>
                </a:avLst>
              </a:prstGeom>
            </p:spPr>
            <p:style>
              <a:lnRef idx="0">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lstStyle/>
              <a:p>
                <a:endParaRPr lang="en-US"/>
              </a:p>
            </p:txBody>
          </p:sp>
          <p:sp>
            <p:nvSpPr>
              <p:cNvPr id="32" name="Freeform: Shape 31">
                <a:extLst>
                  <a:ext uri="{FF2B5EF4-FFF2-40B4-BE49-F238E27FC236}">
                    <a16:creationId xmlns:a16="http://schemas.microsoft.com/office/drawing/2014/main" id="{BC911FF6-5BC8-169C-C4D3-543E2CB51665}"/>
                  </a:ext>
                </a:extLst>
              </p:cNvPr>
              <p:cNvSpPr/>
              <p:nvPr/>
            </p:nvSpPr>
            <p:spPr>
              <a:xfrm>
                <a:off x="6636644" y="1011614"/>
                <a:ext cx="2043183" cy="1430228"/>
              </a:xfrm>
              <a:custGeom>
                <a:avLst/>
                <a:gdLst>
                  <a:gd name="connsiteX0" fmla="*/ 0 w 2043183"/>
                  <a:gd name="connsiteY0" fmla="*/ 0 h 1430228"/>
                  <a:gd name="connsiteX1" fmla="*/ 2043183 w 2043183"/>
                  <a:gd name="connsiteY1" fmla="*/ 0 h 1430228"/>
                  <a:gd name="connsiteX2" fmla="*/ 2043183 w 2043183"/>
                  <a:gd name="connsiteY2" fmla="*/ 1430228 h 1430228"/>
                  <a:gd name="connsiteX3" fmla="*/ 0 w 2043183"/>
                  <a:gd name="connsiteY3" fmla="*/ 1430228 h 1430228"/>
                  <a:gd name="connsiteX4" fmla="*/ 0 w 2043183"/>
                  <a:gd name="connsiteY4" fmla="*/ 0 h 1430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183" h="1430228">
                    <a:moveTo>
                      <a:pt x="0" y="0"/>
                    </a:moveTo>
                    <a:lnTo>
                      <a:pt x="2043183" y="0"/>
                    </a:lnTo>
                    <a:lnTo>
                      <a:pt x="2043183" y="1430228"/>
                    </a:lnTo>
                    <a:lnTo>
                      <a:pt x="0" y="14302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Strategic Priorities</a:t>
                </a:r>
              </a:p>
            </p:txBody>
          </p:sp>
          <p:sp>
            <p:nvSpPr>
              <p:cNvPr id="33" name="Arrow: Chevron 32">
                <a:extLst>
                  <a:ext uri="{FF2B5EF4-FFF2-40B4-BE49-F238E27FC236}">
                    <a16:creationId xmlns:a16="http://schemas.microsoft.com/office/drawing/2014/main" id="{1373C220-9E9E-3742-6607-0EE30F6F9278}"/>
                  </a:ext>
                </a:extLst>
              </p:cNvPr>
              <p:cNvSpPr/>
              <p:nvPr/>
            </p:nvSpPr>
            <p:spPr>
              <a:xfrm>
                <a:off x="8679827" y="1010919"/>
                <a:ext cx="749167" cy="1430242"/>
              </a:xfrm>
              <a:prstGeom prst="chevron">
                <a:avLst>
                  <a:gd name="adj" fmla="val 62310"/>
                </a:avLst>
              </a:prstGeom>
            </p:spPr>
            <p:style>
              <a:lnRef idx="0">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en-US"/>
              </a:p>
            </p:txBody>
          </p:sp>
          <p:sp>
            <p:nvSpPr>
              <p:cNvPr id="34" name="Freeform: Shape 33">
                <a:extLst>
                  <a:ext uri="{FF2B5EF4-FFF2-40B4-BE49-F238E27FC236}">
                    <a16:creationId xmlns:a16="http://schemas.microsoft.com/office/drawing/2014/main" id="{40A18677-7E41-1037-33DD-D5D8D4CF50CE}"/>
                  </a:ext>
                </a:extLst>
              </p:cNvPr>
              <p:cNvSpPr/>
              <p:nvPr/>
            </p:nvSpPr>
            <p:spPr>
              <a:xfrm>
                <a:off x="9510722" y="892721"/>
                <a:ext cx="1736705" cy="1736705"/>
              </a:xfrm>
              <a:custGeom>
                <a:avLst/>
                <a:gdLst>
                  <a:gd name="connsiteX0" fmla="*/ 0 w 1736705"/>
                  <a:gd name="connsiteY0" fmla="*/ 868353 h 1736705"/>
                  <a:gd name="connsiteX1" fmla="*/ 868353 w 1736705"/>
                  <a:gd name="connsiteY1" fmla="*/ 0 h 1736705"/>
                  <a:gd name="connsiteX2" fmla="*/ 1736706 w 1736705"/>
                  <a:gd name="connsiteY2" fmla="*/ 868353 h 1736705"/>
                  <a:gd name="connsiteX3" fmla="*/ 868353 w 1736705"/>
                  <a:gd name="connsiteY3" fmla="*/ 1736706 h 1736705"/>
                  <a:gd name="connsiteX4" fmla="*/ 0 w 1736705"/>
                  <a:gd name="connsiteY4" fmla="*/ 868353 h 17367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705" h="1736705">
                    <a:moveTo>
                      <a:pt x="0" y="868353"/>
                    </a:moveTo>
                    <a:cubicBezTo>
                      <a:pt x="0" y="388775"/>
                      <a:pt x="388775" y="0"/>
                      <a:pt x="868353" y="0"/>
                    </a:cubicBezTo>
                    <a:cubicBezTo>
                      <a:pt x="1347931" y="0"/>
                      <a:pt x="1736706" y="388775"/>
                      <a:pt x="1736706" y="868353"/>
                    </a:cubicBezTo>
                    <a:cubicBezTo>
                      <a:pt x="1736706" y="1347931"/>
                      <a:pt x="1347931" y="1736706"/>
                      <a:pt x="868353" y="1736706"/>
                    </a:cubicBezTo>
                    <a:cubicBezTo>
                      <a:pt x="388775" y="1736706"/>
                      <a:pt x="0" y="1347931"/>
                      <a:pt x="0" y="868353"/>
                    </a:cubicBez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254335" tIns="254335" rIns="254335" bIns="254335" numCol="1" spcCol="1270" anchor="ctr" anchorCtr="0">
                <a:noAutofit/>
              </a:bodyPr>
              <a:lstStyle/>
              <a:p>
                <a:pPr marL="0" lvl="0" indent="0" algn="ctr" defTabSz="889000">
                  <a:lnSpc>
                    <a:spcPct val="90000"/>
                  </a:lnSpc>
                  <a:spcBef>
                    <a:spcPct val="0"/>
                  </a:spcBef>
                  <a:spcAft>
                    <a:spcPct val="35000"/>
                  </a:spcAft>
                  <a:buNone/>
                </a:pPr>
                <a:r>
                  <a:rPr lang="en-US" sz="2000" kern="1200">
                    <a:solidFill>
                      <a:schemeClr val="tx1"/>
                    </a:solidFill>
                  </a:rPr>
                  <a:t>Work Groups</a:t>
                </a:r>
                <a:r>
                  <a:rPr lang="en-US" sz="2000">
                    <a:solidFill>
                      <a:schemeClr val="tx1"/>
                    </a:solidFill>
                  </a:rPr>
                  <a:t> – Plan and Implement</a:t>
                </a:r>
                <a:endParaRPr lang="en-US" sz="2000" kern="1200">
                  <a:solidFill>
                    <a:schemeClr val="tx1"/>
                  </a:solidFill>
                </a:endParaRPr>
              </a:p>
            </p:txBody>
          </p:sp>
        </p:grpSp>
        <p:grpSp>
          <p:nvGrpSpPr>
            <p:cNvPr id="35" name="Group 34">
              <a:extLst>
                <a:ext uri="{FF2B5EF4-FFF2-40B4-BE49-F238E27FC236}">
                  <a16:creationId xmlns:a16="http://schemas.microsoft.com/office/drawing/2014/main" id="{9C43C87E-CAA6-C3FC-CF38-26608A6BF02B}"/>
                </a:ext>
              </a:extLst>
            </p:cNvPr>
            <p:cNvGrpSpPr/>
            <p:nvPr/>
          </p:nvGrpSpPr>
          <p:grpSpPr>
            <a:xfrm>
              <a:off x="3570423" y="2399568"/>
              <a:ext cx="4118556" cy="4071718"/>
              <a:chOff x="3570423" y="2399568"/>
              <a:chExt cx="4118556" cy="4071718"/>
            </a:xfrm>
          </p:grpSpPr>
          <p:sp>
            <p:nvSpPr>
              <p:cNvPr id="36" name="Block Arc 35">
                <a:extLst>
                  <a:ext uri="{FF2B5EF4-FFF2-40B4-BE49-F238E27FC236}">
                    <a16:creationId xmlns:a16="http://schemas.microsoft.com/office/drawing/2014/main" id="{A5DB754F-1791-2365-08E2-03339C20229F}"/>
                  </a:ext>
                </a:extLst>
              </p:cNvPr>
              <p:cNvSpPr/>
              <p:nvPr/>
            </p:nvSpPr>
            <p:spPr>
              <a:xfrm>
                <a:off x="3887876" y="2778169"/>
                <a:ext cx="3483650" cy="3483650"/>
              </a:xfrm>
              <a:prstGeom prst="blockArc">
                <a:avLst>
                  <a:gd name="adj1" fmla="val 13114286"/>
                  <a:gd name="adj2" fmla="val 16200000"/>
                  <a:gd name="adj3" fmla="val 3895"/>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37" name="Block Arc 36">
                <a:extLst>
                  <a:ext uri="{FF2B5EF4-FFF2-40B4-BE49-F238E27FC236}">
                    <a16:creationId xmlns:a16="http://schemas.microsoft.com/office/drawing/2014/main" id="{6EBD75A9-D34A-AAEC-ACA9-AF8A6D1A1241}"/>
                  </a:ext>
                </a:extLst>
              </p:cNvPr>
              <p:cNvSpPr/>
              <p:nvPr/>
            </p:nvSpPr>
            <p:spPr>
              <a:xfrm>
                <a:off x="3887876" y="2778169"/>
                <a:ext cx="3483650" cy="3483650"/>
              </a:xfrm>
              <a:prstGeom prst="blockArc">
                <a:avLst>
                  <a:gd name="adj1" fmla="val 10028571"/>
                  <a:gd name="adj2" fmla="val 13114286"/>
                  <a:gd name="adj3" fmla="val 3895"/>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38" name="Block Arc 37">
                <a:extLst>
                  <a:ext uri="{FF2B5EF4-FFF2-40B4-BE49-F238E27FC236}">
                    <a16:creationId xmlns:a16="http://schemas.microsoft.com/office/drawing/2014/main" id="{AB606868-A344-058C-4416-68160B392F57}"/>
                  </a:ext>
                </a:extLst>
              </p:cNvPr>
              <p:cNvSpPr/>
              <p:nvPr/>
            </p:nvSpPr>
            <p:spPr>
              <a:xfrm>
                <a:off x="3887876" y="2778169"/>
                <a:ext cx="3483650" cy="3483650"/>
              </a:xfrm>
              <a:prstGeom prst="blockArc">
                <a:avLst>
                  <a:gd name="adj1" fmla="val 6942857"/>
                  <a:gd name="adj2" fmla="val 10028571"/>
                  <a:gd name="adj3" fmla="val 3895"/>
                </a:avLst>
              </a:prstGeom>
            </p:spPr>
            <p:style>
              <a:lnRef idx="0">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US"/>
              </a:p>
            </p:txBody>
          </p:sp>
          <p:sp>
            <p:nvSpPr>
              <p:cNvPr id="39" name="Block Arc 38">
                <a:extLst>
                  <a:ext uri="{FF2B5EF4-FFF2-40B4-BE49-F238E27FC236}">
                    <a16:creationId xmlns:a16="http://schemas.microsoft.com/office/drawing/2014/main" id="{FB3F8268-04FE-5803-E5AC-45A3E721F600}"/>
                  </a:ext>
                </a:extLst>
              </p:cNvPr>
              <p:cNvSpPr/>
              <p:nvPr/>
            </p:nvSpPr>
            <p:spPr>
              <a:xfrm>
                <a:off x="3887876" y="2778169"/>
                <a:ext cx="3483650" cy="3483650"/>
              </a:xfrm>
              <a:prstGeom prst="blockArc">
                <a:avLst>
                  <a:gd name="adj1" fmla="val 3857143"/>
                  <a:gd name="adj2" fmla="val 6942857"/>
                  <a:gd name="adj3" fmla="val 3895"/>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a:p>
            </p:txBody>
          </p:sp>
          <p:sp>
            <p:nvSpPr>
              <p:cNvPr id="40" name="Block Arc 39">
                <a:extLst>
                  <a:ext uri="{FF2B5EF4-FFF2-40B4-BE49-F238E27FC236}">
                    <a16:creationId xmlns:a16="http://schemas.microsoft.com/office/drawing/2014/main" id="{CC91BB80-A461-DFB7-3FEC-86DDDBF9B4F6}"/>
                  </a:ext>
                </a:extLst>
              </p:cNvPr>
              <p:cNvSpPr/>
              <p:nvPr/>
            </p:nvSpPr>
            <p:spPr>
              <a:xfrm>
                <a:off x="3760775" y="2679164"/>
                <a:ext cx="3737852" cy="3681661"/>
              </a:xfrm>
              <a:prstGeom prst="blockArc">
                <a:avLst>
                  <a:gd name="adj1" fmla="val 771429"/>
                  <a:gd name="adj2" fmla="val 3857143"/>
                  <a:gd name="adj3" fmla="val 3895"/>
                </a:avLst>
              </a:pr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a:p>
            </p:txBody>
          </p:sp>
          <p:sp>
            <p:nvSpPr>
              <p:cNvPr id="41" name="Block Arc 40">
                <a:extLst>
                  <a:ext uri="{FF2B5EF4-FFF2-40B4-BE49-F238E27FC236}">
                    <a16:creationId xmlns:a16="http://schemas.microsoft.com/office/drawing/2014/main" id="{3D406C55-F8A3-DF81-6AE9-F82086D8692B}"/>
                  </a:ext>
                </a:extLst>
              </p:cNvPr>
              <p:cNvSpPr/>
              <p:nvPr/>
            </p:nvSpPr>
            <p:spPr>
              <a:xfrm>
                <a:off x="3887876" y="2778169"/>
                <a:ext cx="3483650" cy="3483650"/>
              </a:xfrm>
              <a:prstGeom prst="blockArc">
                <a:avLst>
                  <a:gd name="adj1" fmla="val 19285714"/>
                  <a:gd name="adj2" fmla="val 771429"/>
                  <a:gd name="adj3" fmla="val 3895"/>
                </a:avLst>
              </a:pr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a:p>
            </p:txBody>
          </p:sp>
          <p:sp>
            <p:nvSpPr>
              <p:cNvPr id="42" name="Block Arc 41">
                <a:extLst>
                  <a:ext uri="{FF2B5EF4-FFF2-40B4-BE49-F238E27FC236}">
                    <a16:creationId xmlns:a16="http://schemas.microsoft.com/office/drawing/2014/main" id="{64219833-433E-741F-F271-1DD653B76688}"/>
                  </a:ext>
                </a:extLst>
              </p:cNvPr>
              <p:cNvSpPr/>
              <p:nvPr/>
            </p:nvSpPr>
            <p:spPr>
              <a:xfrm>
                <a:off x="3887876" y="2778169"/>
                <a:ext cx="3483650" cy="3483650"/>
              </a:xfrm>
              <a:prstGeom prst="blockArc">
                <a:avLst>
                  <a:gd name="adj1" fmla="val 16200000"/>
                  <a:gd name="adj2" fmla="val 19285714"/>
                  <a:gd name="adj3" fmla="val 3895"/>
                </a:avLst>
              </a:pr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a:p>
            </p:txBody>
          </p:sp>
          <p:sp>
            <p:nvSpPr>
              <p:cNvPr id="43" name="Freeform: Shape 42">
                <a:extLst>
                  <a:ext uri="{FF2B5EF4-FFF2-40B4-BE49-F238E27FC236}">
                    <a16:creationId xmlns:a16="http://schemas.microsoft.com/office/drawing/2014/main" id="{53A8F78D-E408-C9B9-1BE3-3E7258578049}"/>
                  </a:ext>
                </a:extLst>
              </p:cNvPr>
              <p:cNvSpPr/>
              <p:nvPr/>
            </p:nvSpPr>
            <p:spPr>
              <a:xfrm>
                <a:off x="4303511" y="3241215"/>
                <a:ext cx="2635386" cy="2557558"/>
              </a:xfrm>
              <a:custGeom>
                <a:avLst/>
                <a:gdLst>
                  <a:gd name="connsiteX0" fmla="*/ 0 w 2814967"/>
                  <a:gd name="connsiteY0" fmla="*/ 1278779 h 2557558"/>
                  <a:gd name="connsiteX1" fmla="*/ 1407484 w 2814967"/>
                  <a:gd name="connsiteY1" fmla="*/ 0 h 2557558"/>
                  <a:gd name="connsiteX2" fmla="*/ 2814968 w 2814967"/>
                  <a:gd name="connsiteY2" fmla="*/ 1278779 h 2557558"/>
                  <a:gd name="connsiteX3" fmla="*/ 1407484 w 2814967"/>
                  <a:gd name="connsiteY3" fmla="*/ 2557558 h 2557558"/>
                  <a:gd name="connsiteX4" fmla="*/ 0 w 2814967"/>
                  <a:gd name="connsiteY4" fmla="*/ 1278779 h 2557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4967" h="2557558">
                    <a:moveTo>
                      <a:pt x="0" y="1278779"/>
                    </a:moveTo>
                    <a:cubicBezTo>
                      <a:pt x="0" y="572529"/>
                      <a:pt x="630152" y="0"/>
                      <a:pt x="1407484" y="0"/>
                    </a:cubicBezTo>
                    <a:cubicBezTo>
                      <a:pt x="2184816" y="0"/>
                      <a:pt x="2814968" y="572529"/>
                      <a:pt x="2814968" y="1278779"/>
                    </a:cubicBezTo>
                    <a:cubicBezTo>
                      <a:pt x="2814968" y="1985029"/>
                      <a:pt x="2184816" y="2557558"/>
                      <a:pt x="1407484" y="2557558"/>
                    </a:cubicBezTo>
                    <a:cubicBezTo>
                      <a:pt x="630152" y="2557558"/>
                      <a:pt x="0" y="1985029"/>
                      <a:pt x="0" y="1278779"/>
                    </a:cubicBezTo>
                    <a:close/>
                  </a:path>
                </a:pathLst>
              </a:cu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91440" tIns="91440" rIns="91440" bIns="91440" numCol="1" spcCol="1270" anchor="ctr" anchorCtr="0">
                <a:noAutofit/>
              </a:bodyPr>
              <a:lstStyle/>
              <a:p>
                <a:pPr marL="0" lvl="0" indent="0" algn="ctr" defTabSz="1244600">
                  <a:lnSpc>
                    <a:spcPct val="90000"/>
                  </a:lnSpc>
                  <a:spcBef>
                    <a:spcPct val="0"/>
                  </a:spcBef>
                  <a:spcAft>
                    <a:spcPct val="35000"/>
                  </a:spcAft>
                  <a:buNone/>
                </a:pPr>
                <a:r>
                  <a:rPr lang="en-US" sz="2800" kern="1200">
                    <a:solidFill>
                      <a:schemeClr val="tx1"/>
                    </a:solidFill>
                    <a:latin typeface="Myriad Pro Cond" panose="020B0506030403020204" pitchFamily="34" charset="0"/>
                  </a:rPr>
                  <a:t>Consortium</a:t>
                </a:r>
              </a:p>
            </p:txBody>
          </p:sp>
          <p:sp>
            <p:nvSpPr>
              <p:cNvPr id="44" name="Freeform: Shape 43">
                <a:extLst>
                  <a:ext uri="{FF2B5EF4-FFF2-40B4-BE49-F238E27FC236}">
                    <a16:creationId xmlns:a16="http://schemas.microsoft.com/office/drawing/2014/main" id="{8121F9D4-C40B-F399-E5CA-8B8E6FD9F91A}"/>
                  </a:ext>
                </a:extLst>
              </p:cNvPr>
              <p:cNvSpPr/>
              <p:nvPr/>
            </p:nvSpPr>
            <p:spPr>
              <a:xfrm>
                <a:off x="5235505" y="2399568"/>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a:solidFill>
                <a:schemeClr val="accent3"/>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sp>
            <p:nvSpPr>
              <p:cNvPr id="45" name="Freeform: Shape 44">
                <a:extLst>
                  <a:ext uri="{FF2B5EF4-FFF2-40B4-BE49-F238E27FC236}">
                    <a16:creationId xmlns:a16="http://schemas.microsoft.com/office/drawing/2014/main" id="{C0E7C811-F41A-3EBE-1359-21E2063FDA9F}"/>
                  </a:ext>
                </a:extLst>
              </p:cNvPr>
              <p:cNvSpPr/>
              <p:nvPr/>
            </p:nvSpPr>
            <p:spPr>
              <a:xfrm>
                <a:off x="6570797" y="3042611"/>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a:solidFill>
                <a:srgbClr val="D4669D"/>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sp>
            <p:nvSpPr>
              <p:cNvPr id="46" name="Freeform: Shape 45">
                <a:extLst>
                  <a:ext uri="{FF2B5EF4-FFF2-40B4-BE49-F238E27FC236}">
                    <a16:creationId xmlns:a16="http://schemas.microsoft.com/office/drawing/2014/main" id="{BBD83111-BFD8-37FE-DCCB-AE4276C0229D}"/>
                  </a:ext>
                </a:extLst>
              </p:cNvPr>
              <p:cNvSpPr/>
              <p:nvPr/>
            </p:nvSpPr>
            <p:spPr>
              <a:xfrm>
                <a:off x="6900587" y="4487515"/>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sp>
            <p:nvSpPr>
              <p:cNvPr id="47" name="Freeform: Shape 46">
                <a:extLst>
                  <a:ext uri="{FF2B5EF4-FFF2-40B4-BE49-F238E27FC236}">
                    <a16:creationId xmlns:a16="http://schemas.microsoft.com/office/drawing/2014/main" id="{4B2EE55B-A004-ED01-E114-1C3D151E516A}"/>
                  </a:ext>
                </a:extLst>
              </p:cNvPr>
              <p:cNvSpPr/>
              <p:nvPr/>
            </p:nvSpPr>
            <p:spPr>
              <a:xfrm>
                <a:off x="5976536" y="5646238"/>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sp>
            <p:nvSpPr>
              <p:cNvPr id="48" name="Freeform: Shape 47">
                <a:extLst>
                  <a:ext uri="{FF2B5EF4-FFF2-40B4-BE49-F238E27FC236}">
                    <a16:creationId xmlns:a16="http://schemas.microsoft.com/office/drawing/2014/main" id="{FFF2673F-3211-04FF-4A50-BC137FC60AF4}"/>
                  </a:ext>
                </a:extLst>
              </p:cNvPr>
              <p:cNvSpPr/>
              <p:nvPr/>
            </p:nvSpPr>
            <p:spPr>
              <a:xfrm>
                <a:off x="4494474" y="5646238"/>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sp>
            <p:nvSpPr>
              <p:cNvPr id="49" name="Freeform: Shape 48">
                <a:extLst>
                  <a:ext uri="{FF2B5EF4-FFF2-40B4-BE49-F238E27FC236}">
                    <a16:creationId xmlns:a16="http://schemas.microsoft.com/office/drawing/2014/main" id="{69CA6859-FFE7-8518-5635-A51D999E5A3B}"/>
                  </a:ext>
                </a:extLst>
              </p:cNvPr>
              <p:cNvSpPr/>
              <p:nvPr/>
            </p:nvSpPr>
            <p:spPr>
              <a:xfrm>
                <a:off x="3570423" y="4487515"/>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a:solidFill>
                <a:schemeClr val="accent4">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sp>
            <p:nvSpPr>
              <p:cNvPr id="50" name="Freeform: Shape 49">
                <a:extLst>
                  <a:ext uri="{FF2B5EF4-FFF2-40B4-BE49-F238E27FC236}">
                    <a16:creationId xmlns:a16="http://schemas.microsoft.com/office/drawing/2014/main" id="{7014B08C-CD36-9509-29AC-0D74A40FEC05}"/>
                  </a:ext>
                </a:extLst>
              </p:cNvPr>
              <p:cNvSpPr/>
              <p:nvPr/>
            </p:nvSpPr>
            <p:spPr>
              <a:xfrm>
                <a:off x="3900213" y="3042611"/>
                <a:ext cx="788392" cy="825048"/>
              </a:xfrm>
              <a:custGeom>
                <a:avLst/>
                <a:gdLst>
                  <a:gd name="connsiteX0" fmla="*/ 0 w 788392"/>
                  <a:gd name="connsiteY0" fmla="*/ 412524 h 825048"/>
                  <a:gd name="connsiteX1" fmla="*/ 394196 w 788392"/>
                  <a:gd name="connsiteY1" fmla="*/ 0 h 825048"/>
                  <a:gd name="connsiteX2" fmla="*/ 788392 w 788392"/>
                  <a:gd name="connsiteY2" fmla="*/ 412524 h 825048"/>
                  <a:gd name="connsiteX3" fmla="*/ 394196 w 788392"/>
                  <a:gd name="connsiteY3" fmla="*/ 825048 h 825048"/>
                  <a:gd name="connsiteX4" fmla="*/ 0 w 788392"/>
                  <a:gd name="connsiteY4" fmla="*/ 412524 h 825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392" h="825048">
                    <a:moveTo>
                      <a:pt x="0" y="412524"/>
                    </a:moveTo>
                    <a:cubicBezTo>
                      <a:pt x="0" y="184693"/>
                      <a:pt x="176488" y="0"/>
                      <a:pt x="394196" y="0"/>
                    </a:cubicBezTo>
                    <a:cubicBezTo>
                      <a:pt x="611904" y="0"/>
                      <a:pt x="788392" y="184693"/>
                      <a:pt x="788392" y="412524"/>
                    </a:cubicBezTo>
                    <a:cubicBezTo>
                      <a:pt x="788392" y="640355"/>
                      <a:pt x="611904" y="825048"/>
                      <a:pt x="394196" y="825048"/>
                    </a:cubicBezTo>
                    <a:cubicBezTo>
                      <a:pt x="176488" y="825048"/>
                      <a:pt x="0" y="640355"/>
                      <a:pt x="0" y="412524"/>
                    </a:cubicBezTo>
                    <a:close/>
                  </a:path>
                </a:pathLst>
              </a:custGeom>
              <a:solidFill>
                <a:srgbClr val="9A57CD"/>
              </a:solid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129427" tIns="134795" rIns="129427" bIns="134795" numCol="1" spcCol="1270" anchor="ctr" anchorCtr="0">
                <a:noAutofit/>
              </a:bodyPr>
              <a:lstStyle/>
              <a:p>
                <a:pPr marL="0" lvl="0" indent="0" algn="ctr" defTabSz="488950">
                  <a:lnSpc>
                    <a:spcPct val="90000"/>
                  </a:lnSpc>
                  <a:spcBef>
                    <a:spcPct val="0"/>
                  </a:spcBef>
                  <a:spcAft>
                    <a:spcPct val="35000"/>
                  </a:spcAft>
                  <a:buNone/>
                </a:pPr>
                <a:r>
                  <a:rPr lang="en-US" sz="1100" kern="1200">
                    <a:latin typeface="Myriad Pro Cond" panose="020B0506030403020204" pitchFamily="34" charset="0"/>
                  </a:rPr>
                  <a:t> </a:t>
                </a:r>
              </a:p>
            </p:txBody>
          </p:sp>
        </p:grpSp>
        <p:sp>
          <p:nvSpPr>
            <p:cNvPr id="7" name="Arrow: Up-Down 6">
              <a:extLst>
                <a:ext uri="{FF2B5EF4-FFF2-40B4-BE49-F238E27FC236}">
                  <a16:creationId xmlns:a16="http://schemas.microsoft.com/office/drawing/2014/main" id="{13CD0B97-342E-0AA5-C615-C582E65DCF4C}"/>
                </a:ext>
              </a:extLst>
            </p:cNvPr>
            <p:cNvSpPr/>
            <p:nvPr/>
          </p:nvSpPr>
          <p:spPr>
            <a:xfrm rot="18535772">
              <a:off x="3051024" y="2448329"/>
              <a:ext cx="220071" cy="1799505"/>
            </a:xfrm>
            <a:prstGeom prst="upDownArrow">
              <a:avLst>
                <a:gd name="adj1" fmla="val 38476"/>
                <a:gd name="adj2" fmla="val 71262"/>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Up-Down 8">
              <a:extLst>
                <a:ext uri="{FF2B5EF4-FFF2-40B4-BE49-F238E27FC236}">
                  <a16:creationId xmlns:a16="http://schemas.microsoft.com/office/drawing/2014/main" id="{066DFCEA-FD97-DBED-767A-6A47A51AC18C}"/>
                </a:ext>
              </a:extLst>
            </p:cNvPr>
            <p:cNvSpPr/>
            <p:nvPr/>
          </p:nvSpPr>
          <p:spPr>
            <a:xfrm rot="2238001">
              <a:off x="7104855" y="2089964"/>
              <a:ext cx="201365" cy="844842"/>
            </a:xfrm>
            <a:prstGeom prst="upDownArrow">
              <a:avLst>
                <a:gd name="adj1" fmla="val 38476"/>
                <a:gd name="adj2" fmla="val 71262"/>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Slide Number Placeholder 50">
            <a:extLst>
              <a:ext uri="{FF2B5EF4-FFF2-40B4-BE49-F238E27FC236}">
                <a16:creationId xmlns:a16="http://schemas.microsoft.com/office/drawing/2014/main" id="{5D8A8D2B-8A67-8F97-13D7-27E4E3DEDF58}"/>
              </a:ext>
            </a:extLst>
          </p:cNvPr>
          <p:cNvSpPr>
            <a:spLocks noGrp="1"/>
          </p:cNvSpPr>
          <p:nvPr>
            <p:ph type="sldNum" sz="quarter" idx="12"/>
          </p:nvPr>
        </p:nvSpPr>
        <p:spPr/>
        <p:txBody>
          <a:bodyPr/>
          <a:lstStyle/>
          <a:p>
            <a:fld id="{8DA54B3F-9D4B-3640-8055-EDBFC449BA57}" type="slidenum">
              <a:rPr lang="en-US" smtClean="0"/>
              <a:t>7</a:t>
            </a:fld>
            <a:endParaRPr lang="en-US"/>
          </a:p>
        </p:txBody>
      </p:sp>
      <p:sp>
        <p:nvSpPr>
          <p:cNvPr id="52" name="Arrow: Up-Down 51">
            <a:extLst>
              <a:ext uri="{FF2B5EF4-FFF2-40B4-BE49-F238E27FC236}">
                <a16:creationId xmlns:a16="http://schemas.microsoft.com/office/drawing/2014/main" id="{3F8BBC50-B243-2C71-9DE1-FC0E6C340FA4}"/>
              </a:ext>
              <a:ext uri="{C183D7F6-B498-43B3-948B-1728B52AA6E4}">
                <adec:decorative xmlns:adec="http://schemas.microsoft.com/office/drawing/2017/decorative" val="1"/>
              </a:ext>
            </a:extLst>
          </p:cNvPr>
          <p:cNvSpPr/>
          <p:nvPr/>
        </p:nvSpPr>
        <p:spPr>
          <a:xfrm rot="3208053">
            <a:off x="8218105" y="2421376"/>
            <a:ext cx="220071" cy="1799505"/>
          </a:xfrm>
          <a:prstGeom prst="upDownArrow">
            <a:avLst>
              <a:gd name="adj1" fmla="val 38476"/>
              <a:gd name="adj2" fmla="val 71262"/>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Up-Down 52">
            <a:extLst>
              <a:ext uri="{FF2B5EF4-FFF2-40B4-BE49-F238E27FC236}">
                <a16:creationId xmlns:a16="http://schemas.microsoft.com/office/drawing/2014/main" id="{71FC461D-CB1F-7B09-79F6-8EFB56E00D06}"/>
              </a:ext>
              <a:ext uri="{C183D7F6-B498-43B3-948B-1728B52AA6E4}">
                <adec:decorative xmlns:adec="http://schemas.microsoft.com/office/drawing/2017/decorative" val="1"/>
              </a:ext>
            </a:extLst>
          </p:cNvPr>
          <p:cNvSpPr/>
          <p:nvPr/>
        </p:nvSpPr>
        <p:spPr>
          <a:xfrm rot="19473164">
            <a:off x="4715211" y="2030915"/>
            <a:ext cx="173848" cy="844842"/>
          </a:xfrm>
          <a:prstGeom prst="upDownArrow">
            <a:avLst>
              <a:gd name="adj1" fmla="val 38476"/>
              <a:gd name="adj2" fmla="val 71262"/>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4517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649AF-E244-29A0-CAA2-4F7A7C27721C}"/>
              </a:ext>
            </a:extLst>
          </p:cNvPr>
          <p:cNvSpPr>
            <a:spLocks noGrp="1"/>
          </p:cNvSpPr>
          <p:nvPr>
            <p:ph type="title"/>
          </p:nvPr>
        </p:nvSpPr>
        <p:spPr/>
        <p:txBody>
          <a:bodyPr/>
          <a:lstStyle/>
          <a:p>
            <a:r>
              <a:rPr lang="en-US">
                <a:effectLst>
                  <a:outerShdw blurRad="38100" dist="38100" dir="2700000" algn="tl">
                    <a:srgbClr val="000000">
                      <a:alpha val="43137"/>
                    </a:srgbClr>
                  </a:outerShdw>
                </a:effectLst>
              </a:rPr>
              <a:t>Community Conversations </a:t>
            </a:r>
          </a:p>
        </p:txBody>
      </p:sp>
      <p:sp>
        <p:nvSpPr>
          <p:cNvPr id="3" name="Content Placeholder 2">
            <a:extLst>
              <a:ext uri="{FF2B5EF4-FFF2-40B4-BE49-F238E27FC236}">
                <a16:creationId xmlns:a16="http://schemas.microsoft.com/office/drawing/2014/main" id="{41F403E5-881D-A489-8C32-27737F7CD12D}"/>
              </a:ext>
            </a:extLst>
          </p:cNvPr>
          <p:cNvSpPr>
            <a:spLocks noGrp="1"/>
          </p:cNvSpPr>
          <p:nvPr>
            <p:ph idx="1"/>
          </p:nvPr>
        </p:nvSpPr>
        <p:spPr>
          <a:xfrm>
            <a:off x="838200" y="1690688"/>
            <a:ext cx="5997385" cy="4486275"/>
          </a:xfrm>
        </p:spPr>
        <p:txBody>
          <a:bodyPr>
            <a:normAutofit fontScale="92500"/>
          </a:bodyPr>
          <a:lstStyle/>
          <a:p>
            <a:pPr marL="0" indent="0">
              <a:lnSpc>
                <a:spcPct val="120000"/>
              </a:lnSpc>
              <a:buNone/>
            </a:pPr>
            <a:r>
              <a:rPr lang="en-US" sz="2400"/>
              <a:t>Community conversations were held to gather perspectives of community members. We asked:</a:t>
            </a:r>
          </a:p>
          <a:p>
            <a:pPr marL="349250" lvl="1" indent="-349250">
              <a:lnSpc>
                <a:spcPct val="120000"/>
              </a:lnSpc>
              <a:buFont typeface="+mj-lt"/>
              <a:buAutoNum type="arabicPeriod"/>
            </a:pPr>
            <a:r>
              <a:rPr lang="en-US" sz="2000"/>
              <a:t>What </a:t>
            </a:r>
            <a:r>
              <a:rPr lang="en-US" sz="2000" b="1"/>
              <a:t>outcomes</a:t>
            </a:r>
            <a:r>
              <a:rPr lang="en-US" sz="2000"/>
              <a:t> are important for youth with disabilities in Lawrence when they leave school?</a:t>
            </a:r>
          </a:p>
          <a:p>
            <a:pPr marL="349250" lvl="1" indent="-349250">
              <a:lnSpc>
                <a:spcPct val="120000"/>
              </a:lnSpc>
              <a:buFont typeface="+mj-lt"/>
              <a:buAutoNum type="arabicPeriod"/>
            </a:pPr>
            <a:r>
              <a:rPr lang="en-US" sz="2000"/>
              <a:t>What 1 or 2 things</a:t>
            </a:r>
            <a:r>
              <a:rPr lang="en-US" sz="2000" b="1"/>
              <a:t> </a:t>
            </a:r>
            <a:r>
              <a:rPr lang="en-US" sz="2000"/>
              <a:t>would </a:t>
            </a:r>
            <a:r>
              <a:rPr lang="en-US" sz="2000" b="1"/>
              <a:t>help youth with disabilities find employment </a:t>
            </a:r>
            <a:r>
              <a:rPr lang="en-US" sz="2000"/>
              <a:t>when they leave school?</a:t>
            </a:r>
          </a:p>
          <a:p>
            <a:pPr marL="349250" lvl="1" indent="-349250">
              <a:lnSpc>
                <a:spcPct val="120000"/>
              </a:lnSpc>
              <a:buFont typeface="+mj-lt"/>
              <a:buAutoNum type="arabicPeriod"/>
            </a:pPr>
            <a:r>
              <a:rPr lang="en-US" sz="2000"/>
              <a:t>What 1 or 2 </a:t>
            </a:r>
            <a:r>
              <a:rPr lang="en-US" sz="2000" b="1"/>
              <a:t>strengths in the Lawrence community </a:t>
            </a:r>
            <a:r>
              <a:rPr lang="en-US" sz="2000"/>
              <a:t>could help youth with disabilities find employment?</a:t>
            </a:r>
          </a:p>
          <a:p>
            <a:pPr marL="349250" lvl="1" indent="-349250">
              <a:lnSpc>
                <a:spcPct val="120000"/>
              </a:lnSpc>
              <a:buFont typeface="+mj-lt"/>
              <a:buAutoNum type="arabicPeriod"/>
            </a:pPr>
            <a:r>
              <a:rPr lang="en-US" sz="2000"/>
              <a:t>In 4 years, what </a:t>
            </a:r>
            <a:r>
              <a:rPr lang="en-US" sz="2000" b="1"/>
              <a:t>services, supports, and opportunities </a:t>
            </a:r>
            <a:r>
              <a:rPr lang="en-US" sz="2000"/>
              <a:t>for work </a:t>
            </a:r>
            <a:r>
              <a:rPr lang="en-US" sz="2000" b="1"/>
              <a:t>would you like to see </a:t>
            </a:r>
            <a:r>
              <a:rPr lang="en-US" sz="2000"/>
              <a:t>for youth with disabilities in your community?</a:t>
            </a:r>
          </a:p>
        </p:txBody>
      </p:sp>
      <p:grpSp>
        <p:nvGrpSpPr>
          <p:cNvPr id="7" name="Group 6">
            <a:extLst>
              <a:ext uri="{FF2B5EF4-FFF2-40B4-BE49-F238E27FC236}">
                <a16:creationId xmlns:a16="http://schemas.microsoft.com/office/drawing/2014/main" id="{5E6754A8-47A3-D0FA-A582-CA264C3696DB}"/>
              </a:ext>
              <a:ext uri="{C183D7F6-B498-43B3-948B-1728B52AA6E4}">
                <adec:decorative xmlns:adec="http://schemas.microsoft.com/office/drawing/2017/decorative" val="1"/>
              </a:ext>
            </a:extLst>
          </p:cNvPr>
          <p:cNvGrpSpPr/>
          <p:nvPr/>
        </p:nvGrpSpPr>
        <p:grpSpPr>
          <a:xfrm>
            <a:off x="6835585" y="1356938"/>
            <a:ext cx="5227320" cy="4845164"/>
            <a:chOff x="6751320" y="365124"/>
            <a:chExt cx="5227320" cy="4845164"/>
          </a:xfrm>
        </p:grpSpPr>
        <p:graphicFrame>
          <p:nvGraphicFramePr>
            <p:cNvPr id="4" name="Content Placeholder 3">
              <a:extLst>
                <a:ext uri="{FF2B5EF4-FFF2-40B4-BE49-F238E27FC236}">
                  <a16:creationId xmlns:a16="http://schemas.microsoft.com/office/drawing/2014/main" id="{8A1F677E-F87E-EF72-B0F3-E8A53D2C93F6}"/>
                </a:ext>
              </a:extLst>
            </p:cNvPr>
            <p:cNvGraphicFramePr>
              <a:graphicFrameLocks/>
            </p:cNvGraphicFramePr>
            <p:nvPr>
              <p:extLst>
                <p:ext uri="{D42A27DB-BD31-4B8C-83A1-F6EECF244321}">
                  <p14:modId xmlns:p14="http://schemas.microsoft.com/office/powerpoint/2010/main" val="1007755090"/>
                </p:ext>
              </p:extLst>
            </p:nvPr>
          </p:nvGraphicFramePr>
          <p:xfrm>
            <a:off x="6751320" y="365124"/>
            <a:ext cx="5227320" cy="48451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A group of people sitting around a table">
              <a:extLst>
                <a:ext uri="{FF2B5EF4-FFF2-40B4-BE49-F238E27FC236}">
                  <a16:creationId xmlns:a16="http://schemas.microsoft.com/office/drawing/2014/main" id="{A9B7C5A3-8E5A-BAAF-1483-CC62B29E7F1F}"/>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bwMode="auto">
            <a:xfrm>
              <a:off x="7269777" y="1364704"/>
              <a:ext cx="4259432" cy="2846003"/>
            </a:xfrm>
            <a:prstGeom prst="rect">
              <a:avLst/>
            </a:prstGeom>
            <a:noFill/>
            <a:ln>
              <a:noFill/>
            </a:ln>
            <a:effectLst>
              <a:softEdge rad="177800"/>
            </a:effectLst>
          </p:spPr>
        </p:pic>
      </p:grpSp>
      <p:sp>
        <p:nvSpPr>
          <p:cNvPr id="5" name="Slide Number Placeholder 4">
            <a:extLst>
              <a:ext uri="{FF2B5EF4-FFF2-40B4-BE49-F238E27FC236}">
                <a16:creationId xmlns:a16="http://schemas.microsoft.com/office/drawing/2014/main" id="{4B6B1A47-0045-30E7-90CA-BF07BC911808}"/>
              </a:ext>
            </a:extLst>
          </p:cNvPr>
          <p:cNvSpPr>
            <a:spLocks noGrp="1"/>
          </p:cNvSpPr>
          <p:nvPr>
            <p:ph type="sldNum" sz="quarter" idx="12"/>
          </p:nvPr>
        </p:nvSpPr>
        <p:spPr/>
        <p:txBody>
          <a:bodyPr/>
          <a:lstStyle/>
          <a:p>
            <a:fld id="{8DA54B3F-9D4B-3640-8055-EDBFC449BA57}" type="slidenum">
              <a:rPr lang="en-US" smtClean="0"/>
              <a:t>8</a:t>
            </a:fld>
            <a:endParaRPr lang="en-US"/>
          </a:p>
        </p:txBody>
      </p:sp>
    </p:spTree>
    <p:extLst>
      <p:ext uri="{BB962C8B-B14F-4D97-AF65-F5344CB8AC3E}">
        <p14:creationId xmlns:p14="http://schemas.microsoft.com/office/powerpoint/2010/main" val="4178483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DF22736-9884-D662-EF71-0A4E7D55F9B9}"/>
              </a:ext>
            </a:extLst>
          </p:cNvPr>
          <p:cNvSpPr>
            <a:spLocks noGrp="1"/>
          </p:cNvSpPr>
          <p:nvPr>
            <p:ph type="title"/>
          </p:nvPr>
        </p:nvSpPr>
        <p:spPr>
          <a:xfrm>
            <a:off x="635000" y="640823"/>
            <a:ext cx="3418659" cy="5583148"/>
          </a:xfrm>
        </p:spPr>
        <p:txBody>
          <a:bodyPr anchor="ctr">
            <a:normAutofit/>
          </a:bodyPr>
          <a:lstStyle/>
          <a:p>
            <a:r>
              <a:rPr lang="en-US" sz="5400"/>
              <a:t>Community Landscape Analysis (CLA): </a:t>
            </a:r>
            <a:br>
              <a:rPr lang="en-US" sz="5400"/>
            </a:br>
            <a:r>
              <a:rPr lang="en-US" sz="5400"/>
              <a:t>Summary of Findings</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Arrow: Chevron 3">
            <a:extLst>
              <a:ext uri="{FF2B5EF4-FFF2-40B4-BE49-F238E27FC236}">
                <a16:creationId xmlns:a16="http://schemas.microsoft.com/office/drawing/2014/main" id="{787399A4-15A4-71D7-50A3-5D2E027D3AA5}"/>
              </a:ext>
            </a:extLst>
          </p:cNvPr>
          <p:cNvSpPr/>
          <p:nvPr/>
        </p:nvSpPr>
        <p:spPr>
          <a:xfrm>
            <a:off x="89033" y="260446"/>
            <a:ext cx="749167" cy="1430242"/>
          </a:xfrm>
          <a:prstGeom prst="chevron">
            <a:avLst>
              <a:gd name="adj" fmla="val 62310"/>
            </a:avLst>
          </a:pr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traight Connector 4">
            <a:extLst>
              <a:ext uri="{FF2B5EF4-FFF2-40B4-BE49-F238E27FC236}">
                <a16:creationId xmlns:a16="http://schemas.microsoft.com/office/drawing/2014/main" id="{E4CDD0C9-5944-4AB8-253A-FA0285DD1B80}"/>
              </a:ext>
            </a:extLst>
          </p:cNvPr>
          <p:cNvSpPr/>
          <p:nvPr/>
        </p:nvSpPr>
        <p:spPr>
          <a:xfrm>
            <a:off x="4648018" y="1565760"/>
            <a:ext cx="6900512" cy="0"/>
          </a:xfrm>
          <a:prstGeom prst="line">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3B871B0B-0EE2-CF4B-029C-708765E79A80}"/>
              </a:ext>
            </a:extLst>
          </p:cNvPr>
          <p:cNvSpPr/>
          <p:nvPr/>
        </p:nvSpPr>
        <p:spPr>
          <a:xfrm>
            <a:off x="4648018" y="1686052"/>
            <a:ext cx="6900512" cy="1384035"/>
          </a:xfrm>
          <a:custGeom>
            <a:avLst/>
            <a:gdLst>
              <a:gd name="connsiteX0" fmla="*/ 0 w 6900512"/>
              <a:gd name="connsiteY0" fmla="*/ 0 h 1384035"/>
              <a:gd name="connsiteX1" fmla="*/ 6900512 w 6900512"/>
              <a:gd name="connsiteY1" fmla="*/ 0 h 1384035"/>
              <a:gd name="connsiteX2" fmla="*/ 6900512 w 6900512"/>
              <a:gd name="connsiteY2" fmla="*/ 1384035 h 1384035"/>
              <a:gd name="connsiteX3" fmla="*/ 0 w 6900512"/>
              <a:gd name="connsiteY3" fmla="*/ 1384035 h 1384035"/>
              <a:gd name="connsiteX4" fmla="*/ 0 w 6900512"/>
              <a:gd name="connsiteY4" fmla="*/ 0 h 138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0512" h="1384035">
                <a:moveTo>
                  <a:pt x="0" y="0"/>
                </a:moveTo>
                <a:lnTo>
                  <a:pt x="6900512" y="0"/>
                </a:lnTo>
                <a:lnTo>
                  <a:pt x="6900512" y="1384035"/>
                </a:lnTo>
                <a:lnTo>
                  <a:pt x="0" y="13840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060" tIns="99060" rIns="99060" bIns="99060" numCol="1" spcCol="1270" anchor="t" anchorCtr="0">
            <a:noAutofit/>
          </a:bodyPr>
          <a:lstStyle/>
          <a:p>
            <a:pPr marL="0" marR="0" lvl="0" indent="0" algn="l" defTabSz="1155700" rtl="0" eaLnBrk="1" fontAlgn="auto" latinLnBrk="0" hangingPunct="1">
              <a:lnSpc>
                <a:spcPct val="90000"/>
              </a:lnSpc>
              <a:spcBef>
                <a:spcPct val="0"/>
              </a:spcBef>
              <a:spcAft>
                <a:spcPct val="35000"/>
              </a:spcAft>
              <a:buClrTx/>
              <a:buSzTx/>
              <a:buFontTx/>
              <a:buNone/>
              <a:tabLst/>
              <a:defRPr/>
            </a:pPr>
            <a:r>
              <a:rPr kumimoji="0" lang="en-US" sz="26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Feedback obtained through community conversations and other information gathering sessions centered on three major themes: </a:t>
            </a:r>
          </a:p>
        </p:txBody>
      </p:sp>
      <p:sp>
        <p:nvSpPr>
          <p:cNvPr id="8" name="Straight Connector 7">
            <a:extLst>
              <a:ext uri="{FF2B5EF4-FFF2-40B4-BE49-F238E27FC236}">
                <a16:creationId xmlns:a16="http://schemas.microsoft.com/office/drawing/2014/main" id="{17583BB2-3932-7CB9-E7D7-3658A84B7300}"/>
              </a:ext>
            </a:extLst>
          </p:cNvPr>
          <p:cNvSpPr/>
          <p:nvPr/>
        </p:nvSpPr>
        <p:spPr>
          <a:xfrm>
            <a:off x="4648018" y="2949795"/>
            <a:ext cx="6900512" cy="0"/>
          </a:xfrm>
          <a:prstGeom prst="line">
            <a:avLst/>
          </a:prstGeom>
        </p:spPr>
        <p:style>
          <a:lnRef idx="2">
            <a:schemeClr val="accent2">
              <a:hueOff val="-485121"/>
              <a:satOff val="-27976"/>
              <a:lumOff val="2876"/>
              <a:alphaOff val="0"/>
            </a:schemeClr>
          </a:lnRef>
          <a:fillRef idx="1">
            <a:schemeClr val="accent2">
              <a:hueOff val="-485121"/>
              <a:satOff val="-27976"/>
              <a:lumOff val="2876"/>
              <a:alphaOff val="0"/>
            </a:schemeClr>
          </a:fillRef>
          <a:effectRef idx="0">
            <a:schemeClr val="accent2">
              <a:hueOff val="-485121"/>
              <a:satOff val="-27976"/>
              <a:lumOff val="2876"/>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800F544C-5012-81B1-09A1-D3378C58D7D9}"/>
              </a:ext>
            </a:extLst>
          </p:cNvPr>
          <p:cNvSpPr/>
          <p:nvPr/>
        </p:nvSpPr>
        <p:spPr>
          <a:xfrm>
            <a:off x="4648018" y="2949796"/>
            <a:ext cx="6900512" cy="906602"/>
          </a:xfrm>
          <a:custGeom>
            <a:avLst/>
            <a:gdLst>
              <a:gd name="connsiteX0" fmla="*/ 0 w 6900512"/>
              <a:gd name="connsiteY0" fmla="*/ 0 h 1384035"/>
              <a:gd name="connsiteX1" fmla="*/ 6900512 w 6900512"/>
              <a:gd name="connsiteY1" fmla="*/ 0 h 1384035"/>
              <a:gd name="connsiteX2" fmla="*/ 6900512 w 6900512"/>
              <a:gd name="connsiteY2" fmla="*/ 1384035 h 1384035"/>
              <a:gd name="connsiteX3" fmla="*/ 0 w 6900512"/>
              <a:gd name="connsiteY3" fmla="*/ 1384035 h 1384035"/>
              <a:gd name="connsiteX4" fmla="*/ 0 w 6900512"/>
              <a:gd name="connsiteY4" fmla="*/ 0 h 138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0512" h="1384035">
                <a:moveTo>
                  <a:pt x="0" y="0"/>
                </a:moveTo>
                <a:lnTo>
                  <a:pt x="6900512" y="0"/>
                </a:lnTo>
                <a:lnTo>
                  <a:pt x="6900512" y="1384035"/>
                </a:lnTo>
                <a:lnTo>
                  <a:pt x="0" y="13840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060" tIns="99060" rIns="99060" bIns="99060" numCol="1" spcCol="1270" anchor="t" anchorCtr="0">
            <a:noAutofit/>
          </a:bodyPr>
          <a:lstStyle/>
          <a:p>
            <a:pPr marL="514350" marR="0" lvl="0" indent="-514350" algn="l" defTabSz="1155700" rtl="0" eaLnBrk="1" fontAlgn="auto" latinLnBrk="0" hangingPunct="1">
              <a:lnSpc>
                <a:spcPct val="90000"/>
              </a:lnSpc>
              <a:spcBef>
                <a:spcPct val="0"/>
              </a:spcBef>
              <a:spcAft>
                <a:spcPct val="35000"/>
              </a:spcAft>
              <a:buClrTx/>
              <a:buSzTx/>
              <a:buFont typeface="+mj-lt"/>
              <a:buAutoNum type="arabicPeriod"/>
              <a:tabLst/>
              <a:defRPr/>
            </a:pPr>
            <a:r>
              <a:rPr kumimoji="0" lang="en-US" sz="26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the most important outcomes for youth with disabilities in Lawrence.</a:t>
            </a:r>
          </a:p>
        </p:txBody>
      </p:sp>
      <p:sp>
        <p:nvSpPr>
          <p:cNvPr id="11" name="Straight Connector 10">
            <a:extLst>
              <a:ext uri="{FF2B5EF4-FFF2-40B4-BE49-F238E27FC236}">
                <a16:creationId xmlns:a16="http://schemas.microsoft.com/office/drawing/2014/main" id="{4396E977-2B30-4D61-2FB7-37D46E7FC1B1}"/>
              </a:ext>
            </a:extLst>
          </p:cNvPr>
          <p:cNvSpPr/>
          <p:nvPr/>
        </p:nvSpPr>
        <p:spPr>
          <a:xfrm>
            <a:off x="4648018" y="3982331"/>
            <a:ext cx="6900512" cy="0"/>
          </a:xfrm>
          <a:prstGeom prst="line">
            <a:avLst/>
          </a:prstGeom>
        </p:spPr>
        <p:style>
          <a:lnRef idx="2">
            <a:schemeClr val="accent2">
              <a:hueOff val="-970242"/>
              <a:satOff val="-55952"/>
              <a:lumOff val="5752"/>
              <a:alphaOff val="0"/>
            </a:schemeClr>
          </a:lnRef>
          <a:fillRef idx="1">
            <a:schemeClr val="accent2">
              <a:hueOff val="-970242"/>
              <a:satOff val="-55952"/>
              <a:lumOff val="5752"/>
              <a:alphaOff val="0"/>
            </a:schemeClr>
          </a:fillRef>
          <a:effectRef idx="0">
            <a:schemeClr val="accent2">
              <a:hueOff val="-970242"/>
              <a:satOff val="-55952"/>
              <a:lumOff val="5752"/>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1D19C5E2-1C85-D814-4A97-4AB7676AE634}"/>
              </a:ext>
            </a:extLst>
          </p:cNvPr>
          <p:cNvSpPr/>
          <p:nvPr/>
        </p:nvSpPr>
        <p:spPr>
          <a:xfrm>
            <a:off x="4648018" y="3982331"/>
            <a:ext cx="6900512" cy="702997"/>
          </a:xfrm>
          <a:custGeom>
            <a:avLst/>
            <a:gdLst>
              <a:gd name="connsiteX0" fmla="*/ 0 w 6900512"/>
              <a:gd name="connsiteY0" fmla="*/ 0 h 1384035"/>
              <a:gd name="connsiteX1" fmla="*/ 6900512 w 6900512"/>
              <a:gd name="connsiteY1" fmla="*/ 0 h 1384035"/>
              <a:gd name="connsiteX2" fmla="*/ 6900512 w 6900512"/>
              <a:gd name="connsiteY2" fmla="*/ 1384035 h 1384035"/>
              <a:gd name="connsiteX3" fmla="*/ 0 w 6900512"/>
              <a:gd name="connsiteY3" fmla="*/ 1384035 h 1384035"/>
              <a:gd name="connsiteX4" fmla="*/ 0 w 6900512"/>
              <a:gd name="connsiteY4" fmla="*/ 0 h 138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0512" h="1384035">
                <a:moveTo>
                  <a:pt x="0" y="0"/>
                </a:moveTo>
                <a:lnTo>
                  <a:pt x="6900512" y="0"/>
                </a:lnTo>
                <a:lnTo>
                  <a:pt x="6900512" y="1384035"/>
                </a:lnTo>
                <a:lnTo>
                  <a:pt x="0" y="13840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060" tIns="99060" rIns="99060" bIns="99060" numCol="1" spcCol="1270" anchor="t" anchorCtr="0">
            <a:noAutofit/>
          </a:bodyPr>
          <a:lstStyle/>
          <a:p>
            <a:pPr marL="514350" marR="0" lvl="0" indent="-514350" algn="l" defTabSz="1155700" rtl="0" eaLnBrk="1" fontAlgn="auto" latinLnBrk="0" hangingPunct="1">
              <a:lnSpc>
                <a:spcPct val="90000"/>
              </a:lnSpc>
              <a:spcBef>
                <a:spcPct val="0"/>
              </a:spcBef>
              <a:spcAft>
                <a:spcPct val="35000"/>
              </a:spcAft>
              <a:buClrTx/>
              <a:buSzTx/>
              <a:buFont typeface="+mj-lt"/>
              <a:buAutoNum type="arabicPeriod" startAt="2"/>
              <a:tabLst/>
              <a:defRPr/>
            </a:pPr>
            <a:r>
              <a:rPr kumimoji="0" lang="en-US" sz="26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the strengths of the community that can be an asset to transitioning youth.</a:t>
            </a:r>
          </a:p>
        </p:txBody>
      </p:sp>
      <p:sp>
        <p:nvSpPr>
          <p:cNvPr id="14" name="Straight Connector 13">
            <a:extLst>
              <a:ext uri="{FF2B5EF4-FFF2-40B4-BE49-F238E27FC236}">
                <a16:creationId xmlns:a16="http://schemas.microsoft.com/office/drawing/2014/main" id="{3003AA7D-8FFD-DC10-E30F-3BF8313B79CE}"/>
              </a:ext>
            </a:extLst>
          </p:cNvPr>
          <p:cNvSpPr/>
          <p:nvPr/>
        </p:nvSpPr>
        <p:spPr>
          <a:xfrm>
            <a:off x="4648018" y="4952226"/>
            <a:ext cx="6900512" cy="0"/>
          </a:xfrm>
          <a:prstGeom prst="line">
            <a:avLst/>
          </a:prstGeom>
        </p:spPr>
        <p:style>
          <a:lnRef idx="2">
            <a:schemeClr val="accent2">
              <a:hueOff val="-1455363"/>
              <a:satOff val="-83928"/>
              <a:lumOff val="8628"/>
              <a:alphaOff val="0"/>
            </a:schemeClr>
          </a:lnRef>
          <a:fillRef idx="1">
            <a:schemeClr val="accent2">
              <a:hueOff val="-1455363"/>
              <a:satOff val="-83928"/>
              <a:lumOff val="8628"/>
              <a:alphaOff val="0"/>
            </a:schemeClr>
          </a:fillRef>
          <a:effectRef idx="0">
            <a:schemeClr val="accent2">
              <a:hueOff val="-1455363"/>
              <a:satOff val="-83928"/>
              <a:lumOff val="8628"/>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594C21C8-91CD-AA49-A592-F08CE00C8197}"/>
              </a:ext>
            </a:extLst>
          </p:cNvPr>
          <p:cNvSpPr/>
          <p:nvPr/>
        </p:nvSpPr>
        <p:spPr>
          <a:xfrm>
            <a:off x="4648018" y="4952227"/>
            <a:ext cx="6900512" cy="680026"/>
          </a:xfrm>
          <a:custGeom>
            <a:avLst/>
            <a:gdLst>
              <a:gd name="connsiteX0" fmla="*/ 0 w 6900512"/>
              <a:gd name="connsiteY0" fmla="*/ 0 h 1384035"/>
              <a:gd name="connsiteX1" fmla="*/ 6900512 w 6900512"/>
              <a:gd name="connsiteY1" fmla="*/ 0 h 1384035"/>
              <a:gd name="connsiteX2" fmla="*/ 6900512 w 6900512"/>
              <a:gd name="connsiteY2" fmla="*/ 1384035 h 1384035"/>
              <a:gd name="connsiteX3" fmla="*/ 0 w 6900512"/>
              <a:gd name="connsiteY3" fmla="*/ 1384035 h 1384035"/>
              <a:gd name="connsiteX4" fmla="*/ 0 w 6900512"/>
              <a:gd name="connsiteY4" fmla="*/ 0 h 1384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00512" h="1384035">
                <a:moveTo>
                  <a:pt x="0" y="0"/>
                </a:moveTo>
                <a:lnTo>
                  <a:pt x="6900512" y="0"/>
                </a:lnTo>
                <a:lnTo>
                  <a:pt x="6900512" y="1384035"/>
                </a:lnTo>
                <a:lnTo>
                  <a:pt x="0" y="13840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9060" tIns="99060" rIns="99060" bIns="99060" numCol="1" spcCol="1270" anchor="t" anchorCtr="0">
            <a:noAutofit/>
          </a:bodyPr>
          <a:lstStyle/>
          <a:p>
            <a:pPr marL="514350" marR="0" lvl="0" indent="-514350" algn="l" defTabSz="1155700" rtl="0" eaLnBrk="1" fontAlgn="auto" latinLnBrk="0" hangingPunct="1">
              <a:lnSpc>
                <a:spcPct val="90000"/>
              </a:lnSpc>
              <a:spcBef>
                <a:spcPct val="0"/>
              </a:spcBef>
              <a:spcAft>
                <a:spcPct val="35000"/>
              </a:spcAft>
              <a:buClrTx/>
              <a:buSzTx/>
              <a:buFont typeface="+mj-lt"/>
              <a:buAutoNum type="arabicPeriod" startAt="3"/>
              <a:tabLst/>
              <a:defRPr/>
            </a:pPr>
            <a:r>
              <a:rPr kumimoji="0" lang="en-US" sz="26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rPr>
              <a:t>recommended strategies for the LPTE. </a:t>
            </a:r>
          </a:p>
        </p:txBody>
      </p:sp>
      <p:sp>
        <p:nvSpPr>
          <p:cNvPr id="16" name="Slide Number Placeholder 15">
            <a:extLst>
              <a:ext uri="{FF2B5EF4-FFF2-40B4-BE49-F238E27FC236}">
                <a16:creationId xmlns:a16="http://schemas.microsoft.com/office/drawing/2014/main" id="{0425CEA6-45CE-52D8-E772-EB9498C3EF2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A54B3F-9D4B-3640-8055-EDBFC449BA5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135698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4AF51-1F04-0513-BDB5-2601FF2CE32E}"/>
              </a:ext>
            </a:extLst>
          </p:cNvPr>
          <p:cNvSpPr>
            <a:spLocks noGrp="1"/>
          </p:cNvSpPr>
          <p:nvPr>
            <p:ph type="title"/>
          </p:nvPr>
        </p:nvSpPr>
        <p:spPr>
          <a:xfrm>
            <a:off x="5297762" y="329184"/>
            <a:ext cx="6251110" cy="1783080"/>
          </a:xfrm>
        </p:spPr>
        <p:txBody>
          <a:bodyPr anchor="b">
            <a:normAutofit/>
          </a:bodyPr>
          <a:lstStyle/>
          <a:p>
            <a:r>
              <a:rPr lang="en-US" sz="4600"/>
              <a:t>1. Most Important Outcomes for Youth </a:t>
            </a:r>
          </a:p>
        </p:txBody>
      </p:sp>
      <p:pic>
        <p:nvPicPr>
          <p:cNvPr id="6" name="Picture 5" descr="Hands holding each other's wrists and interlinked to form a circle">
            <a:extLst>
              <a:ext uri="{FF2B5EF4-FFF2-40B4-BE49-F238E27FC236}">
                <a16:creationId xmlns:a16="http://schemas.microsoft.com/office/drawing/2014/main" id="{39DB37FF-8BB4-8BBA-EAA2-05D92BA0DCD6}"/>
              </a:ext>
            </a:extLst>
          </p:cNvPr>
          <p:cNvPicPr>
            <a:picLocks noChangeAspect="1"/>
          </p:cNvPicPr>
          <p:nvPr/>
        </p:nvPicPr>
        <p:blipFill>
          <a:blip r:embed="rId3"/>
          <a:srcRect l="29152" r="25517"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 name="Content Placeholder 2">
            <a:extLst>
              <a:ext uri="{FF2B5EF4-FFF2-40B4-BE49-F238E27FC236}">
                <a16:creationId xmlns:a16="http://schemas.microsoft.com/office/drawing/2014/main" id="{A50D7EBF-05A9-2974-DE5E-9666F9348015}"/>
              </a:ext>
            </a:extLst>
          </p:cNvPr>
          <p:cNvSpPr>
            <a:spLocks noGrp="1"/>
          </p:cNvSpPr>
          <p:nvPr>
            <p:ph idx="1"/>
          </p:nvPr>
        </p:nvSpPr>
        <p:spPr>
          <a:xfrm>
            <a:off x="5297762" y="2706624"/>
            <a:ext cx="6251110" cy="3483864"/>
          </a:xfrm>
        </p:spPr>
        <p:txBody>
          <a:bodyPr>
            <a:normAutofit fontScale="92500" lnSpcReduction="10000"/>
          </a:bodyPr>
          <a:lstStyle/>
          <a:p>
            <a:pPr marL="342900" indent="-342900" defTabSz="713232">
              <a:spcAft>
                <a:spcPts val="600"/>
              </a:spcAft>
              <a:buFont typeface="Arial" panose="020B0604020202020204" pitchFamily="34" charset="0"/>
              <a:buChar char="•"/>
            </a:pPr>
            <a:r>
              <a:rPr lang="en-US" sz="2400" b="1" kern="1200">
                <a:latin typeface="Calibri" panose="020F0502020204030204" pitchFamily="34" charset="0"/>
                <a:ea typeface="+mn-ea"/>
                <a:cs typeface="Times New Roman" panose="02020603050405020304" pitchFamily="18" charset="0"/>
              </a:rPr>
              <a:t>Identifying and working toward their own goals</a:t>
            </a:r>
            <a:endParaRPr lang="en-US" sz="2400" kern="1200">
              <a:latin typeface="Calibri" panose="020F0502020204030204" pitchFamily="34" charset="0"/>
              <a:ea typeface="+mn-ea"/>
              <a:cs typeface="Times New Roman" panose="02020603050405020304" pitchFamily="18" charset="0"/>
            </a:endParaRPr>
          </a:p>
          <a:p>
            <a:pPr marL="342900" indent="-342900" defTabSz="713232">
              <a:spcAft>
                <a:spcPts val="600"/>
              </a:spcAft>
              <a:buFont typeface="Arial" panose="020B0604020202020204" pitchFamily="34" charset="0"/>
              <a:buChar char="•"/>
            </a:pPr>
            <a:r>
              <a:rPr lang="en-US" sz="2400" b="1" kern="1200">
                <a:latin typeface="Calibri" panose="020F0502020204030204" pitchFamily="34" charset="0"/>
                <a:ea typeface="+mn-ea"/>
                <a:cs typeface="Times New Roman" panose="02020603050405020304" pitchFamily="18" charset="0"/>
              </a:rPr>
              <a:t>Competitive Integrated Employment</a:t>
            </a:r>
          </a:p>
          <a:p>
            <a:pPr marL="342900" indent="-342900" defTabSz="713232">
              <a:spcAft>
                <a:spcPts val="600"/>
              </a:spcAft>
              <a:buFont typeface="Arial" panose="020B0604020202020204" pitchFamily="34" charset="0"/>
              <a:buChar char="•"/>
            </a:pPr>
            <a:r>
              <a:rPr lang="en-US" sz="2400" b="1" kern="1200">
                <a:latin typeface="Calibri" panose="020F0502020204030204" pitchFamily="34" charset="0"/>
                <a:ea typeface="+mn-ea"/>
                <a:cs typeface="Times New Roman" panose="02020603050405020304" pitchFamily="18" charset="0"/>
              </a:rPr>
              <a:t>Community engagement and relationships</a:t>
            </a:r>
            <a:r>
              <a:rPr lang="en-US" sz="2400" kern="1200">
                <a:latin typeface="Calibri" panose="020F0502020204030204" pitchFamily="34" charset="0"/>
                <a:ea typeface="+mn-ea"/>
                <a:cs typeface="Times New Roman" panose="02020603050405020304" pitchFamily="18" charset="0"/>
              </a:rPr>
              <a:t> </a:t>
            </a:r>
            <a:endParaRPr lang="en-US" sz="2400" b="1" kern="1200">
              <a:latin typeface="Calibri" panose="020F0502020204030204" pitchFamily="34" charset="0"/>
              <a:ea typeface="+mn-ea"/>
              <a:cs typeface="Times New Roman" panose="02020603050405020304" pitchFamily="18" charset="0"/>
            </a:endParaRPr>
          </a:p>
          <a:p>
            <a:pPr marL="342900" indent="-342900" defTabSz="713232">
              <a:spcAft>
                <a:spcPts val="600"/>
              </a:spcAft>
              <a:buFont typeface="Arial" panose="020B0604020202020204" pitchFamily="34" charset="0"/>
              <a:buChar char="•"/>
            </a:pPr>
            <a:r>
              <a:rPr lang="en-US" sz="2400" b="1" kern="1200">
                <a:latin typeface="Calibri" panose="020F0502020204030204" pitchFamily="34" charset="0"/>
                <a:ea typeface="+mn-ea"/>
                <a:cs typeface="Times New Roman" panose="02020603050405020304" pitchFamily="18" charset="0"/>
              </a:rPr>
              <a:t>Gaining skills</a:t>
            </a:r>
          </a:p>
          <a:p>
            <a:pPr marL="342900" indent="-342900" defTabSz="713232">
              <a:spcAft>
                <a:spcPts val="600"/>
              </a:spcAft>
              <a:buFont typeface="Arial" panose="020B0604020202020204" pitchFamily="34" charset="0"/>
              <a:buChar char="•"/>
            </a:pPr>
            <a:r>
              <a:rPr lang="en-US" sz="2400" b="1" kern="1200">
                <a:latin typeface="Calibri" panose="020F0502020204030204" pitchFamily="34" charset="0"/>
                <a:ea typeface="+mn-ea"/>
                <a:cs typeface="Times New Roman" panose="02020603050405020304" pitchFamily="18" charset="0"/>
              </a:rPr>
              <a:t>Ongoing supports</a:t>
            </a:r>
          </a:p>
          <a:p>
            <a:pPr marL="342900" indent="-342900" defTabSz="713232">
              <a:spcAft>
                <a:spcPts val="600"/>
              </a:spcAft>
              <a:buFont typeface="Arial" panose="020B0604020202020204" pitchFamily="34" charset="0"/>
              <a:buChar char="•"/>
            </a:pPr>
            <a:r>
              <a:rPr lang="en-US" sz="2400" b="1"/>
              <a:t>H</a:t>
            </a:r>
            <a:r>
              <a:rPr lang="en-US" sz="2400" b="1" kern="1200">
                <a:latin typeface="+mn-lt"/>
                <a:ea typeface="+mn-ea"/>
                <a:cs typeface="+mn-cs"/>
              </a:rPr>
              <a:t>aving a team like they did in school </a:t>
            </a:r>
          </a:p>
          <a:p>
            <a:pPr marL="342900" indent="-342900" defTabSz="713232">
              <a:spcAft>
                <a:spcPts val="600"/>
              </a:spcAft>
              <a:buFont typeface="Arial" panose="020B0604020202020204" pitchFamily="34" charset="0"/>
              <a:buChar char="•"/>
            </a:pPr>
            <a:r>
              <a:rPr lang="en-US" sz="2400" b="1" kern="1200">
                <a:latin typeface="+mn-lt"/>
                <a:ea typeface="+mn-ea"/>
                <a:cs typeface="+mn-cs"/>
              </a:rPr>
              <a:t>Champion, coach, or mentor (professional or family/friend)</a:t>
            </a:r>
            <a:endParaRPr lang="en-US" sz="2400" b="1" kern="1200">
              <a:latin typeface="Calibri" panose="020F0502020204030204" pitchFamily="34" charset="0"/>
              <a:ea typeface="+mn-ea"/>
              <a:cs typeface="Times New Roman" panose="02020603050405020304" pitchFamily="18" charset="0"/>
            </a:endParaRPr>
          </a:p>
        </p:txBody>
      </p:sp>
      <p:sp>
        <p:nvSpPr>
          <p:cNvPr id="4" name="Slide Number Placeholder 3">
            <a:extLst>
              <a:ext uri="{FF2B5EF4-FFF2-40B4-BE49-F238E27FC236}">
                <a16:creationId xmlns:a16="http://schemas.microsoft.com/office/drawing/2014/main" id="{2867FDA3-868D-33A0-6808-074F335B4F93}"/>
              </a:ext>
            </a:extLst>
          </p:cNvPr>
          <p:cNvSpPr>
            <a:spLocks noGrp="1"/>
          </p:cNvSpPr>
          <p:nvPr>
            <p:ph type="sldNum" sz="quarter" idx="12"/>
          </p:nvPr>
        </p:nvSpPr>
        <p:spPr>
          <a:xfrm>
            <a:off x="10052978" y="6356350"/>
            <a:ext cx="1300821" cy="365125"/>
          </a:xfrm>
        </p:spPr>
        <p:txBody>
          <a:bodyPr>
            <a:normAutofit/>
          </a:bodyPr>
          <a:lstStyle/>
          <a:p>
            <a:pPr>
              <a:spcAft>
                <a:spcPts val="600"/>
              </a:spcAft>
            </a:pPr>
            <a:fld id="{8DA54B3F-9D4B-3640-8055-EDBFC449BA57}" type="slidenum">
              <a:rPr lang="en-US" smtClean="0"/>
              <a:pPr>
                <a:spcAft>
                  <a:spcPts val="600"/>
                </a:spcAft>
              </a:pPr>
              <a:t>10</a:t>
            </a:fld>
            <a:endParaRPr lang="en-US"/>
          </a:p>
        </p:txBody>
      </p:sp>
    </p:spTree>
    <p:extLst>
      <p:ext uri="{BB962C8B-B14F-4D97-AF65-F5344CB8AC3E}">
        <p14:creationId xmlns:p14="http://schemas.microsoft.com/office/powerpoint/2010/main" val="4173426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CF5E0AC-17CC-5EF8-FF4D-91CFF13BF001}"/>
              </a:ext>
            </a:extLst>
          </p:cNvPr>
          <p:cNvSpPr txBox="1">
            <a:spLocks noGrp="1"/>
          </p:cNvSpPr>
          <p:nvPr>
            <p:ph type="title" idx="4294967295"/>
          </p:nvPr>
        </p:nvSpPr>
        <p:spPr>
          <a:xfrm>
            <a:off x="640080" y="325369"/>
            <a:ext cx="4368602" cy="19568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600" b="0" i="0" u="none" strike="noStrike" kern="1200" cap="none" spc="0" normalizeH="0" baseline="0" noProof="0">
                <a:ln>
                  <a:noFill/>
                </a:ln>
                <a:solidFill>
                  <a:schemeClr val="tx1"/>
                </a:solidFill>
                <a:effectLst/>
                <a:uLnTx/>
                <a:uFillTx/>
                <a:latin typeface="+mj-lt"/>
                <a:ea typeface="+mj-ea"/>
                <a:cs typeface="+mj-cs"/>
              </a:rPr>
              <a:t>2. Strengths of the Community</a:t>
            </a:r>
          </a:p>
        </p:txBody>
      </p:sp>
      <p:sp>
        <p:nvSpPr>
          <p:cNvPr id="9" name="Content Placeholder 2">
            <a:extLst>
              <a:ext uri="{FF2B5EF4-FFF2-40B4-BE49-F238E27FC236}">
                <a16:creationId xmlns:a16="http://schemas.microsoft.com/office/drawing/2014/main" id="{3D081F7D-912C-19DC-EEEF-6732D7BDCC87}"/>
              </a:ext>
            </a:extLst>
          </p:cNvPr>
          <p:cNvSpPr>
            <a:spLocks/>
          </p:cNvSpPr>
          <p:nvPr/>
        </p:nvSpPr>
        <p:spPr>
          <a:xfrm>
            <a:off x="640080" y="2872899"/>
            <a:ext cx="4243589" cy="3320668"/>
          </a:xfrm>
          <a:prstGeom prst="rect">
            <a:avLst/>
          </a:prstGeom>
        </p:spPr>
        <p:txBody>
          <a:bodyPr vert="horz" lIns="91440" tIns="45720" rIns="91440" bIns="45720" rtlCol="0">
            <a:normAutofit/>
          </a:bodyPr>
          <a:lstStyle/>
          <a:p>
            <a:pPr marL="274320" indent="-228600">
              <a:lnSpc>
                <a:spcPct val="90000"/>
              </a:lnSpc>
              <a:spcAft>
                <a:spcPts val="600"/>
              </a:spcAft>
              <a:buFont typeface="Arial" panose="020B0604020202020204" pitchFamily="34" charset="0"/>
              <a:buChar char="•"/>
            </a:pPr>
            <a:r>
              <a:rPr lang="en-US" sz="2200" b="1"/>
              <a:t>Community values and culture</a:t>
            </a:r>
          </a:p>
          <a:p>
            <a:pPr marL="274320" indent="-228600">
              <a:lnSpc>
                <a:spcPct val="90000"/>
              </a:lnSpc>
              <a:spcAft>
                <a:spcPts val="600"/>
              </a:spcAft>
              <a:buFont typeface="Arial" panose="020B0604020202020204" pitchFamily="34" charset="0"/>
              <a:buChar char="•"/>
            </a:pPr>
            <a:r>
              <a:rPr lang="en-US" sz="2200" b="1"/>
              <a:t>Disability services</a:t>
            </a:r>
          </a:p>
          <a:p>
            <a:pPr marL="274320" indent="-228600">
              <a:lnSpc>
                <a:spcPct val="90000"/>
              </a:lnSpc>
              <a:spcAft>
                <a:spcPts val="600"/>
              </a:spcAft>
              <a:buFont typeface="Arial" panose="020B0604020202020204" pitchFamily="34" charset="0"/>
              <a:buChar char="•"/>
            </a:pPr>
            <a:r>
              <a:rPr lang="en-US" sz="2200" b="1"/>
              <a:t>Community resources</a:t>
            </a:r>
          </a:p>
          <a:p>
            <a:pPr marL="274320" indent="-228600">
              <a:lnSpc>
                <a:spcPct val="90000"/>
              </a:lnSpc>
              <a:spcAft>
                <a:spcPts val="600"/>
              </a:spcAft>
              <a:buFont typeface="Arial" panose="020B0604020202020204" pitchFamily="34" charset="0"/>
              <a:buChar char="•"/>
            </a:pPr>
            <a:r>
              <a:rPr lang="en-US" sz="2200" b="1"/>
              <a:t>Local businesses</a:t>
            </a:r>
          </a:p>
          <a:p>
            <a:pPr marL="274320" indent="-228600">
              <a:lnSpc>
                <a:spcPct val="90000"/>
              </a:lnSpc>
              <a:spcAft>
                <a:spcPts val="600"/>
              </a:spcAft>
              <a:buFont typeface="Arial" panose="020B0604020202020204" pitchFamily="34" charset="0"/>
              <a:buChar char="•"/>
            </a:pPr>
            <a:r>
              <a:rPr lang="en-US" sz="2200" b="1"/>
              <a:t>Engaged parents and family members</a:t>
            </a:r>
          </a:p>
          <a:p>
            <a:pPr marL="274320" indent="-228600">
              <a:lnSpc>
                <a:spcPct val="90000"/>
              </a:lnSpc>
              <a:spcAft>
                <a:spcPts val="600"/>
              </a:spcAft>
              <a:buFont typeface="Arial" panose="020B0604020202020204" pitchFamily="34" charset="0"/>
              <a:buChar char="•"/>
            </a:pPr>
            <a:r>
              <a:rPr lang="en-US" sz="2200" b="1"/>
              <a:t>Personal strengths of youth with disabilities</a:t>
            </a:r>
          </a:p>
        </p:txBody>
      </p:sp>
      <p:pic>
        <p:nvPicPr>
          <p:cNvPr id="5" name="Picture 4" descr="A group of multi colored wooden stick figures">
            <a:extLst>
              <a:ext uri="{FF2B5EF4-FFF2-40B4-BE49-F238E27FC236}">
                <a16:creationId xmlns:a16="http://schemas.microsoft.com/office/drawing/2014/main" id="{A92CB0AB-7156-7301-7FF1-AD80297C2B30}"/>
              </a:ext>
            </a:extLst>
          </p:cNvPr>
          <p:cNvPicPr>
            <a:picLocks noChangeAspect="1"/>
          </p:cNvPicPr>
          <p:nvPr/>
        </p:nvPicPr>
        <p:blipFill>
          <a:blip r:embed="rId3"/>
          <a:srcRect l="11014" r="19526"/>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0915070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Chevron 3">
            <a:extLst>
              <a:ext uri="{FF2B5EF4-FFF2-40B4-BE49-F238E27FC236}">
                <a16:creationId xmlns:a16="http://schemas.microsoft.com/office/drawing/2014/main" id="{6A3527A2-AC9A-46C9-0CC3-89B5A958DAA1}"/>
              </a:ext>
            </a:extLst>
          </p:cNvPr>
          <p:cNvSpPr/>
          <p:nvPr/>
        </p:nvSpPr>
        <p:spPr>
          <a:xfrm>
            <a:off x="54169" y="107839"/>
            <a:ext cx="749167" cy="1430242"/>
          </a:xfrm>
          <a:prstGeom prst="chevron">
            <a:avLst>
              <a:gd name="adj" fmla="val 62310"/>
            </a:avLst>
          </a:prstGeom>
        </p:spPr>
        <p:style>
          <a:lnRef idx="0">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F4C4BA5-CBAF-B247-761A-EEC017FF633A}"/>
              </a:ext>
            </a:extLst>
          </p:cNvPr>
          <p:cNvSpPr>
            <a:spLocks noGrp="1"/>
          </p:cNvSpPr>
          <p:nvPr>
            <p:ph type="title"/>
          </p:nvPr>
        </p:nvSpPr>
        <p:spPr>
          <a:xfrm>
            <a:off x="803336" y="430190"/>
            <a:ext cx="7339371" cy="649310"/>
          </a:xfrm>
        </p:spPr>
        <p:txBody>
          <a:bodyPr>
            <a:normAutofit/>
          </a:bodyPr>
          <a:lstStyle/>
          <a:p>
            <a:r>
              <a:rPr lang="en-US" sz="4000"/>
              <a:t>3. Strategic Priorities</a:t>
            </a:r>
          </a:p>
        </p:txBody>
      </p:sp>
      <p:pic>
        <p:nvPicPr>
          <p:cNvPr id="19" name="Picture 18" descr="Sticky notes on a wall">
            <a:extLst>
              <a:ext uri="{FF2B5EF4-FFF2-40B4-BE49-F238E27FC236}">
                <a16:creationId xmlns:a16="http://schemas.microsoft.com/office/drawing/2014/main" id="{ACE51110-C49D-BBE6-2F61-206F94D7753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45665" r="20054" b="-2"/>
          <a:stretch/>
        </p:blipFill>
        <p:spPr>
          <a:xfrm>
            <a:off x="9666267" y="1541315"/>
            <a:ext cx="2402289" cy="5028041"/>
          </a:xfrm>
          <a:prstGeom prst="rect">
            <a:avLst/>
          </a:prstGeom>
          <a:effectLst/>
        </p:spPr>
      </p:pic>
      <p:sp>
        <p:nvSpPr>
          <p:cNvPr id="7" name="Content Placeholder 2">
            <a:extLst>
              <a:ext uri="{FF2B5EF4-FFF2-40B4-BE49-F238E27FC236}">
                <a16:creationId xmlns:a16="http://schemas.microsoft.com/office/drawing/2014/main" id="{99BC4383-A93B-ED23-59E3-AFBE05F690B7}"/>
              </a:ext>
            </a:extLst>
          </p:cNvPr>
          <p:cNvSpPr txBox="1">
            <a:spLocks/>
          </p:cNvSpPr>
          <p:nvPr/>
        </p:nvSpPr>
        <p:spPr>
          <a:xfrm>
            <a:off x="185928" y="1860432"/>
            <a:ext cx="321564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a:p>
        </p:txBody>
      </p:sp>
      <p:sp>
        <p:nvSpPr>
          <p:cNvPr id="8" name="Rectangle: Diagonal Corners Snipped 7">
            <a:extLst>
              <a:ext uri="{FF2B5EF4-FFF2-40B4-BE49-F238E27FC236}">
                <a16:creationId xmlns:a16="http://schemas.microsoft.com/office/drawing/2014/main" id="{BA45EF57-8B14-1F5C-4338-F8A86B1D73B8}"/>
              </a:ext>
            </a:extLst>
          </p:cNvPr>
          <p:cNvSpPr/>
          <p:nvPr/>
        </p:nvSpPr>
        <p:spPr>
          <a:xfrm>
            <a:off x="185928" y="2122260"/>
            <a:ext cx="3278124" cy="3426381"/>
          </a:xfrm>
          <a:prstGeom prst="snip2DiagRect">
            <a:avLst/>
          </a:prstGeom>
          <a:solidFill>
            <a:srgbClr val="287A53"/>
          </a:soli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ts val="2400"/>
              </a:spcBef>
            </a:pPr>
            <a:r>
              <a:rPr lang="en-US" sz="3200" b="1"/>
              <a:t>Discussed 9 priorities at a Consortium meeting</a:t>
            </a:r>
          </a:p>
        </p:txBody>
      </p:sp>
      <p:sp>
        <p:nvSpPr>
          <p:cNvPr id="5" name="Rectangle 4">
            <a:extLst>
              <a:ext uri="{FF2B5EF4-FFF2-40B4-BE49-F238E27FC236}">
                <a16:creationId xmlns:a16="http://schemas.microsoft.com/office/drawing/2014/main" id="{E6782292-3FBA-A99D-9AFA-C83798BA44E4}"/>
              </a:ext>
            </a:extLst>
          </p:cNvPr>
          <p:cNvSpPr>
            <a:spLocks/>
          </p:cNvSpPr>
          <p:nvPr/>
        </p:nvSpPr>
        <p:spPr>
          <a:xfrm>
            <a:off x="3521964" y="1541315"/>
            <a:ext cx="8546592" cy="5028041"/>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76A7740C-0604-B1D4-0267-FC42309BCF3F}"/>
              </a:ext>
            </a:extLst>
          </p:cNvPr>
          <p:cNvSpPr txBox="1">
            <a:spLocks/>
          </p:cNvSpPr>
          <p:nvPr/>
        </p:nvSpPr>
        <p:spPr>
          <a:xfrm>
            <a:off x="3584956" y="1491202"/>
            <a:ext cx="7339371" cy="6493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a:t>Strategic Priorities Summary</a:t>
            </a:r>
          </a:p>
        </p:txBody>
      </p:sp>
      <p:sp>
        <p:nvSpPr>
          <p:cNvPr id="3" name="Content Placeholder 2">
            <a:extLst>
              <a:ext uri="{FF2B5EF4-FFF2-40B4-BE49-F238E27FC236}">
                <a16:creationId xmlns:a16="http://schemas.microsoft.com/office/drawing/2014/main" id="{A30295DA-AB49-60BE-EA4F-21D9755884F1}"/>
              </a:ext>
            </a:extLst>
          </p:cNvPr>
          <p:cNvSpPr>
            <a:spLocks noGrp="1"/>
          </p:cNvSpPr>
          <p:nvPr>
            <p:ph idx="1"/>
          </p:nvPr>
        </p:nvSpPr>
        <p:spPr>
          <a:xfrm>
            <a:off x="3584956" y="2122260"/>
            <a:ext cx="6054387" cy="4283599"/>
          </a:xfrm>
        </p:spPr>
        <p:txBody>
          <a:bodyPr>
            <a:normAutofit/>
          </a:bodyPr>
          <a:lstStyle/>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Improve the handoff from school to adult services.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Foster better cross-agency connections.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Offer more work experiences while in school.</a:t>
            </a:r>
            <a:r>
              <a:rPr lang="en-US" sz="1600">
                <a:effectLst/>
              </a:rPr>
              <a:t>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Prepare students for employment in other ways.</a:t>
            </a:r>
            <a:r>
              <a:rPr lang="en-US" sz="1600">
                <a:effectLst/>
              </a:rPr>
              <a:t>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Prepare students for other aspects of adult life.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Partner with families.</a:t>
            </a:r>
            <a:r>
              <a:rPr lang="en-US" sz="1600">
                <a:effectLst/>
              </a:rPr>
              <a:t> </a:t>
            </a:r>
            <a:endParaRPr lang="en-US" sz="1600">
              <a:latin typeface="Calibri" panose="020F0502020204030204" pitchFamily="34" charset="0"/>
              <a:cs typeface="Times New Roman" panose="02020603050405020304" pitchFamily="18" charset="0"/>
            </a:endParaRP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Hire more bilingual/multilingual staff at local service provider agencies.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Engage local businesses. </a:t>
            </a:r>
          </a:p>
          <a:p>
            <a:pPr marL="514350" indent="-514350">
              <a:buFont typeface="+mj-lt"/>
              <a:buAutoNum type="arabicPeriod"/>
            </a:pPr>
            <a:r>
              <a:rPr lang="en-US" sz="1600">
                <a:effectLst/>
                <a:latin typeface="Calibri" panose="020F0502020204030204" pitchFamily="34" charset="0"/>
                <a:ea typeface="Calibri" panose="020F0502020204030204" pitchFamily="34" charset="0"/>
                <a:cs typeface="Times New Roman" panose="02020603050405020304" pitchFamily="18" charset="0"/>
              </a:rPr>
              <a:t>Provide more after-school and weekend options. </a:t>
            </a:r>
            <a:endParaRPr lang="en-US" sz="1600">
              <a:latin typeface="Calibri" panose="020F0502020204030204" pitchFamily="34" charset="0"/>
              <a:ea typeface="Calibri" panose="020F0502020204030204" pitchFamily="34" charset="0"/>
              <a:cs typeface="Times New Roman" panose="02020603050405020304" pitchFamily="18" charset="0"/>
            </a:endParaRPr>
          </a:p>
          <a:p>
            <a:r>
              <a:rPr lang="en-US" sz="1800" b="1">
                <a:latin typeface="Calibri" panose="020F0502020204030204" pitchFamily="34" charset="0"/>
                <a:ea typeface="Calibri" panose="020F0502020204030204" pitchFamily="34" charset="0"/>
                <a:cs typeface="Times New Roman" panose="02020603050405020304" pitchFamily="18" charset="0"/>
              </a:rPr>
              <a:t>Use DOTS to vote for your top 5 priorities.</a:t>
            </a:r>
          </a:p>
          <a:p>
            <a:r>
              <a:rPr lang="en-US" sz="1800" b="1">
                <a:latin typeface="Calibri" panose="020F0502020204030204" pitchFamily="34" charset="0"/>
                <a:ea typeface="Calibri" panose="020F0502020204030204" pitchFamily="34" charset="0"/>
                <a:cs typeface="Times New Roman" panose="02020603050405020304" pitchFamily="18" charset="0"/>
              </a:rPr>
              <a:t>Use STICKY NOTES for the top 2–3 you want to work on.</a:t>
            </a:r>
          </a:p>
        </p:txBody>
      </p:sp>
      <p:sp>
        <p:nvSpPr>
          <p:cNvPr id="9" name="Slide Number Placeholder 8">
            <a:extLst>
              <a:ext uri="{FF2B5EF4-FFF2-40B4-BE49-F238E27FC236}">
                <a16:creationId xmlns:a16="http://schemas.microsoft.com/office/drawing/2014/main" id="{0BFEB534-ADFB-90E0-23EA-584D5690C74E}"/>
              </a:ext>
            </a:extLst>
          </p:cNvPr>
          <p:cNvSpPr>
            <a:spLocks noGrp="1"/>
          </p:cNvSpPr>
          <p:nvPr>
            <p:ph type="sldNum" sz="quarter" idx="12"/>
          </p:nvPr>
        </p:nvSpPr>
        <p:spPr/>
        <p:txBody>
          <a:bodyPr/>
          <a:lstStyle/>
          <a:p>
            <a:fld id="{8DA54B3F-9D4B-3640-8055-EDBFC449BA57}" type="slidenum">
              <a:rPr lang="en-US" smtClean="0"/>
              <a:t>12</a:t>
            </a:fld>
            <a:endParaRPr lang="en-US"/>
          </a:p>
        </p:txBody>
      </p:sp>
    </p:spTree>
    <p:extLst>
      <p:ext uri="{BB962C8B-B14F-4D97-AF65-F5344CB8AC3E}">
        <p14:creationId xmlns:p14="http://schemas.microsoft.com/office/powerpoint/2010/main" val="2156973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D192E-C646-C2EA-CD9B-A9694F599A94}"/>
              </a:ext>
            </a:extLst>
          </p:cNvPr>
          <p:cNvSpPr>
            <a:spLocks noGrp="1"/>
          </p:cNvSpPr>
          <p:nvPr>
            <p:ph type="title"/>
          </p:nvPr>
        </p:nvSpPr>
        <p:spPr>
          <a:xfrm>
            <a:off x="605010" y="988540"/>
            <a:ext cx="3932237" cy="2162432"/>
          </a:xfrm>
        </p:spPr>
        <p:txBody>
          <a:bodyPr>
            <a:normAutofit/>
          </a:bodyPr>
          <a:lstStyle/>
          <a:p>
            <a:pPr>
              <a:spcAft>
                <a:spcPts val="600"/>
              </a:spcAft>
              <a:defRPr/>
            </a:pPr>
            <a:r>
              <a:rPr lang="en-US" sz="4600"/>
              <a:t>Strategic Priorities: </a:t>
            </a:r>
            <a:br>
              <a:rPr lang="en-US" sz="4600"/>
            </a:br>
            <a:r>
              <a:rPr lang="en-US" sz="4600"/>
              <a:t>Work Groups</a:t>
            </a:r>
          </a:p>
        </p:txBody>
      </p:sp>
      <p:graphicFrame>
        <p:nvGraphicFramePr>
          <p:cNvPr id="5" name="Content Placeholder 4">
            <a:extLst>
              <a:ext uri="{FF2B5EF4-FFF2-40B4-BE49-F238E27FC236}">
                <a16:creationId xmlns:a16="http://schemas.microsoft.com/office/drawing/2014/main" id="{10C4043F-0335-DDF6-6A1B-92015FCAE99E}"/>
              </a:ext>
            </a:extLst>
          </p:cNvPr>
          <p:cNvGraphicFramePr>
            <a:graphicFrameLocks noGrp="1"/>
          </p:cNvGraphicFramePr>
          <p:nvPr>
            <p:ph idx="1"/>
            <p:extLst>
              <p:ext uri="{D42A27DB-BD31-4B8C-83A1-F6EECF244321}">
                <p14:modId xmlns:p14="http://schemas.microsoft.com/office/powerpoint/2010/main" val="123971674"/>
              </p:ext>
            </p:extLst>
          </p:nvPr>
        </p:nvGraphicFramePr>
        <p:xfrm>
          <a:off x="3719383" y="253870"/>
          <a:ext cx="8042283" cy="6350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B8D15A30-EF4C-EF5D-47A0-353442ABC945}"/>
              </a:ext>
            </a:extLst>
          </p:cNvPr>
          <p:cNvSpPr>
            <a:spLocks noGrp="1"/>
          </p:cNvSpPr>
          <p:nvPr>
            <p:ph type="sldNum" sz="quarter" idx="12"/>
          </p:nvPr>
        </p:nvSpPr>
        <p:spPr/>
        <p:txBody>
          <a:bodyPr/>
          <a:lstStyle/>
          <a:p>
            <a:fld id="{8DA54B3F-9D4B-3640-8055-EDBFC449BA57}" type="slidenum">
              <a:rPr lang="en-US" smtClean="0"/>
              <a:t>13</a:t>
            </a:fld>
            <a:endParaRPr lang="en-US"/>
          </a:p>
        </p:txBody>
      </p:sp>
    </p:spTree>
    <p:extLst>
      <p:ext uri="{BB962C8B-B14F-4D97-AF65-F5344CB8AC3E}">
        <p14:creationId xmlns:p14="http://schemas.microsoft.com/office/powerpoint/2010/main" val="3309515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4C6A680-B7A7-83FD-7D33-CDBADBC9EF5C}"/>
              </a:ext>
            </a:extLst>
          </p:cNvPr>
          <p:cNvSpPr>
            <a:spLocks noGrp="1"/>
          </p:cNvSpPr>
          <p:nvPr>
            <p:ph type="title"/>
          </p:nvPr>
        </p:nvSpPr>
        <p:spPr/>
        <p:txBody>
          <a:bodyPr/>
          <a:lstStyle/>
          <a:p>
            <a:r>
              <a:rPr lang="en-US"/>
              <a:t>2025-2026 Activities	</a:t>
            </a:r>
          </a:p>
        </p:txBody>
      </p:sp>
      <p:graphicFrame>
        <p:nvGraphicFramePr>
          <p:cNvPr id="9" name="Content Placeholder 8">
            <a:extLst>
              <a:ext uri="{FF2B5EF4-FFF2-40B4-BE49-F238E27FC236}">
                <a16:creationId xmlns:a16="http://schemas.microsoft.com/office/drawing/2014/main" id="{8198AE59-5870-802B-C025-6A50AAC1E613}"/>
              </a:ext>
            </a:extLst>
          </p:cNvPr>
          <p:cNvGraphicFramePr>
            <a:graphicFrameLocks noGrp="1"/>
          </p:cNvGraphicFramePr>
          <p:nvPr>
            <p:ph idx="1"/>
            <p:extLst>
              <p:ext uri="{D42A27DB-BD31-4B8C-83A1-F6EECF244321}">
                <p14:modId xmlns:p14="http://schemas.microsoft.com/office/powerpoint/2010/main" val="19767649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6EBD0D5F-45F5-5E37-D8BD-B8592AFE5BF3}"/>
              </a:ext>
            </a:extLst>
          </p:cNvPr>
          <p:cNvSpPr>
            <a:spLocks noGrp="1"/>
          </p:cNvSpPr>
          <p:nvPr>
            <p:ph type="sldNum" sz="quarter" idx="12"/>
          </p:nvPr>
        </p:nvSpPr>
        <p:spPr/>
        <p:txBody>
          <a:bodyPr/>
          <a:lstStyle/>
          <a:p>
            <a:fld id="{8DA54B3F-9D4B-3640-8055-EDBFC449BA57}" type="slidenum">
              <a:rPr lang="en-US" smtClean="0"/>
              <a:t>14</a:t>
            </a:fld>
            <a:endParaRPr lang="en-US"/>
          </a:p>
        </p:txBody>
      </p:sp>
    </p:spTree>
    <p:extLst>
      <p:ext uri="{BB962C8B-B14F-4D97-AF65-F5344CB8AC3E}">
        <p14:creationId xmlns:p14="http://schemas.microsoft.com/office/powerpoint/2010/main" val="853422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07FB-57BD-28F3-D1D6-76E702D1705B}"/>
              </a:ext>
            </a:extLst>
          </p:cNvPr>
          <p:cNvSpPr>
            <a:spLocks noGrp="1"/>
          </p:cNvSpPr>
          <p:nvPr>
            <p:ph type="title"/>
          </p:nvPr>
        </p:nvSpPr>
        <p:spPr>
          <a:xfrm>
            <a:off x="640080" y="325370"/>
            <a:ext cx="5376256" cy="1555386"/>
          </a:xfrm>
        </p:spPr>
        <p:txBody>
          <a:bodyPr anchor="b">
            <a:normAutofit/>
          </a:bodyPr>
          <a:lstStyle/>
          <a:p>
            <a:r>
              <a:rPr lang="en-US" sz="5400"/>
              <a:t>Family Survey</a:t>
            </a:r>
          </a:p>
        </p:txBody>
      </p:sp>
      <p:sp>
        <p:nvSpPr>
          <p:cNvPr id="3" name="Content Placeholder 2">
            <a:extLst>
              <a:ext uri="{FF2B5EF4-FFF2-40B4-BE49-F238E27FC236}">
                <a16:creationId xmlns:a16="http://schemas.microsoft.com/office/drawing/2014/main" id="{63E45C43-2D84-AE49-DE41-0CFF98ED5C31}"/>
              </a:ext>
            </a:extLst>
          </p:cNvPr>
          <p:cNvSpPr>
            <a:spLocks noGrp="1"/>
          </p:cNvSpPr>
          <p:nvPr>
            <p:ph idx="1"/>
          </p:nvPr>
        </p:nvSpPr>
        <p:spPr>
          <a:xfrm>
            <a:off x="640080" y="2910066"/>
            <a:ext cx="7017489" cy="3659732"/>
          </a:xfrm>
        </p:spPr>
        <p:txBody>
          <a:bodyPr>
            <a:normAutofit/>
          </a:bodyPr>
          <a:lstStyle/>
          <a:p>
            <a:pPr>
              <a:spcAft>
                <a:spcPts val="1800"/>
              </a:spcAft>
            </a:pPr>
            <a:r>
              <a:rPr lang="en-US"/>
              <a:t>Partnering with Families workgroup members designed short survey</a:t>
            </a:r>
          </a:p>
          <a:p>
            <a:pPr>
              <a:spcAft>
                <a:spcPts val="1800"/>
              </a:spcAft>
            </a:pPr>
            <a:r>
              <a:rPr lang="en-US"/>
              <a:t>Initial distribution through the LPTE Consortium got minimal response</a:t>
            </a:r>
          </a:p>
          <a:p>
            <a:pPr>
              <a:spcAft>
                <a:spcPts val="1800"/>
              </a:spcAft>
            </a:pPr>
            <a:r>
              <a:rPr lang="en-US"/>
              <a:t>Partnering with Lawrence Public School resulted in over </a:t>
            </a:r>
            <a:r>
              <a:rPr lang="en-US" sz="3600" b="1"/>
              <a:t>200 responses</a:t>
            </a:r>
          </a:p>
          <a:p>
            <a:pPr>
              <a:spcAft>
                <a:spcPts val="1800"/>
              </a:spcAft>
            </a:pPr>
            <a:endParaRPr lang="en-US"/>
          </a:p>
        </p:txBody>
      </p:sp>
      <p:pic>
        <p:nvPicPr>
          <p:cNvPr id="6" name="Picture 5" descr="Cartoon checklist and pencil">
            <a:extLst>
              <a:ext uri="{FF2B5EF4-FFF2-40B4-BE49-F238E27FC236}">
                <a16:creationId xmlns:a16="http://schemas.microsoft.com/office/drawing/2014/main" id="{D7EE76F4-2D3C-F1A7-EA89-CEBC853A6374}"/>
              </a:ext>
            </a:extLst>
          </p:cNvPr>
          <p:cNvPicPr>
            <a:picLocks noChangeAspect="1"/>
          </p:cNvPicPr>
          <p:nvPr/>
        </p:nvPicPr>
        <p:blipFill>
          <a:blip r:embed="rId4"/>
          <a:srcRect l="23893" r="12107"/>
          <a:stretch>
            <a:fillRect/>
          </a:stretch>
        </p:blipFill>
        <p:spPr>
          <a:xfrm>
            <a:off x="7657569" y="0"/>
            <a:ext cx="5852160"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9BDB6445-F178-2992-B0BE-AA196C1BE452}"/>
              </a:ext>
            </a:extLst>
          </p:cNvPr>
          <p:cNvSpPr>
            <a:spLocks noGrp="1"/>
          </p:cNvSpPr>
          <p:nvPr>
            <p:ph type="sldNum" sz="quarter" idx="12"/>
          </p:nvPr>
        </p:nvSpPr>
        <p:spPr>
          <a:xfrm>
            <a:off x="10439400" y="6356350"/>
            <a:ext cx="914400" cy="365125"/>
          </a:xfrm>
        </p:spPr>
        <p:txBody>
          <a:bodyPr>
            <a:normAutofit/>
          </a:bodyPr>
          <a:lstStyle/>
          <a:p>
            <a:pPr>
              <a:spcAft>
                <a:spcPts val="600"/>
              </a:spcAft>
            </a:pPr>
            <a:fld id="{8DA54B3F-9D4B-3640-8055-EDBFC449BA57}" type="slidenum">
              <a:rPr lang="en-US">
                <a:solidFill>
                  <a:srgbClr val="FFFFFF"/>
                </a:solidFill>
              </a:rPr>
              <a:pPr>
                <a:spcAft>
                  <a:spcPts val="600"/>
                </a:spcAft>
              </a:pPr>
              <a:t>15</a:t>
            </a:fld>
            <a:endParaRPr lang="en-US">
              <a:solidFill>
                <a:srgbClr val="FFFFFF"/>
              </a:solidFill>
            </a:endParaRPr>
          </a:p>
        </p:txBody>
      </p:sp>
    </p:spTree>
    <p:extLst>
      <p:ext uri="{BB962C8B-B14F-4D97-AF65-F5344CB8AC3E}">
        <p14:creationId xmlns:p14="http://schemas.microsoft.com/office/powerpoint/2010/main" val="161601209"/>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9D64-A1CB-A5BF-1FA3-032389FFBE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4D58D-CBF8-2C99-D07D-89C6E51BE285}"/>
              </a:ext>
            </a:extLst>
          </p:cNvPr>
          <p:cNvSpPr>
            <a:spLocks noGrp="1"/>
          </p:cNvSpPr>
          <p:nvPr>
            <p:ph type="title"/>
          </p:nvPr>
        </p:nvSpPr>
        <p:spPr>
          <a:xfrm>
            <a:off x="640080" y="325370"/>
            <a:ext cx="7017488" cy="1326786"/>
          </a:xfrm>
        </p:spPr>
        <p:txBody>
          <a:bodyPr anchor="b">
            <a:normAutofit/>
          </a:bodyPr>
          <a:lstStyle/>
          <a:p>
            <a:r>
              <a:rPr lang="en-US" sz="5400"/>
              <a:t>Family Survey: Findings</a:t>
            </a:r>
          </a:p>
        </p:txBody>
      </p:sp>
      <p:sp>
        <p:nvSpPr>
          <p:cNvPr id="3" name="Content Placeholder 2">
            <a:extLst>
              <a:ext uri="{FF2B5EF4-FFF2-40B4-BE49-F238E27FC236}">
                <a16:creationId xmlns:a16="http://schemas.microsoft.com/office/drawing/2014/main" id="{BDDA5020-E047-5D1A-5B99-B0FEFB2ECFA5}"/>
              </a:ext>
            </a:extLst>
          </p:cNvPr>
          <p:cNvSpPr>
            <a:spLocks noGrp="1"/>
          </p:cNvSpPr>
          <p:nvPr>
            <p:ph idx="1"/>
          </p:nvPr>
        </p:nvSpPr>
        <p:spPr>
          <a:xfrm>
            <a:off x="640080" y="2282210"/>
            <a:ext cx="7308965" cy="4287588"/>
          </a:xfrm>
        </p:spPr>
        <p:txBody>
          <a:bodyPr>
            <a:normAutofit/>
          </a:bodyPr>
          <a:lstStyle/>
          <a:p>
            <a:pPr>
              <a:lnSpc>
                <a:spcPct val="115000"/>
              </a:lnSpc>
              <a:spcBef>
                <a:spcPts val="0"/>
              </a:spcBef>
            </a:pPr>
            <a:r>
              <a:rPr lang="en-US">
                <a:ea typeface="Helvetica"/>
                <a:cs typeface="Helvetica"/>
                <a:sym typeface="Helvetica"/>
              </a:rPr>
              <a:t>Families value transition planning and IEP participation, but face barriers:</a:t>
            </a:r>
          </a:p>
          <a:p>
            <a:pPr>
              <a:lnSpc>
                <a:spcPct val="115000"/>
              </a:lnSpc>
              <a:spcBef>
                <a:spcPts val="0"/>
              </a:spcBef>
              <a:buClr>
                <a:srgbClr val="1C4587"/>
              </a:buClr>
              <a:buSzPts val="1400"/>
            </a:pPr>
            <a:r>
              <a:rPr lang="en-US">
                <a:ea typeface="Helvetica"/>
                <a:cs typeface="Helvetica"/>
                <a:sym typeface="Helvetica"/>
              </a:rPr>
              <a:t>Families want information about transition earlier.</a:t>
            </a:r>
          </a:p>
          <a:p>
            <a:pPr>
              <a:lnSpc>
                <a:spcPct val="115000"/>
              </a:lnSpc>
              <a:spcBef>
                <a:spcPts val="0"/>
              </a:spcBef>
              <a:buClr>
                <a:srgbClr val="1C4587"/>
              </a:buClr>
              <a:buSzPts val="1400"/>
            </a:pPr>
            <a:r>
              <a:rPr lang="en-US">
                <a:ea typeface="Helvetica"/>
                <a:cs typeface="Helvetica"/>
                <a:sym typeface="Helvetica"/>
              </a:rPr>
              <a:t>Families expect their students to pursue employment after high school — but only 12% report their high schoolers are getting pre-employment training.</a:t>
            </a:r>
          </a:p>
          <a:p>
            <a:pPr marL="0" indent="0">
              <a:lnSpc>
                <a:spcPct val="115000"/>
              </a:lnSpc>
              <a:spcBef>
                <a:spcPts val="0"/>
              </a:spcBef>
              <a:buNone/>
            </a:pPr>
            <a:endParaRPr lang="en-US" b="1">
              <a:solidFill>
                <a:srgbClr val="1C4587"/>
              </a:solidFill>
              <a:latin typeface="Helvetica"/>
              <a:ea typeface="Helvetica"/>
              <a:cs typeface="Helvetica"/>
              <a:sym typeface="Helvetica"/>
            </a:endParaRPr>
          </a:p>
          <a:p>
            <a:pPr>
              <a:spcAft>
                <a:spcPts val="1800"/>
              </a:spcAft>
            </a:pPr>
            <a:endParaRPr lang="en-US"/>
          </a:p>
        </p:txBody>
      </p:sp>
      <p:pic>
        <p:nvPicPr>
          <p:cNvPr id="6" name="Picture 5" descr="Cartoon checklist and pencil">
            <a:extLst>
              <a:ext uri="{FF2B5EF4-FFF2-40B4-BE49-F238E27FC236}">
                <a16:creationId xmlns:a16="http://schemas.microsoft.com/office/drawing/2014/main" id="{D021BBD1-535E-361B-6978-815172E92A9C}"/>
              </a:ext>
            </a:extLst>
          </p:cNvPr>
          <p:cNvPicPr>
            <a:picLocks noChangeAspect="1"/>
          </p:cNvPicPr>
          <p:nvPr/>
        </p:nvPicPr>
        <p:blipFill>
          <a:blip r:embed="rId3"/>
          <a:srcRect l="23893" r="12107"/>
          <a:stretch>
            <a:fillRect/>
          </a:stretch>
        </p:blipFill>
        <p:spPr>
          <a:xfrm>
            <a:off x="7657568" y="0"/>
            <a:ext cx="5852160"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4" name="Slide Number Placeholder 3">
            <a:extLst>
              <a:ext uri="{FF2B5EF4-FFF2-40B4-BE49-F238E27FC236}">
                <a16:creationId xmlns:a16="http://schemas.microsoft.com/office/drawing/2014/main" id="{4A732AF9-624D-46AA-2A0D-07ACC56E44A0}"/>
              </a:ext>
            </a:extLst>
          </p:cNvPr>
          <p:cNvSpPr>
            <a:spLocks noGrp="1"/>
          </p:cNvSpPr>
          <p:nvPr>
            <p:ph type="sldNum" sz="quarter" idx="12"/>
          </p:nvPr>
        </p:nvSpPr>
        <p:spPr>
          <a:xfrm>
            <a:off x="10439400" y="6356350"/>
            <a:ext cx="914400" cy="365125"/>
          </a:xfrm>
        </p:spPr>
        <p:txBody>
          <a:bodyPr>
            <a:normAutofit/>
          </a:bodyPr>
          <a:lstStyle/>
          <a:p>
            <a:pPr>
              <a:spcAft>
                <a:spcPts val="600"/>
              </a:spcAft>
            </a:pPr>
            <a:fld id="{8DA54B3F-9D4B-3640-8055-EDBFC449BA57}" type="slidenum">
              <a:rPr lang="en-US">
                <a:solidFill>
                  <a:srgbClr val="FFFFFF"/>
                </a:solidFill>
              </a:rPr>
              <a:pPr>
                <a:spcAft>
                  <a:spcPts val="600"/>
                </a:spcAft>
              </a:pPr>
              <a:t>16</a:t>
            </a:fld>
            <a:endParaRPr lang="en-US">
              <a:solidFill>
                <a:srgbClr val="FFFFFF"/>
              </a:solidFill>
            </a:endParaRPr>
          </a:p>
        </p:txBody>
      </p:sp>
    </p:spTree>
    <p:extLst>
      <p:ext uri="{BB962C8B-B14F-4D97-AF65-F5344CB8AC3E}">
        <p14:creationId xmlns:p14="http://schemas.microsoft.com/office/powerpoint/2010/main" val="2512357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7323FD-C287-33AA-A932-3CEACA48EE59}"/>
              </a:ext>
            </a:extLst>
          </p:cNvPr>
          <p:cNvSpPr>
            <a:spLocks noGrp="1"/>
          </p:cNvSpPr>
          <p:nvPr>
            <p:ph type="title"/>
          </p:nvPr>
        </p:nvSpPr>
        <p:spPr>
          <a:xfrm>
            <a:off x="838200" y="365125"/>
            <a:ext cx="10515600" cy="1325563"/>
          </a:xfrm>
        </p:spPr>
        <p:txBody>
          <a:bodyPr>
            <a:normAutofit/>
          </a:bodyPr>
          <a:lstStyle/>
          <a:p>
            <a:r>
              <a:rPr lang="en-US" sz="5400"/>
              <a:t>Parent/Family Engagement</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D83B15-E9D8-6E2F-F42A-302E1D0C072C}"/>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a:t>LPTE's Partnering with Families Workgroup worked with Lawrence Public Schools to host a Winter Series on the transition planning process. </a:t>
            </a:r>
          </a:p>
          <a:p>
            <a:pPr lvl="1">
              <a:buFont typeface="Courier New" panose="020B0604020202020204" pitchFamily="34" charset="0"/>
              <a:buChar char="o"/>
            </a:pPr>
            <a:r>
              <a:rPr lang="en-US"/>
              <a:t>Panel presentation on what services  agency provides</a:t>
            </a:r>
          </a:p>
          <a:p>
            <a:pPr lvl="1">
              <a:buFont typeface="Courier New" panose="020B0604020202020204" pitchFamily="34" charset="0"/>
              <a:buChar char="o"/>
            </a:pPr>
            <a:r>
              <a:rPr lang="en-US"/>
              <a:t>Opportunity for parents to engage one on one with agencies. </a:t>
            </a:r>
            <a:endParaRPr lang="en-US">
              <a:ea typeface="Calibri"/>
              <a:cs typeface="Calibri"/>
            </a:endParaRPr>
          </a:p>
          <a:p>
            <a:r>
              <a:rPr lang="en-US"/>
              <a:t>The Lawrence public school provided Spanish interpretation, childcare, and refreshments.</a:t>
            </a:r>
            <a:endParaRPr lang="en-US">
              <a:ea typeface="Calibri"/>
              <a:cs typeface="Calibri"/>
            </a:endParaRPr>
          </a:p>
          <a:p>
            <a:r>
              <a:rPr lang="en-US"/>
              <a:t>Provider agencies provided items for a raffle to incentivize attendance.</a:t>
            </a:r>
            <a:endParaRPr lang="en-US">
              <a:ea typeface="Calibri"/>
              <a:cs typeface="Calibri"/>
            </a:endParaRPr>
          </a:p>
          <a:p>
            <a:endParaRPr lang="en-US" sz="2200"/>
          </a:p>
          <a:p>
            <a:endParaRPr lang="en-US" sz="2200"/>
          </a:p>
        </p:txBody>
      </p:sp>
      <p:sp>
        <p:nvSpPr>
          <p:cNvPr id="4" name="Slide Number Placeholder 3">
            <a:extLst>
              <a:ext uri="{FF2B5EF4-FFF2-40B4-BE49-F238E27FC236}">
                <a16:creationId xmlns:a16="http://schemas.microsoft.com/office/drawing/2014/main" id="{19A63AA9-9E44-8C47-5064-5542A0A0F7DB}"/>
              </a:ext>
            </a:extLst>
          </p:cNvPr>
          <p:cNvSpPr>
            <a:spLocks noGrp="1"/>
          </p:cNvSpPr>
          <p:nvPr>
            <p:ph type="sldNum" sz="quarter" idx="12"/>
          </p:nvPr>
        </p:nvSpPr>
        <p:spPr>
          <a:xfrm>
            <a:off x="8610600" y="6356350"/>
            <a:ext cx="2743200" cy="365125"/>
          </a:xfrm>
        </p:spPr>
        <p:txBody>
          <a:bodyPr>
            <a:normAutofit/>
          </a:bodyPr>
          <a:lstStyle/>
          <a:p>
            <a:pPr>
              <a:spcAft>
                <a:spcPts val="600"/>
              </a:spcAft>
            </a:pPr>
            <a:fld id="{8DA54B3F-9D4B-3640-8055-EDBFC449BA57}" type="slidenum">
              <a:rPr lang="en-US" smtClean="0"/>
              <a:pPr>
                <a:spcAft>
                  <a:spcPts val="600"/>
                </a:spcAft>
              </a:pPr>
              <a:t>17</a:t>
            </a:fld>
            <a:endParaRPr lang="en-US"/>
          </a:p>
        </p:txBody>
      </p:sp>
    </p:spTree>
    <p:extLst>
      <p:ext uri="{BB962C8B-B14F-4D97-AF65-F5344CB8AC3E}">
        <p14:creationId xmlns:p14="http://schemas.microsoft.com/office/powerpoint/2010/main" val="3578916189"/>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Lawrence Partnership for Transition to Employment (LPTE) Resource Hub, with language translation and search boxes and section headers: Home, About, Events, Stories, Resources by Age, Resources by Topic, Glossary">
            <a:hlinkClick r:id="rId4"/>
            <a:extLst>
              <a:ext uri="{FF2B5EF4-FFF2-40B4-BE49-F238E27FC236}">
                <a16:creationId xmlns:a16="http://schemas.microsoft.com/office/drawing/2014/main" id="{75D61CE4-B384-C3D2-28DA-071A03EEFB0F}"/>
              </a:ext>
            </a:extLst>
          </p:cNvPr>
          <p:cNvPicPr>
            <a:picLocks noGrp="1" noChangeAspect="1"/>
          </p:cNvPicPr>
          <p:nvPr>
            <p:ph sz="half" idx="1"/>
          </p:nvPr>
        </p:nvPicPr>
        <p:blipFill>
          <a:blip r:embed="rId5"/>
          <a:stretch>
            <a:fillRect/>
          </a:stretch>
        </p:blipFill>
        <p:spPr>
          <a:xfrm>
            <a:off x="1355757" y="138929"/>
            <a:ext cx="9480485" cy="4147712"/>
          </a:xfrm>
          <a:prstGeom prst="rect">
            <a:avLst/>
          </a:prstGeom>
        </p:spPr>
      </p:pic>
      <p:sp>
        <p:nvSpPr>
          <p:cNvPr id="4" name="Slide Number Placeholder 3">
            <a:extLst>
              <a:ext uri="{FF2B5EF4-FFF2-40B4-BE49-F238E27FC236}">
                <a16:creationId xmlns:a16="http://schemas.microsoft.com/office/drawing/2014/main" id="{B9E57BDE-16A1-AFD6-67DA-EAF2D31C374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8DA54B3F-9D4B-3640-8055-EDBFC449BA57}"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grpSp>
        <p:nvGrpSpPr>
          <p:cNvPr id="18" name="Group 17">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9" name="Rectangle 18">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Diagram 5">
            <a:extLst>
              <a:ext uri="{FF2B5EF4-FFF2-40B4-BE49-F238E27FC236}">
                <a16:creationId xmlns:a16="http://schemas.microsoft.com/office/drawing/2014/main" id="{EC1D7855-6FF5-17D2-D20A-D78B5F5047AD}"/>
              </a:ext>
            </a:extLst>
          </p:cNvPr>
          <p:cNvGraphicFramePr/>
          <p:nvPr>
            <p:extLst>
              <p:ext uri="{D42A27DB-BD31-4B8C-83A1-F6EECF244321}">
                <p14:modId xmlns:p14="http://schemas.microsoft.com/office/powerpoint/2010/main" val="771804905"/>
              </p:ext>
            </p:extLst>
          </p:nvPr>
        </p:nvGraphicFramePr>
        <p:xfrm>
          <a:off x="278802" y="4469204"/>
          <a:ext cx="11191945" cy="206970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758624423"/>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8708C0-58BC-DCB7-7078-15E3E5C3F88D}"/>
              </a:ext>
            </a:extLst>
          </p:cNvPr>
          <p:cNvSpPr>
            <a:spLocks noGrp="1"/>
          </p:cNvSpPr>
          <p:nvPr>
            <p:ph type="title"/>
          </p:nvPr>
        </p:nvSpPr>
        <p:spPr>
          <a:xfrm>
            <a:off x="838200" y="365125"/>
            <a:ext cx="10515600" cy="1325563"/>
          </a:xfrm>
        </p:spPr>
        <p:txBody>
          <a:bodyPr>
            <a:normAutofit/>
          </a:bodyPr>
          <a:lstStyle/>
          <a:p>
            <a:r>
              <a:rPr lang="en-US"/>
              <a:t>Youth Employment Success Stories (YESS!)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F634345-C6E0-81F4-77BF-33C6EF9DD970}"/>
              </a:ext>
            </a:extLst>
          </p:cNvPr>
          <p:cNvSpPr>
            <a:spLocks noGrp="1"/>
          </p:cNvSpPr>
          <p:nvPr>
            <p:ph idx="1"/>
          </p:nvPr>
        </p:nvSpPr>
        <p:spPr>
          <a:xfrm>
            <a:off x="838200" y="1690688"/>
            <a:ext cx="10515600" cy="4351338"/>
          </a:xfrm>
        </p:spPr>
        <p:txBody>
          <a:bodyPr>
            <a:normAutofit/>
          </a:bodyPr>
          <a:lstStyle/>
          <a:p>
            <a:pPr marL="0" indent="0">
              <a:buNone/>
            </a:pPr>
            <a:r>
              <a:rPr lang="en-US"/>
              <a:t>Work Group on work experiences for students</a:t>
            </a:r>
          </a:p>
          <a:p>
            <a:pPr marL="0" indent="0">
              <a:buNone/>
            </a:pPr>
            <a:r>
              <a:rPr lang="en-US"/>
              <a:t>Goal - raise expectations for employment:</a:t>
            </a:r>
          </a:p>
          <a:p>
            <a:pPr lvl="1"/>
            <a:r>
              <a:rPr lang="en-US" sz="2800"/>
              <a:t>Inspire employment goals</a:t>
            </a:r>
          </a:p>
          <a:p>
            <a:pPr lvl="1"/>
            <a:r>
              <a:rPr lang="en-US" sz="2800"/>
              <a:t>Identify resources and strategies for job success</a:t>
            </a:r>
          </a:p>
          <a:p>
            <a:pPr lvl="1"/>
            <a:r>
              <a:rPr lang="en-US" sz="2800"/>
              <a:t>Show employers the benefits of hiring youth with disabilities</a:t>
            </a:r>
          </a:p>
          <a:p>
            <a:pPr marL="0" indent="0">
              <a:buNone/>
            </a:pPr>
            <a:r>
              <a:rPr lang="en-US"/>
              <a:t>Updates:</a:t>
            </a:r>
          </a:p>
          <a:p>
            <a:pPr lvl="1"/>
            <a:r>
              <a:rPr lang="en-US" sz="2800"/>
              <a:t>Will be on lpte.info soon –web and pdf (English and Spanish)</a:t>
            </a:r>
          </a:p>
          <a:p>
            <a:pPr lvl="1"/>
            <a:r>
              <a:rPr lang="en-US" sz="2800"/>
              <a:t>4 stories in development</a:t>
            </a:r>
          </a:p>
          <a:p>
            <a:pPr lvl="1"/>
            <a:r>
              <a:rPr lang="en-US" sz="2800"/>
              <a:t>We continue to look for more youth stories and employer stories</a:t>
            </a:r>
          </a:p>
        </p:txBody>
      </p:sp>
      <p:sp>
        <p:nvSpPr>
          <p:cNvPr id="4" name="Slide Number Placeholder 3">
            <a:extLst>
              <a:ext uri="{FF2B5EF4-FFF2-40B4-BE49-F238E27FC236}">
                <a16:creationId xmlns:a16="http://schemas.microsoft.com/office/drawing/2014/main" id="{155E20AC-21F9-9CE0-B804-5125DA0DBC62}"/>
              </a:ext>
            </a:extLst>
          </p:cNvPr>
          <p:cNvSpPr>
            <a:spLocks noGrp="1"/>
          </p:cNvSpPr>
          <p:nvPr>
            <p:ph type="sldNum" sz="quarter" idx="12"/>
          </p:nvPr>
        </p:nvSpPr>
        <p:spPr>
          <a:xfrm>
            <a:off x="8610600" y="6356350"/>
            <a:ext cx="2743200" cy="365125"/>
          </a:xfrm>
        </p:spPr>
        <p:txBody>
          <a:bodyPr>
            <a:normAutofit/>
          </a:bodyPr>
          <a:lstStyle/>
          <a:p>
            <a:pPr>
              <a:spcAft>
                <a:spcPts val="600"/>
              </a:spcAft>
            </a:pPr>
            <a:fld id="{8DA54B3F-9D4B-3640-8055-EDBFC449BA57}" type="slidenum">
              <a:rPr lang="en-US" smtClean="0"/>
              <a:pPr>
                <a:spcAft>
                  <a:spcPts val="600"/>
                </a:spcAft>
              </a:pPr>
              <a:t>19</a:t>
            </a:fld>
            <a:endParaRPr lang="en-US"/>
          </a:p>
        </p:txBody>
      </p:sp>
    </p:spTree>
    <p:extLst>
      <p:ext uri="{BB962C8B-B14F-4D97-AF65-F5344CB8AC3E}">
        <p14:creationId xmlns:p14="http://schemas.microsoft.com/office/powerpoint/2010/main" val="1487416552"/>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F6BD7-8C42-825D-6F7E-78C2B369F0E2}"/>
              </a:ext>
            </a:extLst>
          </p:cNvPr>
          <p:cNvSpPr>
            <a:spLocks noGrp="1"/>
          </p:cNvSpPr>
          <p:nvPr>
            <p:ph type="title"/>
          </p:nvPr>
        </p:nvSpPr>
        <p:spPr>
          <a:xfrm>
            <a:off x="182880" y="365126"/>
            <a:ext cx="12009120" cy="444772"/>
          </a:xfrm>
        </p:spPr>
        <p:txBody>
          <a:bodyPr>
            <a:normAutofit fontScale="90000"/>
          </a:bodyPr>
          <a:lstStyle/>
          <a:p>
            <a:r>
              <a:rPr lang="en-US"/>
              <a:t>Questions from BCCI (Remove this slide before sending/presenting</a:t>
            </a:r>
          </a:p>
        </p:txBody>
      </p:sp>
      <p:sp>
        <p:nvSpPr>
          <p:cNvPr id="3" name="Content Placeholder 2">
            <a:extLst>
              <a:ext uri="{FF2B5EF4-FFF2-40B4-BE49-F238E27FC236}">
                <a16:creationId xmlns:a16="http://schemas.microsoft.com/office/drawing/2014/main" id="{88EEEF70-EB23-E2EC-CD20-1A6C982F68BC}"/>
              </a:ext>
            </a:extLst>
          </p:cNvPr>
          <p:cNvSpPr>
            <a:spLocks noGrp="1"/>
          </p:cNvSpPr>
          <p:nvPr>
            <p:ph idx="1"/>
          </p:nvPr>
        </p:nvSpPr>
        <p:spPr>
          <a:xfrm>
            <a:off x="274320" y="1136469"/>
            <a:ext cx="11704320" cy="5585006"/>
          </a:xfrm>
        </p:spPr>
        <p:txBody>
          <a:bodyPr>
            <a:normAutofit/>
          </a:bodyPr>
          <a:lstStyle/>
          <a:p>
            <a:pPr marL="0" indent="0">
              <a:lnSpc>
                <a:spcPct val="100000"/>
              </a:lnSpc>
              <a:spcBef>
                <a:spcPts val="600"/>
              </a:spcBef>
              <a:buNone/>
            </a:pPr>
            <a:r>
              <a:rPr lang="en-US" sz="1600"/>
              <a:t>We are looking forward to the LPTE team joining us at the BCCI cohort meeting. Our Core group has reviewed your excellent website and we have the following questions.</a:t>
            </a:r>
          </a:p>
          <a:p>
            <a:pPr>
              <a:lnSpc>
                <a:spcPct val="100000"/>
              </a:lnSpc>
              <a:spcBef>
                <a:spcPts val="600"/>
              </a:spcBef>
            </a:pPr>
            <a:r>
              <a:rPr lang="en-US" sz="1600"/>
              <a:t>What have your </a:t>
            </a:r>
            <a:r>
              <a:rPr lang="en-US" sz="1600" b="1"/>
              <a:t>biggest challenges </a:t>
            </a:r>
            <a:r>
              <a:rPr lang="en-US" sz="1600"/>
              <a:t>been? </a:t>
            </a:r>
          </a:p>
          <a:p>
            <a:pPr>
              <a:lnSpc>
                <a:spcPct val="100000"/>
              </a:lnSpc>
              <a:spcBef>
                <a:spcPts val="600"/>
              </a:spcBef>
            </a:pPr>
            <a:r>
              <a:rPr lang="en-US" sz="1600"/>
              <a:t>What were their </a:t>
            </a:r>
            <a:r>
              <a:rPr lang="en-US" sz="1600" b="1"/>
              <a:t>most effective or positive partnerships </a:t>
            </a:r>
            <a:r>
              <a:rPr lang="en-US" sz="1600"/>
              <a:t>within the community?  </a:t>
            </a:r>
          </a:p>
          <a:p>
            <a:pPr>
              <a:lnSpc>
                <a:spcPct val="100000"/>
              </a:lnSpc>
              <a:spcBef>
                <a:spcPts val="600"/>
              </a:spcBef>
            </a:pPr>
            <a:r>
              <a:rPr lang="en-US" sz="1600"/>
              <a:t>The data about the desire of 9 – 12</a:t>
            </a:r>
            <a:r>
              <a:rPr lang="en-US" sz="1600" baseline="30000"/>
              <a:t>th</a:t>
            </a:r>
            <a:r>
              <a:rPr lang="en-US" sz="1600"/>
              <a:t> graders to work and the very low percentage of students who were receiving pre-employment training (12%) was stunning. A primary focus of the BCCI is helping students secure paid employment before high school exit. We are starting to work with students during their freshmen and sophomore years through the Work Early, Expect Success initiative. Are there other schools or providers who are doing particularly effective </a:t>
            </a:r>
            <a:r>
              <a:rPr lang="en-US" sz="1600" b="1"/>
              <a:t>vocational training for 9 – 12</a:t>
            </a:r>
            <a:r>
              <a:rPr lang="en-US" sz="1600" b="1" baseline="30000"/>
              <a:t>th</a:t>
            </a:r>
            <a:r>
              <a:rPr lang="en-US" sz="1600" b="1"/>
              <a:t> graders</a:t>
            </a:r>
            <a:r>
              <a:rPr lang="en-US" sz="1600"/>
              <a:t> in your area? If so, is anyone targeting freshmen and sophomores?  </a:t>
            </a:r>
          </a:p>
          <a:p>
            <a:pPr>
              <a:lnSpc>
                <a:spcPct val="100000"/>
              </a:lnSpc>
              <a:spcBef>
                <a:spcPts val="600"/>
              </a:spcBef>
            </a:pPr>
            <a:r>
              <a:rPr lang="en-US" sz="1600"/>
              <a:t>What do you credit your </a:t>
            </a:r>
            <a:r>
              <a:rPr lang="en-US" sz="1600" b="1"/>
              <a:t>success</a:t>
            </a:r>
            <a:r>
              <a:rPr lang="en-US" sz="1600"/>
              <a:t> to? What is your </a:t>
            </a:r>
            <a:r>
              <a:rPr lang="en-US" sz="1600" b="1"/>
              <a:t>secret sauce</a:t>
            </a:r>
            <a:r>
              <a:rPr lang="en-US" sz="1600"/>
              <a:t>? </a:t>
            </a:r>
          </a:p>
          <a:p>
            <a:pPr>
              <a:lnSpc>
                <a:spcPct val="100000"/>
              </a:lnSpc>
              <a:spcBef>
                <a:spcPts val="600"/>
              </a:spcBef>
            </a:pPr>
            <a:r>
              <a:rPr lang="en-US" sz="1600"/>
              <a:t>Was there something that you spent a lot of time on that </a:t>
            </a:r>
            <a:r>
              <a:rPr lang="en-US" sz="1600" b="1"/>
              <a:t>did not bring results</a:t>
            </a:r>
            <a:r>
              <a:rPr lang="en-US" sz="1600"/>
              <a:t>? </a:t>
            </a:r>
          </a:p>
          <a:p>
            <a:pPr>
              <a:lnSpc>
                <a:spcPct val="100000"/>
              </a:lnSpc>
              <a:spcBef>
                <a:spcPts val="600"/>
              </a:spcBef>
            </a:pPr>
            <a:r>
              <a:rPr lang="en-US" sz="1600"/>
              <a:t>What has </a:t>
            </a:r>
            <a:r>
              <a:rPr lang="en-US" sz="1600" b="1"/>
              <a:t>surprised you </a:t>
            </a:r>
            <a:r>
              <a:rPr lang="en-US" sz="1600"/>
              <a:t>most about this work? Or what is something that you didn’t consider that you </a:t>
            </a:r>
            <a:r>
              <a:rPr lang="en-US" sz="1600" b="1"/>
              <a:t>should have considered</a:t>
            </a:r>
            <a:r>
              <a:rPr lang="en-US" sz="1600"/>
              <a:t>? </a:t>
            </a:r>
          </a:p>
          <a:p>
            <a:pPr>
              <a:lnSpc>
                <a:spcPct val="100000"/>
              </a:lnSpc>
              <a:spcBef>
                <a:spcPts val="600"/>
              </a:spcBef>
            </a:pPr>
            <a:r>
              <a:rPr lang="en-US" sz="1600"/>
              <a:t>Top </a:t>
            </a:r>
            <a:r>
              <a:rPr lang="en-US" sz="1600" b="1"/>
              <a:t>3 primary learnings </a:t>
            </a:r>
            <a:r>
              <a:rPr lang="en-US" sz="1600"/>
              <a:t>from the process? </a:t>
            </a:r>
          </a:p>
          <a:p>
            <a:pPr>
              <a:lnSpc>
                <a:spcPct val="100000"/>
              </a:lnSpc>
              <a:spcBef>
                <a:spcPts val="600"/>
              </a:spcBef>
            </a:pPr>
            <a:r>
              <a:rPr lang="en-US" sz="1600"/>
              <a:t>You do a lot of parent driven work. </a:t>
            </a:r>
            <a:r>
              <a:rPr lang="en-US" sz="1600" b="1"/>
              <a:t>How have you benefitted </a:t>
            </a:r>
            <a:r>
              <a:rPr lang="en-US" sz="1600"/>
              <a:t>most </a:t>
            </a:r>
            <a:r>
              <a:rPr lang="en-US" sz="1600" b="1"/>
              <a:t>from parent engagement</a:t>
            </a:r>
            <a:r>
              <a:rPr lang="en-US" sz="1600"/>
              <a:t>? What has been most challenging about your work?  </a:t>
            </a:r>
          </a:p>
          <a:p>
            <a:pPr>
              <a:lnSpc>
                <a:spcPct val="100000"/>
              </a:lnSpc>
              <a:spcBef>
                <a:spcPts val="600"/>
              </a:spcBef>
            </a:pPr>
            <a:r>
              <a:rPr lang="en-US" sz="1600" b="1"/>
              <a:t>What have the parents</a:t>
            </a:r>
            <a:r>
              <a:rPr lang="en-US" sz="1600"/>
              <a:t> you have worked with </a:t>
            </a:r>
            <a:r>
              <a:rPr lang="en-US" sz="1600" b="1"/>
              <a:t>found most helpful </a:t>
            </a:r>
            <a:r>
              <a:rPr lang="en-US" sz="1600"/>
              <a:t>in this process?  </a:t>
            </a:r>
          </a:p>
          <a:p>
            <a:pPr>
              <a:lnSpc>
                <a:spcPct val="100000"/>
              </a:lnSpc>
              <a:spcBef>
                <a:spcPts val="600"/>
              </a:spcBef>
            </a:pPr>
            <a:r>
              <a:rPr lang="en-US" sz="1600"/>
              <a:t>Do you have guidance for us in effectively</a:t>
            </a:r>
            <a:r>
              <a:rPr lang="en-US" sz="1600" b="1"/>
              <a:t> collaborating with the school system</a:t>
            </a:r>
            <a:r>
              <a:rPr lang="en-US" sz="1600"/>
              <a:t>?  </a:t>
            </a:r>
          </a:p>
          <a:p>
            <a:pPr>
              <a:lnSpc>
                <a:spcPct val="100000"/>
              </a:lnSpc>
              <a:spcBef>
                <a:spcPts val="600"/>
              </a:spcBef>
            </a:pPr>
            <a:r>
              <a:rPr lang="en-US" sz="1600"/>
              <a:t>You have the Merrimack Valley One Stop Service Center. You are finalizing a resource hub. Is your </a:t>
            </a:r>
            <a:r>
              <a:rPr lang="en-US" sz="1600" b="1"/>
              <a:t>resource hub piggybacking on the Merrimack Valley Welcome Center? </a:t>
            </a:r>
          </a:p>
          <a:p>
            <a:pPr>
              <a:lnSpc>
                <a:spcPct val="100000"/>
              </a:lnSpc>
              <a:spcBef>
                <a:spcPts val="600"/>
              </a:spcBef>
            </a:pPr>
            <a:endParaRPr lang="en-US" sz="1600"/>
          </a:p>
        </p:txBody>
      </p:sp>
      <p:sp>
        <p:nvSpPr>
          <p:cNvPr id="4" name="Slide Number Placeholder 3">
            <a:extLst>
              <a:ext uri="{FF2B5EF4-FFF2-40B4-BE49-F238E27FC236}">
                <a16:creationId xmlns:a16="http://schemas.microsoft.com/office/drawing/2014/main" id="{04C82618-6389-9C4C-6953-45747B26DB86}"/>
              </a:ext>
            </a:extLst>
          </p:cNvPr>
          <p:cNvSpPr>
            <a:spLocks noGrp="1"/>
          </p:cNvSpPr>
          <p:nvPr>
            <p:ph type="sldNum" sz="quarter" idx="12"/>
          </p:nvPr>
        </p:nvSpPr>
        <p:spPr/>
        <p:txBody>
          <a:bodyPr/>
          <a:lstStyle/>
          <a:p>
            <a:fld id="{8DA54B3F-9D4B-3640-8055-EDBFC449BA57}" type="slidenum">
              <a:rPr lang="en-US" smtClean="0"/>
              <a:t>20</a:t>
            </a:fld>
            <a:endParaRPr lang="en-US"/>
          </a:p>
        </p:txBody>
      </p:sp>
    </p:spTree>
    <p:extLst>
      <p:ext uri="{BB962C8B-B14F-4D97-AF65-F5344CB8AC3E}">
        <p14:creationId xmlns:p14="http://schemas.microsoft.com/office/powerpoint/2010/main" val="1225869145"/>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C19241-5D70-8389-3F65-034EADC81628}"/>
              </a:ext>
            </a:extLst>
          </p:cNvPr>
          <p:cNvSpPr>
            <a:spLocks noGrp="1"/>
          </p:cNvSpPr>
          <p:nvPr>
            <p:ph type="title"/>
          </p:nvPr>
        </p:nvSpPr>
        <p:spPr>
          <a:xfrm>
            <a:off x="635000" y="640823"/>
            <a:ext cx="3418659" cy="5583148"/>
          </a:xfrm>
        </p:spPr>
        <p:txBody>
          <a:bodyPr anchor="ctr">
            <a:normAutofit/>
          </a:bodyPr>
          <a:lstStyle/>
          <a:p>
            <a:r>
              <a:rPr lang="en-US" sz="5400"/>
              <a:t>Challenges and What We’ve Tried</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B028C3C1-9759-A72A-9C85-29EED127FE7C}"/>
              </a:ext>
            </a:extLst>
          </p:cNvPr>
          <p:cNvSpPr>
            <a:spLocks noGrp="1"/>
          </p:cNvSpPr>
          <p:nvPr>
            <p:ph type="sldNum" sz="quarter" idx="12"/>
          </p:nvPr>
        </p:nvSpPr>
        <p:spPr>
          <a:xfrm>
            <a:off x="8610600" y="6356350"/>
            <a:ext cx="2743200" cy="365125"/>
          </a:xfrm>
        </p:spPr>
        <p:txBody>
          <a:bodyPr>
            <a:normAutofit/>
          </a:bodyPr>
          <a:lstStyle/>
          <a:p>
            <a:pPr>
              <a:spcAft>
                <a:spcPts val="600"/>
              </a:spcAft>
            </a:pPr>
            <a:fld id="{8DA54B3F-9D4B-3640-8055-EDBFC449BA57}" type="slidenum">
              <a:rPr lang="en-US" smtClean="0"/>
              <a:pPr>
                <a:spcAft>
                  <a:spcPts val="600"/>
                </a:spcAft>
              </a:pPr>
              <a:t>21</a:t>
            </a:fld>
            <a:endParaRPr lang="en-US"/>
          </a:p>
        </p:txBody>
      </p:sp>
      <p:graphicFrame>
        <p:nvGraphicFramePr>
          <p:cNvPr id="6" name="Content Placeholder 2">
            <a:extLst>
              <a:ext uri="{FF2B5EF4-FFF2-40B4-BE49-F238E27FC236}">
                <a16:creationId xmlns:a16="http://schemas.microsoft.com/office/drawing/2014/main" id="{66C72479-4768-E71E-F4F7-A60872D1131A}"/>
              </a:ext>
            </a:extLst>
          </p:cNvPr>
          <p:cNvGraphicFramePr>
            <a:graphicFrameLocks noGrp="1"/>
          </p:cNvGraphicFramePr>
          <p:nvPr>
            <p:ph idx="1"/>
            <p:extLst>
              <p:ext uri="{D42A27DB-BD31-4B8C-83A1-F6EECF244321}">
                <p14:modId xmlns:p14="http://schemas.microsoft.com/office/powerpoint/2010/main" val="133883077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17928375"/>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F9FB76-2006-7CC0-CFFC-3F8C9519BF24}"/>
              </a:ext>
            </a:extLst>
          </p:cNvPr>
          <p:cNvSpPr>
            <a:spLocks noGrp="1"/>
          </p:cNvSpPr>
          <p:nvPr>
            <p:ph type="title"/>
          </p:nvPr>
        </p:nvSpPr>
        <p:spPr>
          <a:xfrm>
            <a:off x="5297762" y="329184"/>
            <a:ext cx="6251110" cy="1783080"/>
          </a:xfrm>
        </p:spPr>
        <p:txBody>
          <a:bodyPr anchor="b">
            <a:normAutofit/>
          </a:bodyPr>
          <a:lstStyle/>
          <a:p>
            <a:r>
              <a:rPr lang="en-US" sz="5400" b="1"/>
              <a:t>Successes – what has worked?</a:t>
            </a:r>
          </a:p>
        </p:txBody>
      </p:sp>
      <p:pic>
        <p:nvPicPr>
          <p:cNvPr id="8" name="Graphic 7" descr="Colleagues huddle">
            <a:extLst>
              <a:ext uri="{FF2B5EF4-FFF2-40B4-BE49-F238E27FC236}">
                <a16:creationId xmlns:a16="http://schemas.microsoft.com/office/drawing/2014/main" id="{B6B54AE0-3173-E565-1282-61D9DF6DC3EE}"/>
              </a:ext>
            </a:extLst>
          </p:cNvPr>
          <p:cNvPicPr>
            <a:picLocks noChangeAspect="1"/>
          </p:cNvPicPr>
          <p:nvPr/>
        </p:nvPicPr>
        <p:blipFill>
          <a:blip r:embed="rId4">
            <a:alphaModFix amt="50000"/>
          </a:blip>
          <a:srcRect l="26199" r="28469"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F8B64E7-6537-83D0-AD6D-E313F436C28D}"/>
              </a:ext>
            </a:extLst>
          </p:cNvPr>
          <p:cNvSpPr>
            <a:spLocks noGrp="1"/>
          </p:cNvSpPr>
          <p:nvPr>
            <p:ph idx="1"/>
          </p:nvPr>
        </p:nvSpPr>
        <p:spPr>
          <a:xfrm>
            <a:off x="5297762" y="2706624"/>
            <a:ext cx="6251110" cy="3483864"/>
          </a:xfrm>
        </p:spPr>
        <p:txBody>
          <a:bodyPr vert="horz" lIns="91440" tIns="45720" rIns="91440" bIns="45720" rtlCol="0">
            <a:normAutofit/>
          </a:bodyPr>
          <a:lstStyle/>
          <a:p>
            <a:r>
              <a:rPr lang="en-US">
                <a:ea typeface="Calibri"/>
                <a:cs typeface="Calibri"/>
              </a:rPr>
              <a:t>Cross-agency collaboration</a:t>
            </a:r>
          </a:p>
          <a:p>
            <a:r>
              <a:rPr lang="en-US">
                <a:ea typeface="Calibri"/>
                <a:cs typeface="Calibri"/>
              </a:rPr>
              <a:t>Resource Hub</a:t>
            </a:r>
          </a:p>
          <a:p>
            <a:r>
              <a:rPr lang="en-US">
                <a:ea typeface="Calibri"/>
                <a:cs typeface="Calibri"/>
              </a:rPr>
              <a:t>Family Survey</a:t>
            </a:r>
          </a:p>
          <a:p>
            <a:r>
              <a:rPr lang="en-US">
                <a:ea typeface="Calibri"/>
                <a:cs typeface="Calibri"/>
              </a:rPr>
              <a:t>Merrimack Valley Welcome Center</a:t>
            </a:r>
          </a:p>
          <a:p>
            <a:r>
              <a:rPr lang="en-US">
                <a:ea typeface="Calibri"/>
                <a:cs typeface="Calibri"/>
              </a:rPr>
              <a:t>Collaboration between community Agencies and the Public School System</a:t>
            </a:r>
          </a:p>
        </p:txBody>
      </p:sp>
      <p:sp>
        <p:nvSpPr>
          <p:cNvPr id="4" name="Slide Number Placeholder 3">
            <a:extLst>
              <a:ext uri="{FF2B5EF4-FFF2-40B4-BE49-F238E27FC236}">
                <a16:creationId xmlns:a16="http://schemas.microsoft.com/office/drawing/2014/main" id="{CE729CDB-7B68-08A6-00F1-C54A00DCC9E1}"/>
              </a:ext>
            </a:extLst>
          </p:cNvPr>
          <p:cNvSpPr>
            <a:spLocks noGrp="1"/>
          </p:cNvSpPr>
          <p:nvPr>
            <p:ph type="sldNum" sz="quarter" idx="12"/>
          </p:nvPr>
        </p:nvSpPr>
        <p:spPr>
          <a:xfrm>
            <a:off x="10052978" y="6356350"/>
            <a:ext cx="1300821" cy="365125"/>
          </a:xfrm>
        </p:spPr>
        <p:txBody>
          <a:bodyPr>
            <a:normAutofit/>
          </a:bodyPr>
          <a:lstStyle/>
          <a:p>
            <a:pPr>
              <a:spcAft>
                <a:spcPts val="600"/>
              </a:spcAft>
            </a:pPr>
            <a:fld id="{8DA54B3F-9D4B-3640-8055-EDBFC449BA57}" type="slidenum">
              <a:rPr lang="en-US"/>
              <a:pPr>
                <a:spcAft>
                  <a:spcPts val="600"/>
                </a:spcAft>
              </a:pPr>
              <a:t>22</a:t>
            </a:fld>
            <a:endParaRPr lang="en-US"/>
          </a:p>
        </p:txBody>
      </p:sp>
    </p:spTree>
    <p:extLst>
      <p:ext uri="{BB962C8B-B14F-4D97-AF65-F5344CB8AC3E}">
        <p14:creationId xmlns:p14="http://schemas.microsoft.com/office/powerpoint/2010/main" val="1282789132"/>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73879E-289A-0A2F-7277-70E891471933}"/>
              </a:ext>
            </a:extLst>
          </p:cNvPr>
          <p:cNvSpPr>
            <a:spLocks noGrp="1"/>
          </p:cNvSpPr>
          <p:nvPr>
            <p:ph type="title"/>
          </p:nvPr>
        </p:nvSpPr>
        <p:spPr>
          <a:xfrm>
            <a:off x="838200" y="365125"/>
            <a:ext cx="10515600" cy="1325563"/>
          </a:xfrm>
        </p:spPr>
        <p:txBody>
          <a:bodyPr>
            <a:normAutofit/>
          </a:bodyPr>
          <a:lstStyle/>
          <a:p>
            <a:r>
              <a:rPr lang="en-US" sz="5400"/>
              <a:t>Some Lessons Learned</a:t>
            </a:r>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593AE8-CE27-066F-157B-1BFBF51A0216}"/>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3200">
                <a:ea typeface="Calibri"/>
                <a:cs typeface="Calibri"/>
              </a:rPr>
              <a:t>People value being at the table with one another - to meet and network, solve problems, and collaborate.</a:t>
            </a:r>
          </a:p>
          <a:p>
            <a:r>
              <a:rPr lang="en-US" sz="3200">
                <a:ea typeface="Calibri"/>
                <a:cs typeface="Calibri"/>
              </a:rPr>
              <a:t>Understand why people might not trust institutions (schools, government agencies, even providers). </a:t>
            </a:r>
          </a:p>
          <a:p>
            <a:r>
              <a:rPr lang="en-US" sz="3200">
                <a:ea typeface="Calibri"/>
                <a:cs typeface="Calibri"/>
              </a:rPr>
              <a:t>Work through existing networks to make new connections. </a:t>
            </a:r>
          </a:p>
          <a:p>
            <a:r>
              <a:rPr lang="en-US" sz="3200">
                <a:ea typeface="Calibri"/>
                <a:cs typeface="Calibri"/>
              </a:rPr>
              <a:t>Patience, kindness, and persistence are key.</a:t>
            </a:r>
          </a:p>
        </p:txBody>
      </p:sp>
      <p:sp>
        <p:nvSpPr>
          <p:cNvPr id="4" name="Slide Number Placeholder 3">
            <a:extLst>
              <a:ext uri="{FF2B5EF4-FFF2-40B4-BE49-F238E27FC236}">
                <a16:creationId xmlns:a16="http://schemas.microsoft.com/office/drawing/2014/main" id="{B7901F20-EEA5-6464-4804-3E219B2C31F8}"/>
              </a:ext>
            </a:extLst>
          </p:cNvPr>
          <p:cNvSpPr>
            <a:spLocks noGrp="1"/>
          </p:cNvSpPr>
          <p:nvPr>
            <p:ph type="sldNum" sz="quarter" idx="12"/>
          </p:nvPr>
        </p:nvSpPr>
        <p:spPr>
          <a:xfrm>
            <a:off x="8610600" y="6356350"/>
            <a:ext cx="2743200" cy="365125"/>
          </a:xfrm>
        </p:spPr>
        <p:txBody>
          <a:bodyPr>
            <a:normAutofit/>
          </a:bodyPr>
          <a:lstStyle/>
          <a:p>
            <a:pPr>
              <a:spcAft>
                <a:spcPts val="600"/>
              </a:spcAft>
            </a:pPr>
            <a:fld id="{8DA54B3F-9D4B-3640-8055-EDBFC449BA57}" type="slidenum">
              <a:rPr lang="en-US" smtClean="0"/>
              <a:pPr>
                <a:spcAft>
                  <a:spcPts val="600"/>
                </a:spcAft>
              </a:pPr>
              <a:t>23</a:t>
            </a:fld>
            <a:endParaRPr lang="en-US"/>
          </a:p>
        </p:txBody>
      </p:sp>
    </p:spTree>
    <p:extLst>
      <p:ext uri="{BB962C8B-B14F-4D97-AF65-F5344CB8AC3E}">
        <p14:creationId xmlns:p14="http://schemas.microsoft.com/office/powerpoint/2010/main" val="1168745786"/>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Logo for LPTE with clock tower">
            <a:extLst>
              <a:ext uri="{FF2B5EF4-FFF2-40B4-BE49-F238E27FC236}">
                <a16:creationId xmlns:a16="http://schemas.microsoft.com/office/drawing/2014/main" id="{763D4F2F-0B20-5A28-F29D-72335F043EF0}"/>
              </a:ext>
            </a:extLst>
          </p:cNvPr>
          <p:cNvPicPr>
            <a:picLocks noChangeAspect="1"/>
          </p:cNvPicPr>
          <p:nvPr/>
        </p:nvPicPr>
        <p:blipFill>
          <a:blip r:embed="rId2"/>
          <a:stretch>
            <a:fillRect/>
          </a:stretch>
        </p:blipFill>
        <p:spPr>
          <a:xfrm>
            <a:off x="107289" y="156879"/>
            <a:ext cx="1665962" cy="1532193"/>
          </a:xfrm>
          <a:prstGeom prst="rect">
            <a:avLst/>
          </a:prstGeom>
        </p:spPr>
      </p:pic>
      <p:sp>
        <p:nvSpPr>
          <p:cNvPr id="2" name="Title 1">
            <a:extLst>
              <a:ext uri="{FF2B5EF4-FFF2-40B4-BE49-F238E27FC236}">
                <a16:creationId xmlns:a16="http://schemas.microsoft.com/office/drawing/2014/main" id="{726A229B-4CFE-418B-3C77-97AB18CC9B8C}"/>
              </a:ext>
            </a:extLst>
          </p:cNvPr>
          <p:cNvSpPr>
            <a:spLocks noGrp="1"/>
          </p:cNvSpPr>
          <p:nvPr>
            <p:ph type="title"/>
          </p:nvPr>
        </p:nvSpPr>
        <p:spPr>
          <a:xfrm>
            <a:off x="1916483" y="258936"/>
            <a:ext cx="7102258" cy="1325563"/>
          </a:xfrm>
        </p:spPr>
        <p:txBody>
          <a:bodyPr/>
          <a:lstStyle/>
          <a:p>
            <a:r>
              <a:rPr lang="en-US"/>
              <a:t>Contact Us!</a:t>
            </a:r>
          </a:p>
        </p:txBody>
      </p:sp>
      <p:sp>
        <p:nvSpPr>
          <p:cNvPr id="3" name="Content Placeholder 2">
            <a:extLst>
              <a:ext uri="{FF2B5EF4-FFF2-40B4-BE49-F238E27FC236}">
                <a16:creationId xmlns:a16="http://schemas.microsoft.com/office/drawing/2014/main" id="{44A9ECB2-1617-7711-0428-120EE184B1EF}"/>
              </a:ext>
            </a:extLst>
          </p:cNvPr>
          <p:cNvSpPr>
            <a:spLocks noGrp="1"/>
          </p:cNvSpPr>
          <p:nvPr>
            <p:ph idx="1"/>
          </p:nvPr>
        </p:nvSpPr>
        <p:spPr>
          <a:xfrm>
            <a:off x="838200" y="1814786"/>
            <a:ext cx="10515600" cy="4424863"/>
          </a:xfrm>
        </p:spPr>
        <p:txBody>
          <a:bodyPr>
            <a:noAutofit/>
          </a:bodyPr>
          <a:lstStyle/>
          <a:p>
            <a:pPr marL="0" indent="0">
              <a:buNone/>
              <a:tabLst>
                <a:tab pos="5035550" algn="l"/>
              </a:tabLst>
            </a:pPr>
            <a:r>
              <a:rPr lang="en-US" b="1"/>
              <a:t>LPTE Project Staff</a:t>
            </a:r>
          </a:p>
          <a:p>
            <a:pPr indent="-3175" fontAlgn="t">
              <a:buNone/>
              <a:tabLst>
                <a:tab pos="5035550" algn="l"/>
              </a:tabLst>
            </a:pPr>
            <a:r>
              <a:rPr lang="en-US" i="0" u="none" strike="noStrike" kern="1200">
                <a:solidFill>
                  <a:srgbClr val="000000"/>
                </a:solidFill>
                <a:effectLst/>
                <a:ea typeface="Aptos" panose="020B0004020202020204" pitchFamily="34" charset="0"/>
                <a:cs typeface="Aptos" panose="020B0004020202020204" pitchFamily="34" charset="0"/>
              </a:rPr>
              <a:t>Allison B. Taylor, ICI</a:t>
            </a:r>
            <a:r>
              <a:rPr lang="en-US" b="1">
                <a:solidFill>
                  <a:srgbClr val="000000"/>
                </a:solidFill>
                <a:ea typeface="Aptos" panose="020B0004020202020204" pitchFamily="34" charset="0"/>
                <a:cs typeface="Aptos" panose="020B0004020202020204" pitchFamily="34" charset="0"/>
              </a:rPr>
              <a:t> </a:t>
            </a:r>
            <a:r>
              <a:rPr lang="en-US">
                <a:solidFill>
                  <a:srgbClr val="000000"/>
                </a:solidFill>
                <a:hlinkClick r:id="rId3"/>
              </a:rPr>
              <a:t>allison.taylor@umb.edu</a:t>
            </a:r>
            <a:endParaRPr lang="en-US">
              <a:solidFill>
                <a:srgbClr val="000000"/>
              </a:solidFill>
            </a:endParaRPr>
          </a:p>
          <a:p>
            <a:pPr indent="-3175" fontAlgn="t">
              <a:buNone/>
              <a:tabLst>
                <a:tab pos="5035550" algn="l"/>
              </a:tabLst>
            </a:pPr>
            <a:r>
              <a:rPr lang="en-US" b="0" i="0" u="none" strike="noStrike" kern="1200">
                <a:solidFill>
                  <a:srgbClr val="000000"/>
                </a:solidFill>
                <a:effectLst/>
              </a:rPr>
              <a:t>Esther Kamau, ICI </a:t>
            </a:r>
            <a:r>
              <a:rPr lang="en-US">
                <a:solidFill>
                  <a:srgbClr val="000000"/>
                </a:solidFill>
                <a:hlinkClick r:id="rId4"/>
              </a:rPr>
              <a:t>esther.kamau@umb.edu</a:t>
            </a:r>
            <a:endParaRPr lang="en-US">
              <a:solidFill>
                <a:srgbClr val="000000"/>
              </a:solidFill>
            </a:endParaRPr>
          </a:p>
          <a:p>
            <a:pPr indent="-3175" fontAlgn="t">
              <a:buNone/>
              <a:tabLst>
                <a:tab pos="5035550" algn="l"/>
              </a:tabLst>
            </a:pPr>
            <a:r>
              <a:rPr lang="en-US" b="0" i="0" u="none" strike="noStrike" kern="1200">
                <a:solidFill>
                  <a:srgbClr val="000000"/>
                </a:solidFill>
                <a:effectLst/>
              </a:rPr>
              <a:t>Rowan DeAza, The Arc of GHN </a:t>
            </a:r>
            <a:r>
              <a:rPr lang="pl-PL" b="0" i="0" u="none" strike="noStrike" kern="1200">
                <a:solidFill>
                  <a:srgbClr val="000000"/>
                </a:solidFill>
                <a:effectLst/>
                <a:ea typeface="Aptos" panose="020B0004020202020204" pitchFamily="34" charset="0"/>
                <a:cs typeface="Aptos" panose="020B0004020202020204" pitchFamily="34" charset="0"/>
                <a:hlinkClick r:id="rId5"/>
              </a:rPr>
              <a:t>Rowan.DeAza@thearcofghn.org</a:t>
            </a:r>
            <a:r>
              <a:rPr lang="en-US" b="0" i="0" u="none" strike="noStrike" kern="1200">
                <a:solidFill>
                  <a:srgbClr val="000000"/>
                </a:solidFill>
                <a:effectLst/>
                <a:ea typeface="Aptos" panose="020B0004020202020204" pitchFamily="34" charset="0"/>
                <a:cs typeface="Aptos" panose="020B0004020202020204" pitchFamily="34" charset="0"/>
              </a:rPr>
              <a:t> </a:t>
            </a:r>
            <a:endParaRPr lang="en-US">
              <a:solidFill>
                <a:srgbClr val="000000"/>
              </a:solidFill>
            </a:endParaRPr>
          </a:p>
          <a:p>
            <a:pPr indent="-3175" fontAlgn="t">
              <a:buNone/>
              <a:tabLst>
                <a:tab pos="5035550" algn="l"/>
              </a:tabLst>
            </a:pPr>
            <a:endParaRPr lang="en-US">
              <a:solidFill>
                <a:srgbClr val="000000"/>
              </a:solidFill>
            </a:endParaRPr>
          </a:p>
          <a:p>
            <a:pPr indent="-3175" fontAlgn="t">
              <a:buNone/>
              <a:tabLst>
                <a:tab pos="5035550" algn="l"/>
              </a:tabLst>
            </a:pPr>
            <a:r>
              <a:rPr lang="en-US">
                <a:solidFill>
                  <a:srgbClr val="000000"/>
                </a:solidFill>
              </a:rPr>
              <a:t>Oliver Lyons, ICI </a:t>
            </a:r>
            <a:r>
              <a:rPr lang="en-US">
                <a:solidFill>
                  <a:srgbClr val="000000"/>
                </a:solidFill>
                <a:hlinkClick r:id="rId6"/>
              </a:rPr>
              <a:t>oliver.lyons@umb.edu</a:t>
            </a:r>
            <a:endParaRPr lang="en-US">
              <a:solidFill>
                <a:srgbClr val="000000"/>
              </a:solidFill>
            </a:endParaRPr>
          </a:p>
          <a:p>
            <a:pPr indent="-3175" fontAlgn="t">
              <a:buNone/>
              <a:tabLst>
                <a:tab pos="5035550" algn="l"/>
              </a:tabLst>
            </a:pPr>
            <a:r>
              <a:rPr lang="en-US">
                <a:solidFill>
                  <a:srgbClr val="000000"/>
                </a:solidFill>
              </a:rPr>
              <a:t>Jennifer Bose, ICI </a:t>
            </a:r>
            <a:r>
              <a:rPr lang="en-US">
                <a:solidFill>
                  <a:srgbClr val="000000"/>
                </a:solidFill>
                <a:hlinkClick r:id="rId7"/>
              </a:rPr>
              <a:t>jennifer.bose@umb.edu</a:t>
            </a:r>
            <a:r>
              <a:rPr lang="en-US">
                <a:solidFill>
                  <a:srgbClr val="000000"/>
                </a:solidFill>
              </a:rPr>
              <a:t> </a:t>
            </a:r>
          </a:p>
          <a:p>
            <a:pPr indent="-3175" fontAlgn="t">
              <a:buNone/>
              <a:tabLst>
                <a:tab pos="5035550" algn="l"/>
              </a:tabLst>
            </a:pPr>
            <a:endParaRPr lang="en-US">
              <a:solidFill>
                <a:srgbClr val="000000"/>
              </a:solidFill>
            </a:endParaRPr>
          </a:p>
          <a:p>
            <a:pPr marL="0" indent="0">
              <a:buNone/>
            </a:pPr>
            <a:endParaRPr lang="en-US"/>
          </a:p>
        </p:txBody>
      </p:sp>
      <p:sp>
        <p:nvSpPr>
          <p:cNvPr id="4" name="Slide Number Placeholder 3">
            <a:extLst>
              <a:ext uri="{FF2B5EF4-FFF2-40B4-BE49-F238E27FC236}">
                <a16:creationId xmlns:a16="http://schemas.microsoft.com/office/drawing/2014/main" id="{FEBF167A-52D4-CE87-62DA-DD95E730D7F1}"/>
              </a:ext>
            </a:extLst>
          </p:cNvPr>
          <p:cNvSpPr>
            <a:spLocks noGrp="1"/>
          </p:cNvSpPr>
          <p:nvPr>
            <p:ph type="sldNum" sz="quarter" idx="12"/>
          </p:nvPr>
        </p:nvSpPr>
        <p:spPr/>
        <p:txBody>
          <a:bodyPr/>
          <a:lstStyle/>
          <a:p>
            <a:fld id="{8DA54B3F-9D4B-3640-8055-EDBFC449BA57}" type="slidenum">
              <a:rPr lang="en-US" smtClean="0"/>
              <a:t>24</a:t>
            </a:fld>
            <a:endParaRPr lang="en-US"/>
          </a:p>
        </p:txBody>
      </p:sp>
      <p:grpSp>
        <p:nvGrpSpPr>
          <p:cNvPr id="12" name="Group 11" descr="LPTE.info QR code">
            <a:extLst>
              <a:ext uri="{FF2B5EF4-FFF2-40B4-BE49-F238E27FC236}">
                <a16:creationId xmlns:a16="http://schemas.microsoft.com/office/drawing/2014/main" id="{42E0611E-B62A-B67D-868E-0EF991CD217E}"/>
              </a:ext>
            </a:extLst>
          </p:cNvPr>
          <p:cNvGrpSpPr/>
          <p:nvPr/>
        </p:nvGrpSpPr>
        <p:grpSpPr>
          <a:xfrm>
            <a:off x="9161973" y="200040"/>
            <a:ext cx="2642992" cy="2978063"/>
            <a:chOff x="9148688" y="450937"/>
            <a:chExt cx="2642992" cy="2978063"/>
          </a:xfrm>
        </p:grpSpPr>
        <p:sp>
          <p:nvSpPr>
            <p:cNvPr id="11" name="Rectangle: Rounded Corners 10">
              <a:extLst>
                <a:ext uri="{FF2B5EF4-FFF2-40B4-BE49-F238E27FC236}">
                  <a16:creationId xmlns:a16="http://schemas.microsoft.com/office/drawing/2014/main" id="{0833E16E-90D4-BE12-E8C2-8A1B97BC7D49}"/>
                </a:ext>
              </a:extLst>
            </p:cNvPr>
            <p:cNvSpPr/>
            <p:nvPr/>
          </p:nvSpPr>
          <p:spPr>
            <a:xfrm>
              <a:off x="9148688" y="450937"/>
              <a:ext cx="2642992" cy="2978063"/>
            </a:xfrm>
            <a:prstGeom prst="roundRect">
              <a:avLst/>
            </a:prstGeom>
            <a:ln w="63500"/>
            <a:effectLst>
              <a:outerShdw blurRad="50800" dist="38100" dir="2700000" sx="103000" sy="103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nvGrpSpPr>
            <p:cNvPr id="5" name="Group 4">
              <a:extLst>
                <a:ext uri="{FF2B5EF4-FFF2-40B4-BE49-F238E27FC236}">
                  <a16:creationId xmlns:a16="http://schemas.microsoft.com/office/drawing/2014/main" id="{36B56372-3149-57FD-AEFA-4BAA36084AA9}"/>
                </a:ext>
              </a:extLst>
            </p:cNvPr>
            <p:cNvGrpSpPr/>
            <p:nvPr/>
          </p:nvGrpSpPr>
          <p:grpSpPr>
            <a:xfrm>
              <a:off x="9437318" y="808951"/>
              <a:ext cx="2065733" cy="2425597"/>
              <a:chOff x="9513536" y="1008124"/>
              <a:chExt cx="1594901" cy="1872743"/>
            </a:xfrm>
          </p:grpSpPr>
          <p:pic>
            <p:nvPicPr>
              <p:cNvPr id="6" name="Picture 5" descr="QR code for LPTE.info">
                <a:extLst>
                  <a:ext uri="{FF2B5EF4-FFF2-40B4-BE49-F238E27FC236}">
                    <a16:creationId xmlns:a16="http://schemas.microsoft.com/office/drawing/2014/main" id="{B09CAAFD-A66C-8E09-31E5-E8390A2165B5}"/>
                  </a:ext>
                </a:extLst>
              </p:cNvPr>
              <p:cNvPicPr>
                <a:picLocks noChangeAspect="1"/>
              </p:cNvPicPr>
              <p:nvPr/>
            </p:nvPicPr>
            <p:blipFill>
              <a:blip r:embed="rId8"/>
              <a:stretch>
                <a:fillRect/>
              </a:stretch>
            </p:blipFill>
            <p:spPr>
              <a:xfrm>
                <a:off x="9624124" y="1008124"/>
                <a:ext cx="1373727" cy="1373727"/>
              </a:xfrm>
              <a:prstGeom prst="rect">
                <a:avLst/>
              </a:prstGeom>
            </p:spPr>
          </p:pic>
          <p:sp>
            <p:nvSpPr>
              <p:cNvPr id="7" name="TextBox 6">
                <a:extLst>
                  <a:ext uri="{FF2B5EF4-FFF2-40B4-BE49-F238E27FC236}">
                    <a16:creationId xmlns:a16="http://schemas.microsoft.com/office/drawing/2014/main" id="{F09B3DFE-0797-D0F5-F2F6-C05D44BCACF7}"/>
                  </a:ext>
                </a:extLst>
              </p:cNvPr>
              <p:cNvSpPr txBox="1"/>
              <p:nvPr/>
            </p:nvSpPr>
            <p:spPr>
              <a:xfrm>
                <a:off x="9513536" y="2381851"/>
                <a:ext cx="1594901" cy="499016"/>
              </a:xfrm>
              <a:prstGeom prst="rect">
                <a:avLst/>
              </a:prstGeom>
              <a:noFill/>
            </p:spPr>
            <p:txBody>
              <a:bodyPr wrap="square">
                <a:spAutoFit/>
              </a:bodyPr>
              <a:lstStyle/>
              <a:p>
                <a:pPr algn="ctr"/>
                <a:r>
                  <a:rPr lang="en-US" sz="3600" b="1" i="0" u="none" strike="noStrike" baseline="0">
                    <a:solidFill>
                      <a:srgbClr val="0562C1"/>
                    </a:solidFill>
                    <a:latin typeface="Myriad Pro Light Cond" panose="020B0406030403020204" pitchFamily="34" charset="0"/>
                  </a:rPr>
                  <a:t>LPTE.info </a:t>
                </a:r>
                <a:endParaRPr lang="en-US" sz="3600"/>
              </a:p>
            </p:txBody>
          </p:sp>
        </p:grpSp>
      </p:grpSp>
      <p:sp>
        <p:nvSpPr>
          <p:cNvPr id="10" name="TextBox 9">
            <a:extLst>
              <a:ext uri="{FF2B5EF4-FFF2-40B4-BE49-F238E27FC236}">
                <a16:creationId xmlns:a16="http://schemas.microsoft.com/office/drawing/2014/main" id="{65F21266-3431-3157-F364-19A79695984C}"/>
              </a:ext>
            </a:extLst>
          </p:cNvPr>
          <p:cNvSpPr txBox="1"/>
          <p:nvPr/>
        </p:nvSpPr>
        <p:spPr>
          <a:xfrm>
            <a:off x="-104384" y="6344222"/>
            <a:ext cx="12400768" cy="430887"/>
          </a:xfrm>
          <a:prstGeom prst="rect">
            <a:avLst/>
          </a:prstGeom>
          <a:solidFill>
            <a:schemeClr val="bg1"/>
          </a:solidFill>
        </p:spPr>
        <p:txBody>
          <a:bodyPr wrap="square" rtlCol="0">
            <a:spAutoFit/>
          </a:bodyPr>
          <a:lstStyle/>
          <a:p>
            <a:r>
              <a:rPr lang="en-US" sz="1100">
                <a:effectLst/>
                <a:latin typeface="Verdana" panose="020B0604030504040204" pitchFamily="34" charset="0"/>
                <a:ea typeface="Aptos" panose="020B0004020202020204" pitchFamily="34" charset="0"/>
                <a:cs typeface="Aptos" panose="020B0004020202020204" pitchFamily="34" charset="0"/>
              </a:rPr>
              <a:t>The contents of this presentation were developed under a grant from the Administration for Community Living (ACL), U.S. Department of Health and Human Services (HHS) (CFDA:93.631). The contents are those of the authors and do not necessarily represent the official views of, nor an endorsement by ACL, HHS, or the US Government.</a:t>
            </a:r>
            <a:endParaRPr lang="en-US" sz="1100"/>
          </a:p>
        </p:txBody>
      </p:sp>
    </p:spTree>
    <p:extLst>
      <p:ext uri="{BB962C8B-B14F-4D97-AF65-F5344CB8AC3E}">
        <p14:creationId xmlns:p14="http://schemas.microsoft.com/office/powerpoint/2010/main" val="3397180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8274f4d-2671-4cea-b4e9-629fb3577f2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98C2936023AE4E85D9A84B985FAEC2" ma:contentTypeVersion="17" ma:contentTypeDescription="Create a new document." ma:contentTypeScope="" ma:versionID="af2ea6a8a115a3c81755adff40e641ba">
  <xsd:schema xmlns:xsd="http://www.w3.org/2001/XMLSchema" xmlns:xs="http://www.w3.org/2001/XMLSchema" xmlns:p="http://schemas.microsoft.com/office/2006/metadata/properties" xmlns:ns2="d8274f4d-2671-4cea-b4e9-629fb3577f26" xmlns:ns3="45e8d23d-e2f4-43cb-a00d-6d574a4f885d" targetNamespace="http://schemas.microsoft.com/office/2006/metadata/properties" ma:root="true" ma:fieldsID="7b880d8b95571b298ef4be43583c64b0" ns2:_="" ns3:_="">
    <xsd:import namespace="d8274f4d-2671-4cea-b4e9-629fb3577f26"/>
    <xsd:import namespace="45e8d23d-e2f4-43cb-a00d-6d574a4f885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274f4d-2671-4cea-b4e9-629fb3577f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e8d23d-e2f4-43cb-a00d-6d574a4f885d"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5DC865-500B-46E4-9634-B62D2AE37BCB}">
  <ds:schemaRefs>
    <ds:schemaRef ds:uri="45e8d23d-e2f4-43cb-a00d-6d574a4f885d"/>
    <ds:schemaRef ds:uri="d8274f4d-2671-4cea-b4e9-629fb3577f2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717BD3C-41C2-4D9D-9799-FF84A1C10C9C}">
  <ds:schemaRefs>
    <ds:schemaRef ds:uri="45e8d23d-e2f4-43cb-a00d-6d574a4f885d"/>
    <ds:schemaRef ds:uri="d8274f4d-2671-4cea-b4e9-629fb3577f2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33EB676-CEEB-4B2B-A481-C949F51CB2C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20</Notes>
  <HiddenSlides>1</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Lawrence Partnership for Transition to Employment (LPTE)</vt:lpstr>
      <vt:lpstr>About the LPTE </vt:lpstr>
      <vt:lpstr>Goals of the LPTE</vt:lpstr>
      <vt:lpstr>6 Principles of Collaborating for Equity &amp; Justice</vt:lpstr>
      <vt:lpstr>LPTE Structure</vt:lpstr>
      <vt:lpstr>Who are the members of the LPTE Consortium?</vt:lpstr>
      <vt:lpstr>LPTE Process</vt:lpstr>
      <vt:lpstr>Community Conversations </vt:lpstr>
      <vt:lpstr>Community Landscape Analysis (CLA):  Summary of Findings</vt:lpstr>
      <vt:lpstr>1. Most Important Outcomes for Youth </vt:lpstr>
      <vt:lpstr>2. Strengths of the Community</vt:lpstr>
      <vt:lpstr>3. Strategic Priorities</vt:lpstr>
      <vt:lpstr>Strategic Priorities:  Work Groups</vt:lpstr>
      <vt:lpstr>2025-2026 Activities </vt:lpstr>
      <vt:lpstr>Family Survey</vt:lpstr>
      <vt:lpstr>Family Survey: Findings</vt:lpstr>
      <vt:lpstr>Parent/Family Engagement</vt:lpstr>
      <vt:lpstr>PowerPoint Presentation</vt:lpstr>
      <vt:lpstr>Youth Employment Success Stories (YESS!)</vt:lpstr>
      <vt:lpstr>Questions from BCCI (Remove this slide before sending/presenting</vt:lpstr>
      <vt:lpstr>Challenges and What We’ve Tried</vt:lpstr>
      <vt:lpstr>Successes – what has worked?</vt:lpstr>
      <vt:lpstr>Some Lessons Learned</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Jennifer Sulewski</dc:creator>
  <cp:revision>1</cp:revision>
  <dcterms:created xsi:type="dcterms:W3CDTF">2022-06-22T11:03:54Z</dcterms:created>
  <dcterms:modified xsi:type="dcterms:W3CDTF">2026-03-12T12:33:28Z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0x010100DE98C2936023AE4E85D9A84B985FAEC2</vt:lpwstr>
  </property>
  <property fmtid="{D5CDD505-2E9C-101B-9397-08002B2CF9AE}" pid="3" name="Order">
    <vt:r8>18600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_ColorTag">
    <vt:lpwstr/>
  </property>
  <property fmtid="{D5CDD505-2E9C-101B-9397-08002B2CF9AE}" pid="8" name="TriggerFlowInfo">
    <vt:lpwstr/>
  </property>
  <property fmtid="{D5CDD505-2E9C-101B-9397-08002B2CF9AE}" pid="9" name="_ColorHex">
    <vt:lpwstr/>
  </property>
  <property fmtid="{D5CDD505-2E9C-101B-9397-08002B2CF9AE}" pid="10" name="_Emoji">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