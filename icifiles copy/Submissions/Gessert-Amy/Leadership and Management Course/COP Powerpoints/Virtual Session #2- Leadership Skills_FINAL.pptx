
<file path=[Content_Types].xml><?xml version="1.0" encoding="utf-8"?>
<Types xmlns="http://schemas.openxmlformats.org/package/2006/content-types">
  <Default Extension="eps" ContentType="image/ep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03" r:id="rId4"/>
  </p:sldMasterIdLst>
  <p:notesMasterIdLst>
    <p:notesMasterId r:id="rId18"/>
  </p:notesMasterIdLst>
  <p:sldIdLst>
    <p:sldId id="256" r:id="rId5"/>
    <p:sldId id="3561" r:id="rId6"/>
    <p:sldId id="3563" r:id="rId7"/>
    <p:sldId id="497" r:id="rId8"/>
    <p:sldId id="277" r:id="rId9"/>
    <p:sldId id="266" r:id="rId10"/>
    <p:sldId id="259" r:id="rId11"/>
    <p:sldId id="1479" r:id="rId12"/>
    <p:sldId id="1480" r:id="rId13"/>
    <p:sldId id="1481" r:id="rId14"/>
    <p:sldId id="502" r:id="rId15"/>
    <p:sldId id="506" r:id="rId16"/>
    <p:sldId id="356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3F384E5-CB3D-C24D-A06B-6FC5F0C85919}">
          <p14:sldIdLst>
            <p14:sldId id="256"/>
            <p14:sldId id="3561"/>
            <p14:sldId id="3563"/>
            <p14:sldId id="497"/>
            <p14:sldId id="277"/>
            <p14:sldId id="266"/>
            <p14:sldId id="259"/>
            <p14:sldId id="1479"/>
            <p14:sldId id="1480"/>
            <p14:sldId id="1481"/>
          </p14:sldIdLst>
        </p14:section>
        <p14:section name="Untitled Section" id="{FB007EE1-944F-B142-BB6F-47E954C70203}">
          <p14:sldIdLst>
            <p14:sldId id="502"/>
            <p14:sldId id="506"/>
            <p14:sldId id="35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a:srgbClr val="FF9933"/>
    <a:srgbClr val="8D19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607816-C750-F153-AAA8-D7EAE7713C05}" v="3" dt="2025-11-25T19:29:27.6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14" y="12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EB54D7-D621-483C-A84E-6074B50A7E1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AE37FE82-56B3-4E38-88DE-5F5FF17D72D7}">
      <dgm:prSet/>
      <dgm:spPr/>
      <dgm:t>
        <a:bodyPr/>
        <a:lstStyle/>
        <a:p>
          <a:r>
            <a:rPr lang="en-US"/>
            <a:t>Course Modules:</a:t>
          </a:r>
        </a:p>
      </dgm:t>
    </dgm:pt>
    <dgm:pt modelId="{56706AFB-E480-41CF-9AD8-93423A8C7D55}" type="parTrans" cxnId="{366C4709-87C0-40AC-B78D-F4B81E505048}">
      <dgm:prSet/>
      <dgm:spPr/>
      <dgm:t>
        <a:bodyPr/>
        <a:lstStyle/>
        <a:p>
          <a:endParaRPr lang="en-US"/>
        </a:p>
      </dgm:t>
    </dgm:pt>
    <dgm:pt modelId="{380805CD-38AA-40E9-BA47-93249C489930}" type="sibTrans" cxnId="{366C4709-87C0-40AC-B78D-F4B81E505048}">
      <dgm:prSet/>
      <dgm:spPr/>
      <dgm:t>
        <a:bodyPr/>
        <a:lstStyle/>
        <a:p>
          <a:endParaRPr lang="en-US"/>
        </a:p>
      </dgm:t>
    </dgm:pt>
    <dgm:pt modelId="{2CC3325D-F26F-4169-A8F2-E9724DD9BF3E}">
      <dgm:prSet custT="1"/>
      <dgm:spPr/>
      <dgm:t>
        <a:bodyPr/>
        <a:lstStyle/>
        <a:p>
          <a:pPr rtl="0"/>
          <a:r>
            <a:rPr lang="en-US" sz="2200">
              <a:latin typeface="Calibri Light" panose="020F0302020204030204"/>
            </a:rPr>
            <a:t>#1: </a:t>
          </a:r>
          <a:r>
            <a:rPr lang="en-US" sz="2400">
              <a:latin typeface="Calibri Light" panose="020F0302020204030204"/>
            </a:rPr>
            <a:t>Course Orientation</a:t>
          </a:r>
          <a:endParaRPr lang="en-US" sz="2400"/>
        </a:p>
      </dgm:t>
    </dgm:pt>
    <dgm:pt modelId="{9F603017-AB6C-41A1-8370-359C4BAC0CDC}" type="parTrans" cxnId="{2040243A-CCBA-46F9-84AC-C440FEC0FABB}">
      <dgm:prSet/>
      <dgm:spPr/>
      <dgm:t>
        <a:bodyPr/>
        <a:lstStyle/>
        <a:p>
          <a:endParaRPr lang="en-US"/>
        </a:p>
      </dgm:t>
    </dgm:pt>
    <dgm:pt modelId="{7FB06108-F248-494E-9927-E529CB72C1A3}" type="sibTrans" cxnId="{2040243A-CCBA-46F9-84AC-C440FEC0FABB}">
      <dgm:prSet/>
      <dgm:spPr/>
      <dgm:t>
        <a:bodyPr/>
        <a:lstStyle/>
        <a:p>
          <a:endParaRPr lang="en-US"/>
        </a:p>
      </dgm:t>
    </dgm:pt>
    <dgm:pt modelId="{14A7E1AD-2AF7-45A4-8820-BB21B55E80B3}">
      <dgm:prSet custT="1"/>
      <dgm:spPr/>
      <dgm:t>
        <a:bodyPr/>
        <a:lstStyle/>
        <a:p>
          <a:pPr rtl="0"/>
          <a:r>
            <a:rPr lang="en-US" sz="2200">
              <a:latin typeface="Calibri Light" panose="020F0302020204030204"/>
            </a:rPr>
            <a:t>#2</a:t>
          </a:r>
          <a:r>
            <a:rPr lang="en-US" sz="2400">
              <a:latin typeface="Calibri Light" panose="020F0302020204030204"/>
            </a:rPr>
            <a:t>: Leadership</a:t>
          </a:r>
          <a:endParaRPr lang="en-US" sz="2400"/>
        </a:p>
      </dgm:t>
    </dgm:pt>
    <dgm:pt modelId="{17C9D00A-B296-4759-9DA6-F7B2D6755959}" type="parTrans" cxnId="{0A7EEEC7-D7C0-49BA-B739-32F518706FC7}">
      <dgm:prSet/>
      <dgm:spPr/>
      <dgm:t>
        <a:bodyPr/>
        <a:lstStyle/>
        <a:p>
          <a:endParaRPr lang="en-US"/>
        </a:p>
      </dgm:t>
    </dgm:pt>
    <dgm:pt modelId="{15B74401-03F9-405F-A3DD-DAFB79E4FF58}" type="sibTrans" cxnId="{0A7EEEC7-D7C0-49BA-B739-32F518706FC7}">
      <dgm:prSet/>
      <dgm:spPr/>
      <dgm:t>
        <a:bodyPr/>
        <a:lstStyle/>
        <a:p>
          <a:endParaRPr lang="en-US"/>
        </a:p>
      </dgm:t>
    </dgm:pt>
    <dgm:pt modelId="{085967A5-ED1D-4EBA-9005-7D51DCECA4E9}">
      <dgm:prSet custT="1"/>
      <dgm:spPr/>
      <dgm:t>
        <a:bodyPr/>
        <a:lstStyle/>
        <a:p>
          <a:pPr rtl="0"/>
          <a:r>
            <a:rPr lang="en-US" sz="2200">
              <a:latin typeface="Calibri Light" panose="020F0302020204030204"/>
            </a:rPr>
            <a:t>#3: </a:t>
          </a:r>
          <a:r>
            <a:rPr lang="en-US" sz="2400">
              <a:latin typeface="Calibri Light" panose="020F0302020204030204"/>
            </a:rPr>
            <a:t>History, Federal &amp; State Policy</a:t>
          </a:r>
          <a:endParaRPr lang="en-US" sz="2400"/>
        </a:p>
      </dgm:t>
    </dgm:pt>
    <dgm:pt modelId="{36C3DF61-826E-4171-BE3E-FD9A86745338}" type="parTrans" cxnId="{1309E725-CC5E-4132-84A8-BF2AA161CB98}">
      <dgm:prSet/>
      <dgm:spPr/>
      <dgm:t>
        <a:bodyPr/>
        <a:lstStyle/>
        <a:p>
          <a:endParaRPr lang="en-US"/>
        </a:p>
      </dgm:t>
    </dgm:pt>
    <dgm:pt modelId="{49A8EB24-0A6A-4DE2-8CD1-52FD2EAC7C77}" type="sibTrans" cxnId="{1309E725-CC5E-4132-84A8-BF2AA161CB98}">
      <dgm:prSet/>
      <dgm:spPr/>
      <dgm:t>
        <a:bodyPr/>
        <a:lstStyle/>
        <a:p>
          <a:endParaRPr lang="en-US"/>
        </a:p>
      </dgm:t>
    </dgm:pt>
    <dgm:pt modelId="{F7169AE5-6A52-44B5-960C-5CB238FCB3AF}">
      <dgm:prSet custT="1"/>
      <dgm:spPr/>
      <dgm:t>
        <a:bodyPr/>
        <a:lstStyle/>
        <a:p>
          <a:pPr rtl="0"/>
          <a:r>
            <a:rPr lang="en-US" sz="2500">
              <a:latin typeface="Calibri Light" panose="020F0302020204030204"/>
            </a:rPr>
            <a:t>#4: </a:t>
          </a:r>
          <a:r>
            <a:rPr lang="en-US" sz="2400">
              <a:latin typeface="Calibri Light" panose="020F0302020204030204"/>
            </a:rPr>
            <a:t>Aligning Mission, Vision and Values with Resources</a:t>
          </a:r>
          <a:endParaRPr lang="en-US" sz="2400"/>
        </a:p>
      </dgm:t>
    </dgm:pt>
    <dgm:pt modelId="{0F58CACE-73C4-4F24-959A-092D3DA1CCD8}" type="parTrans" cxnId="{FF5A95AB-2B87-428B-AA57-0EC1FF16D6D9}">
      <dgm:prSet/>
      <dgm:spPr/>
      <dgm:t>
        <a:bodyPr/>
        <a:lstStyle/>
        <a:p>
          <a:endParaRPr lang="en-US"/>
        </a:p>
      </dgm:t>
    </dgm:pt>
    <dgm:pt modelId="{5DF89232-F171-4899-B941-DEE49094AF51}" type="sibTrans" cxnId="{FF5A95AB-2B87-428B-AA57-0EC1FF16D6D9}">
      <dgm:prSet/>
      <dgm:spPr/>
      <dgm:t>
        <a:bodyPr/>
        <a:lstStyle/>
        <a:p>
          <a:endParaRPr lang="en-US"/>
        </a:p>
      </dgm:t>
    </dgm:pt>
    <dgm:pt modelId="{C42E9AED-CD48-4910-95F9-12030A6D1FC3}">
      <dgm:prSet custT="1"/>
      <dgm:spPr/>
      <dgm:t>
        <a:bodyPr/>
        <a:lstStyle/>
        <a:p>
          <a:pPr rtl="0"/>
          <a:r>
            <a:rPr lang="en-US" sz="2500">
              <a:latin typeface="Calibri Light" panose="020F0302020204030204"/>
            </a:rPr>
            <a:t>#5: </a:t>
          </a:r>
          <a:r>
            <a:rPr lang="en-US" sz="2400">
              <a:latin typeface="Calibri Light" panose="020F0302020204030204"/>
            </a:rPr>
            <a:t>Best Practices in Employment &amp; Day Services</a:t>
          </a:r>
        </a:p>
      </dgm:t>
    </dgm:pt>
    <dgm:pt modelId="{5CBD10CB-050E-46D3-A1AF-88A5DB69B196}" type="parTrans" cxnId="{559E8641-E56D-4934-960F-10E35B73DA58}">
      <dgm:prSet/>
      <dgm:spPr/>
      <dgm:t>
        <a:bodyPr/>
        <a:lstStyle/>
        <a:p>
          <a:endParaRPr lang="en-US"/>
        </a:p>
      </dgm:t>
    </dgm:pt>
    <dgm:pt modelId="{54D077E8-9E81-4DD3-908B-88AAD500F035}" type="sibTrans" cxnId="{559E8641-E56D-4934-960F-10E35B73DA58}">
      <dgm:prSet/>
      <dgm:spPr/>
      <dgm:t>
        <a:bodyPr/>
        <a:lstStyle/>
        <a:p>
          <a:endParaRPr lang="en-US"/>
        </a:p>
      </dgm:t>
    </dgm:pt>
    <dgm:pt modelId="{97695662-BAF3-4E1F-8297-856421E58B48}">
      <dgm:prSet custT="1"/>
      <dgm:spPr/>
      <dgm:t>
        <a:bodyPr/>
        <a:lstStyle/>
        <a:p>
          <a:pPr rtl="0"/>
          <a:r>
            <a:rPr lang="en-US" sz="2500">
              <a:latin typeface="Calibri Light" panose="020F0302020204030204"/>
            </a:rPr>
            <a:t>#7: </a:t>
          </a:r>
          <a:r>
            <a:rPr lang="en-US" sz="2400">
              <a:latin typeface="Calibri Light" panose="020F0302020204030204"/>
            </a:rPr>
            <a:t>Managing Through Change</a:t>
          </a:r>
          <a:endParaRPr lang="en-US" sz="2400"/>
        </a:p>
      </dgm:t>
    </dgm:pt>
    <dgm:pt modelId="{E1093A03-81D7-485A-BA2D-C079441AE6D3}" type="parTrans" cxnId="{727D08C6-5296-4532-8DFF-674B86CDBA42}">
      <dgm:prSet/>
      <dgm:spPr/>
      <dgm:t>
        <a:bodyPr/>
        <a:lstStyle/>
        <a:p>
          <a:endParaRPr lang="en-US"/>
        </a:p>
      </dgm:t>
    </dgm:pt>
    <dgm:pt modelId="{509960BB-4DBE-45D0-9B35-6890D22B38E4}" type="sibTrans" cxnId="{727D08C6-5296-4532-8DFF-674B86CDBA42}">
      <dgm:prSet/>
      <dgm:spPr/>
      <dgm:t>
        <a:bodyPr/>
        <a:lstStyle/>
        <a:p>
          <a:endParaRPr lang="en-US"/>
        </a:p>
      </dgm:t>
    </dgm:pt>
    <dgm:pt modelId="{F108ABD9-A924-4BB7-BFF2-605D8C1FF3FA}">
      <dgm:prSet custT="1"/>
      <dgm:spPr/>
      <dgm:t>
        <a:bodyPr/>
        <a:lstStyle/>
        <a:p>
          <a:pPr rtl="0"/>
          <a:r>
            <a:rPr lang="en-US" sz="2500">
              <a:latin typeface="Calibri Light" panose="020F0302020204030204"/>
            </a:rPr>
            <a:t>#8: </a:t>
          </a:r>
          <a:r>
            <a:rPr lang="en-US" sz="2400">
              <a:latin typeface="Calibri Light" panose="020F0302020204030204"/>
            </a:rPr>
            <a:t>Creating Systems for Quality Improvement</a:t>
          </a:r>
          <a:endParaRPr lang="en-US" sz="2400"/>
        </a:p>
      </dgm:t>
    </dgm:pt>
    <dgm:pt modelId="{ABFB948A-EBA6-466A-A7F3-A0B3B9605F80}" type="parTrans" cxnId="{C7EADB62-3832-425A-98E4-844FEA4DE3A4}">
      <dgm:prSet/>
      <dgm:spPr/>
      <dgm:t>
        <a:bodyPr/>
        <a:lstStyle/>
        <a:p>
          <a:endParaRPr lang="en-US"/>
        </a:p>
      </dgm:t>
    </dgm:pt>
    <dgm:pt modelId="{279F1544-58CD-4866-9D40-76552FD05F3D}" type="sibTrans" cxnId="{C7EADB62-3832-425A-98E4-844FEA4DE3A4}">
      <dgm:prSet/>
      <dgm:spPr/>
      <dgm:t>
        <a:bodyPr/>
        <a:lstStyle/>
        <a:p>
          <a:endParaRPr lang="en-US"/>
        </a:p>
      </dgm:t>
    </dgm:pt>
    <dgm:pt modelId="{7995E6A4-A7CD-4F3B-A121-FB3DE72AE6D0}">
      <dgm:prSet phldr="0"/>
      <dgm:spPr/>
      <dgm:t>
        <a:bodyPr/>
        <a:lstStyle/>
        <a:p>
          <a:r>
            <a:rPr lang="en-US" sz="2900">
              <a:latin typeface="Calibri Light" panose="020F0302020204030204"/>
            </a:rPr>
            <a:t>#6: Organizational </a:t>
          </a:r>
          <a:r>
            <a:rPr lang="en-US" sz="2400">
              <a:latin typeface="Calibri Light" panose="020F0302020204030204"/>
            </a:rPr>
            <a:t>Transformation (change)</a:t>
          </a:r>
          <a:endParaRPr lang="en-US"/>
        </a:p>
      </dgm:t>
    </dgm:pt>
    <dgm:pt modelId="{005CDABB-A1F9-4944-8FE1-88D835DD206B}" type="parTrans" cxnId="{3D820918-DC26-4502-B7E0-DAD9A29D845D}">
      <dgm:prSet/>
      <dgm:spPr/>
    </dgm:pt>
    <dgm:pt modelId="{AEDC54F5-F9A7-46F1-A620-B5CDC5F0330A}" type="sibTrans" cxnId="{3D820918-DC26-4502-B7E0-DAD9A29D845D}">
      <dgm:prSet/>
      <dgm:spPr/>
    </dgm:pt>
    <dgm:pt modelId="{370C5362-52EE-4A65-BD5B-6E96E1C312CA}" type="pres">
      <dgm:prSet presAssocID="{EDEB54D7-D621-483C-A84E-6074B50A7E19}" presName="vert0" presStyleCnt="0">
        <dgm:presLayoutVars>
          <dgm:dir/>
          <dgm:animOne val="branch"/>
          <dgm:animLvl val="lvl"/>
        </dgm:presLayoutVars>
      </dgm:prSet>
      <dgm:spPr/>
    </dgm:pt>
    <dgm:pt modelId="{71A6FFB3-8E4E-4E97-910C-C4CE9E85E9B5}" type="pres">
      <dgm:prSet presAssocID="{AE37FE82-56B3-4E38-88DE-5F5FF17D72D7}" presName="thickLine" presStyleLbl="alignNode1" presStyleIdx="0" presStyleCnt="1"/>
      <dgm:spPr/>
    </dgm:pt>
    <dgm:pt modelId="{27545458-E6AE-4EE5-B013-79572758E3B1}" type="pres">
      <dgm:prSet presAssocID="{AE37FE82-56B3-4E38-88DE-5F5FF17D72D7}" presName="horz1" presStyleCnt="0"/>
      <dgm:spPr/>
    </dgm:pt>
    <dgm:pt modelId="{5A8621F6-F0DF-4D30-B852-0D804578573A}" type="pres">
      <dgm:prSet presAssocID="{AE37FE82-56B3-4E38-88DE-5F5FF17D72D7}" presName="tx1" presStyleLbl="revTx" presStyleIdx="0" presStyleCnt="9"/>
      <dgm:spPr/>
    </dgm:pt>
    <dgm:pt modelId="{6C11AFC2-EC79-4BB8-A8DD-3A0AEA41D99F}" type="pres">
      <dgm:prSet presAssocID="{AE37FE82-56B3-4E38-88DE-5F5FF17D72D7}" presName="vert1" presStyleCnt="0"/>
      <dgm:spPr/>
    </dgm:pt>
    <dgm:pt modelId="{E9D7CAF6-93FB-4827-9C0B-822C03D798C1}" type="pres">
      <dgm:prSet presAssocID="{2CC3325D-F26F-4169-A8F2-E9724DD9BF3E}" presName="vertSpace2a" presStyleCnt="0"/>
      <dgm:spPr/>
    </dgm:pt>
    <dgm:pt modelId="{7950C0E4-6CCC-4231-981A-55D246474F65}" type="pres">
      <dgm:prSet presAssocID="{2CC3325D-F26F-4169-A8F2-E9724DD9BF3E}" presName="horz2" presStyleCnt="0"/>
      <dgm:spPr/>
    </dgm:pt>
    <dgm:pt modelId="{CA02B8A8-2BE4-49D4-8B4E-E186CC6CC69F}" type="pres">
      <dgm:prSet presAssocID="{2CC3325D-F26F-4169-A8F2-E9724DD9BF3E}" presName="horzSpace2" presStyleCnt="0"/>
      <dgm:spPr/>
    </dgm:pt>
    <dgm:pt modelId="{C5AD1EBC-771A-4521-9948-1B7625793B5E}" type="pres">
      <dgm:prSet presAssocID="{2CC3325D-F26F-4169-A8F2-E9724DD9BF3E}" presName="tx2" presStyleLbl="revTx" presStyleIdx="1" presStyleCnt="9"/>
      <dgm:spPr/>
    </dgm:pt>
    <dgm:pt modelId="{297F4D50-2455-415F-88C7-7FE529E5B2AC}" type="pres">
      <dgm:prSet presAssocID="{2CC3325D-F26F-4169-A8F2-E9724DD9BF3E}" presName="vert2" presStyleCnt="0"/>
      <dgm:spPr/>
    </dgm:pt>
    <dgm:pt modelId="{E43311EA-4DCE-488B-90E1-3B4D700F7498}" type="pres">
      <dgm:prSet presAssocID="{2CC3325D-F26F-4169-A8F2-E9724DD9BF3E}" presName="thinLine2b" presStyleLbl="callout" presStyleIdx="0" presStyleCnt="8"/>
      <dgm:spPr/>
    </dgm:pt>
    <dgm:pt modelId="{E58777EE-98EC-4652-8C24-FA72D0FEEA4C}" type="pres">
      <dgm:prSet presAssocID="{2CC3325D-F26F-4169-A8F2-E9724DD9BF3E}" presName="vertSpace2b" presStyleCnt="0"/>
      <dgm:spPr/>
    </dgm:pt>
    <dgm:pt modelId="{C1E2EA42-1E0B-4024-BD05-CF4059DA9E26}" type="pres">
      <dgm:prSet presAssocID="{14A7E1AD-2AF7-45A4-8820-BB21B55E80B3}" presName="horz2" presStyleCnt="0"/>
      <dgm:spPr/>
    </dgm:pt>
    <dgm:pt modelId="{75F0EB88-1B35-48A0-96ED-D5EBD92C108E}" type="pres">
      <dgm:prSet presAssocID="{14A7E1AD-2AF7-45A4-8820-BB21B55E80B3}" presName="horzSpace2" presStyleCnt="0"/>
      <dgm:spPr/>
    </dgm:pt>
    <dgm:pt modelId="{DF88638A-DF95-4A29-BEC7-71D9DC124D5D}" type="pres">
      <dgm:prSet presAssocID="{14A7E1AD-2AF7-45A4-8820-BB21B55E80B3}" presName="tx2" presStyleLbl="revTx" presStyleIdx="2" presStyleCnt="9"/>
      <dgm:spPr/>
    </dgm:pt>
    <dgm:pt modelId="{FE7E1F30-E6DB-404F-B1E7-DEE869C51ACB}" type="pres">
      <dgm:prSet presAssocID="{14A7E1AD-2AF7-45A4-8820-BB21B55E80B3}" presName="vert2" presStyleCnt="0"/>
      <dgm:spPr/>
    </dgm:pt>
    <dgm:pt modelId="{A3AA8138-E6E3-4901-B40F-AE22A8B80BDC}" type="pres">
      <dgm:prSet presAssocID="{14A7E1AD-2AF7-45A4-8820-BB21B55E80B3}" presName="thinLine2b" presStyleLbl="callout" presStyleIdx="1" presStyleCnt="8"/>
      <dgm:spPr/>
    </dgm:pt>
    <dgm:pt modelId="{FA25DA58-C114-48B4-A758-A4FEC190B55E}" type="pres">
      <dgm:prSet presAssocID="{14A7E1AD-2AF7-45A4-8820-BB21B55E80B3}" presName="vertSpace2b" presStyleCnt="0"/>
      <dgm:spPr/>
    </dgm:pt>
    <dgm:pt modelId="{A33F0341-0C1A-4ABF-84D8-ADC88E4F2B8F}" type="pres">
      <dgm:prSet presAssocID="{085967A5-ED1D-4EBA-9005-7D51DCECA4E9}" presName="horz2" presStyleCnt="0"/>
      <dgm:spPr/>
    </dgm:pt>
    <dgm:pt modelId="{359547D2-7764-4AD8-ACA6-AD7F3ACC2536}" type="pres">
      <dgm:prSet presAssocID="{085967A5-ED1D-4EBA-9005-7D51DCECA4E9}" presName="horzSpace2" presStyleCnt="0"/>
      <dgm:spPr/>
    </dgm:pt>
    <dgm:pt modelId="{8BF7B697-25E5-4012-9002-E1FDD58BE25E}" type="pres">
      <dgm:prSet presAssocID="{085967A5-ED1D-4EBA-9005-7D51DCECA4E9}" presName="tx2" presStyleLbl="revTx" presStyleIdx="3" presStyleCnt="9"/>
      <dgm:spPr/>
    </dgm:pt>
    <dgm:pt modelId="{5154C1F5-B1B1-4788-8250-34D36A850B97}" type="pres">
      <dgm:prSet presAssocID="{085967A5-ED1D-4EBA-9005-7D51DCECA4E9}" presName="vert2" presStyleCnt="0"/>
      <dgm:spPr/>
    </dgm:pt>
    <dgm:pt modelId="{9298CD09-4D7B-4D86-A0BE-EEB62C682110}" type="pres">
      <dgm:prSet presAssocID="{085967A5-ED1D-4EBA-9005-7D51DCECA4E9}" presName="thinLine2b" presStyleLbl="callout" presStyleIdx="2" presStyleCnt="8"/>
      <dgm:spPr/>
    </dgm:pt>
    <dgm:pt modelId="{9779F477-60AB-4537-86C1-5AA9E51F9703}" type="pres">
      <dgm:prSet presAssocID="{085967A5-ED1D-4EBA-9005-7D51DCECA4E9}" presName="vertSpace2b" presStyleCnt="0"/>
      <dgm:spPr/>
    </dgm:pt>
    <dgm:pt modelId="{501BF210-7C45-41B3-8085-D3D5F944CF4B}" type="pres">
      <dgm:prSet presAssocID="{F7169AE5-6A52-44B5-960C-5CB238FCB3AF}" presName="horz2" presStyleCnt="0"/>
      <dgm:spPr/>
    </dgm:pt>
    <dgm:pt modelId="{360FBA9D-6A30-4772-90BB-A1C6B3B03D43}" type="pres">
      <dgm:prSet presAssocID="{F7169AE5-6A52-44B5-960C-5CB238FCB3AF}" presName="horzSpace2" presStyleCnt="0"/>
      <dgm:spPr/>
    </dgm:pt>
    <dgm:pt modelId="{DC97B774-ED6A-4A03-AEBF-E0292D3FDE3C}" type="pres">
      <dgm:prSet presAssocID="{F7169AE5-6A52-44B5-960C-5CB238FCB3AF}" presName="tx2" presStyleLbl="revTx" presStyleIdx="4" presStyleCnt="9"/>
      <dgm:spPr/>
    </dgm:pt>
    <dgm:pt modelId="{E2FAE91C-6539-46F2-A2FD-EA5BDB92FD7E}" type="pres">
      <dgm:prSet presAssocID="{F7169AE5-6A52-44B5-960C-5CB238FCB3AF}" presName="vert2" presStyleCnt="0"/>
      <dgm:spPr/>
    </dgm:pt>
    <dgm:pt modelId="{5BC40D12-9011-433A-A04B-9BCA131DBE28}" type="pres">
      <dgm:prSet presAssocID="{F7169AE5-6A52-44B5-960C-5CB238FCB3AF}" presName="thinLine2b" presStyleLbl="callout" presStyleIdx="3" presStyleCnt="8"/>
      <dgm:spPr/>
    </dgm:pt>
    <dgm:pt modelId="{6F772D7D-4981-43DD-9D9A-5D529C1D48FA}" type="pres">
      <dgm:prSet presAssocID="{F7169AE5-6A52-44B5-960C-5CB238FCB3AF}" presName="vertSpace2b" presStyleCnt="0"/>
      <dgm:spPr/>
    </dgm:pt>
    <dgm:pt modelId="{B66C60BA-E89F-4CB3-BFBA-9895F9DF138E}" type="pres">
      <dgm:prSet presAssocID="{C42E9AED-CD48-4910-95F9-12030A6D1FC3}" presName="horz2" presStyleCnt="0"/>
      <dgm:spPr/>
    </dgm:pt>
    <dgm:pt modelId="{74D00BD3-1DAB-4F77-98F8-081289B8DE9B}" type="pres">
      <dgm:prSet presAssocID="{C42E9AED-CD48-4910-95F9-12030A6D1FC3}" presName="horzSpace2" presStyleCnt="0"/>
      <dgm:spPr/>
    </dgm:pt>
    <dgm:pt modelId="{F4A29DCF-D071-4E47-8BDD-A2005B33D97A}" type="pres">
      <dgm:prSet presAssocID="{C42E9AED-CD48-4910-95F9-12030A6D1FC3}" presName="tx2" presStyleLbl="revTx" presStyleIdx="5" presStyleCnt="9"/>
      <dgm:spPr/>
    </dgm:pt>
    <dgm:pt modelId="{00C7C469-9C8C-420D-800E-B58112412F15}" type="pres">
      <dgm:prSet presAssocID="{C42E9AED-CD48-4910-95F9-12030A6D1FC3}" presName="vert2" presStyleCnt="0"/>
      <dgm:spPr/>
    </dgm:pt>
    <dgm:pt modelId="{FEB5D30D-6345-4889-942B-10DA9BBA28B5}" type="pres">
      <dgm:prSet presAssocID="{C42E9AED-CD48-4910-95F9-12030A6D1FC3}" presName="thinLine2b" presStyleLbl="callout" presStyleIdx="4" presStyleCnt="8"/>
      <dgm:spPr/>
    </dgm:pt>
    <dgm:pt modelId="{A0C70EDB-F19B-421E-AF59-076ED368725F}" type="pres">
      <dgm:prSet presAssocID="{C42E9AED-CD48-4910-95F9-12030A6D1FC3}" presName="vertSpace2b" presStyleCnt="0"/>
      <dgm:spPr/>
    </dgm:pt>
    <dgm:pt modelId="{F3E2E957-B60A-4F2E-A694-94E9F0CC9AA2}" type="pres">
      <dgm:prSet presAssocID="{7995E6A4-A7CD-4F3B-A121-FB3DE72AE6D0}" presName="horz2" presStyleCnt="0"/>
      <dgm:spPr/>
    </dgm:pt>
    <dgm:pt modelId="{6E601B5A-00A0-469E-97D2-EC0C34557F83}" type="pres">
      <dgm:prSet presAssocID="{7995E6A4-A7CD-4F3B-A121-FB3DE72AE6D0}" presName="horzSpace2" presStyleCnt="0"/>
      <dgm:spPr/>
    </dgm:pt>
    <dgm:pt modelId="{32A0D42E-9CE2-4613-977B-5F4F93C67694}" type="pres">
      <dgm:prSet presAssocID="{7995E6A4-A7CD-4F3B-A121-FB3DE72AE6D0}" presName="tx2" presStyleLbl="revTx" presStyleIdx="6" presStyleCnt="9"/>
      <dgm:spPr/>
    </dgm:pt>
    <dgm:pt modelId="{498C9BE9-D751-4392-9934-B0F778C9DF12}" type="pres">
      <dgm:prSet presAssocID="{7995E6A4-A7CD-4F3B-A121-FB3DE72AE6D0}" presName="vert2" presStyleCnt="0"/>
      <dgm:spPr/>
    </dgm:pt>
    <dgm:pt modelId="{D175C1BB-D37C-4554-9B75-DF0C148450DE}" type="pres">
      <dgm:prSet presAssocID="{7995E6A4-A7CD-4F3B-A121-FB3DE72AE6D0}" presName="thinLine2b" presStyleLbl="callout" presStyleIdx="5" presStyleCnt="8"/>
      <dgm:spPr/>
    </dgm:pt>
    <dgm:pt modelId="{067307B5-437A-48AF-9D80-697FD164E23F}" type="pres">
      <dgm:prSet presAssocID="{7995E6A4-A7CD-4F3B-A121-FB3DE72AE6D0}" presName="vertSpace2b" presStyleCnt="0"/>
      <dgm:spPr/>
    </dgm:pt>
    <dgm:pt modelId="{A04C08B5-13F5-42B2-B572-E371F7DDA2F6}" type="pres">
      <dgm:prSet presAssocID="{97695662-BAF3-4E1F-8297-856421E58B48}" presName="horz2" presStyleCnt="0"/>
      <dgm:spPr/>
    </dgm:pt>
    <dgm:pt modelId="{163EE321-C741-40A2-965E-E0B0159235CE}" type="pres">
      <dgm:prSet presAssocID="{97695662-BAF3-4E1F-8297-856421E58B48}" presName="horzSpace2" presStyleCnt="0"/>
      <dgm:spPr/>
    </dgm:pt>
    <dgm:pt modelId="{07C958B4-D4CB-4F2C-ACA7-9FC2252BB31B}" type="pres">
      <dgm:prSet presAssocID="{97695662-BAF3-4E1F-8297-856421E58B48}" presName="tx2" presStyleLbl="revTx" presStyleIdx="7" presStyleCnt="9"/>
      <dgm:spPr/>
    </dgm:pt>
    <dgm:pt modelId="{4358DD4F-1AF4-4E4A-8C5E-9BC47ACC5CA3}" type="pres">
      <dgm:prSet presAssocID="{97695662-BAF3-4E1F-8297-856421E58B48}" presName="vert2" presStyleCnt="0"/>
      <dgm:spPr/>
    </dgm:pt>
    <dgm:pt modelId="{673488E1-7417-4C5A-91C8-59E80D8BEF85}" type="pres">
      <dgm:prSet presAssocID="{97695662-BAF3-4E1F-8297-856421E58B48}" presName="thinLine2b" presStyleLbl="callout" presStyleIdx="6" presStyleCnt="8"/>
      <dgm:spPr/>
    </dgm:pt>
    <dgm:pt modelId="{770E0B5B-F499-4354-B3C5-957D7426A058}" type="pres">
      <dgm:prSet presAssocID="{97695662-BAF3-4E1F-8297-856421E58B48}" presName="vertSpace2b" presStyleCnt="0"/>
      <dgm:spPr/>
    </dgm:pt>
    <dgm:pt modelId="{EF81F41C-FA12-4F87-BB94-85DA5569CC8A}" type="pres">
      <dgm:prSet presAssocID="{F108ABD9-A924-4BB7-BFF2-605D8C1FF3FA}" presName="horz2" presStyleCnt="0"/>
      <dgm:spPr/>
    </dgm:pt>
    <dgm:pt modelId="{3F966176-B381-47D0-8823-428D8C106C8B}" type="pres">
      <dgm:prSet presAssocID="{F108ABD9-A924-4BB7-BFF2-605D8C1FF3FA}" presName="horzSpace2" presStyleCnt="0"/>
      <dgm:spPr/>
    </dgm:pt>
    <dgm:pt modelId="{7A75A819-A64D-4F4D-96D8-B22078B63A4C}" type="pres">
      <dgm:prSet presAssocID="{F108ABD9-A924-4BB7-BFF2-605D8C1FF3FA}" presName="tx2" presStyleLbl="revTx" presStyleIdx="8" presStyleCnt="9"/>
      <dgm:spPr/>
    </dgm:pt>
    <dgm:pt modelId="{486DA54C-0039-4953-8C22-B5576B39F59C}" type="pres">
      <dgm:prSet presAssocID="{F108ABD9-A924-4BB7-BFF2-605D8C1FF3FA}" presName="vert2" presStyleCnt="0"/>
      <dgm:spPr/>
    </dgm:pt>
    <dgm:pt modelId="{547B8CFE-C1F6-4718-AFAD-3674CDE53DB2}" type="pres">
      <dgm:prSet presAssocID="{F108ABD9-A924-4BB7-BFF2-605D8C1FF3FA}" presName="thinLine2b" presStyleLbl="callout" presStyleIdx="7" presStyleCnt="8"/>
      <dgm:spPr/>
    </dgm:pt>
    <dgm:pt modelId="{A04433FE-0CDB-48CD-8A88-B12EE4124E14}" type="pres">
      <dgm:prSet presAssocID="{F108ABD9-A924-4BB7-BFF2-605D8C1FF3FA}" presName="vertSpace2b" presStyleCnt="0"/>
      <dgm:spPr/>
    </dgm:pt>
  </dgm:ptLst>
  <dgm:cxnLst>
    <dgm:cxn modelId="{366C4709-87C0-40AC-B78D-F4B81E505048}" srcId="{EDEB54D7-D621-483C-A84E-6074B50A7E19}" destId="{AE37FE82-56B3-4E38-88DE-5F5FF17D72D7}" srcOrd="0" destOrd="0" parTransId="{56706AFB-E480-41CF-9AD8-93423A8C7D55}" sibTransId="{380805CD-38AA-40E9-BA47-93249C489930}"/>
    <dgm:cxn modelId="{3D820918-DC26-4502-B7E0-DAD9A29D845D}" srcId="{AE37FE82-56B3-4E38-88DE-5F5FF17D72D7}" destId="{7995E6A4-A7CD-4F3B-A121-FB3DE72AE6D0}" srcOrd="5" destOrd="0" parTransId="{005CDABB-A1F9-4944-8FE1-88D835DD206B}" sibTransId="{AEDC54F5-F9A7-46F1-A620-B5CDC5F0330A}"/>
    <dgm:cxn modelId="{8E20F91A-472E-42A5-AADB-217E5F30C0C0}" type="presOf" srcId="{14A7E1AD-2AF7-45A4-8820-BB21B55E80B3}" destId="{DF88638A-DF95-4A29-BEC7-71D9DC124D5D}" srcOrd="0" destOrd="0" presId="urn:microsoft.com/office/officeart/2008/layout/LinedList"/>
    <dgm:cxn modelId="{1309E725-CC5E-4132-84A8-BF2AA161CB98}" srcId="{AE37FE82-56B3-4E38-88DE-5F5FF17D72D7}" destId="{085967A5-ED1D-4EBA-9005-7D51DCECA4E9}" srcOrd="2" destOrd="0" parTransId="{36C3DF61-826E-4171-BE3E-FD9A86745338}" sibTransId="{49A8EB24-0A6A-4DE2-8CD1-52FD2EAC7C77}"/>
    <dgm:cxn modelId="{EAD86D2F-C7A7-4513-AE5C-C724DB223BA0}" type="presOf" srcId="{2CC3325D-F26F-4169-A8F2-E9724DD9BF3E}" destId="{C5AD1EBC-771A-4521-9948-1B7625793B5E}" srcOrd="0" destOrd="0" presId="urn:microsoft.com/office/officeart/2008/layout/LinedList"/>
    <dgm:cxn modelId="{2040243A-CCBA-46F9-84AC-C440FEC0FABB}" srcId="{AE37FE82-56B3-4E38-88DE-5F5FF17D72D7}" destId="{2CC3325D-F26F-4169-A8F2-E9724DD9BF3E}" srcOrd="0" destOrd="0" parTransId="{9F603017-AB6C-41A1-8370-359C4BAC0CDC}" sibTransId="{7FB06108-F248-494E-9927-E529CB72C1A3}"/>
    <dgm:cxn modelId="{559E8641-E56D-4934-960F-10E35B73DA58}" srcId="{AE37FE82-56B3-4E38-88DE-5F5FF17D72D7}" destId="{C42E9AED-CD48-4910-95F9-12030A6D1FC3}" srcOrd="4" destOrd="0" parTransId="{5CBD10CB-050E-46D3-A1AF-88A5DB69B196}" sibTransId="{54D077E8-9E81-4DD3-908B-88AAD500F035}"/>
    <dgm:cxn modelId="{C7EADB62-3832-425A-98E4-844FEA4DE3A4}" srcId="{AE37FE82-56B3-4E38-88DE-5F5FF17D72D7}" destId="{F108ABD9-A924-4BB7-BFF2-605D8C1FF3FA}" srcOrd="7" destOrd="0" parTransId="{ABFB948A-EBA6-466A-A7F3-A0B3B9605F80}" sibTransId="{279F1544-58CD-4866-9D40-76552FD05F3D}"/>
    <dgm:cxn modelId="{5BE3DD64-EDEB-4D43-A802-1F2CC28E2F5F}" type="presOf" srcId="{7995E6A4-A7CD-4F3B-A121-FB3DE72AE6D0}" destId="{32A0D42E-9CE2-4613-977B-5F4F93C67694}" srcOrd="0" destOrd="0" presId="urn:microsoft.com/office/officeart/2008/layout/LinedList"/>
    <dgm:cxn modelId="{6FAA5875-0D27-48E7-ACD4-8C08B0C9A2E1}" type="presOf" srcId="{F7169AE5-6A52-44B5-960C-5CB238FCB3AF}" destId="{DC97B774-ED6A-4A03-AEBF-E0292D3FDE3C}" srcOrd="0" destOrd="0" presId="urn:microsoft.com/office/officeart/2008/layout/LinedList"/>
    <dgm:cxn modelId="{3A35AB7A-2F0E-4771-8767-4A956F15F6FD}" type="presOf" srcId="{C42E9AED-CD48-4910-95F9-12030A6D1FC3}" destId="{F4A29DCF-D071-4E47-8BDD-A2005B33D97A}" srcOrd="0" destOrd="0" presId="urn:microsoft.com/office/officeart/2008/layout/LinedList"/>
    <dgm:cxn modelId="{DF42677B-3FB4-46C2-A813-0B67047FDB2E}" type="presOf" srcId="{EDEB54D7-D621-483C-A84E-6074B50A7E19}" destId="{370C5362-52EE-4A65-BD5B-6E96E1C312CA}" srcOrd="0" destOrd="0" presId="urn:microsoft.com/office/officeart/2008/layout/LinedList"/>
    <dgm:cxn modelId="{DF094F7B-5090-48D4-8B69-FBCE4B0C36A1}" type="presOf" srcId="{F108ABD9-A924-4BB7-BFF2-605D8C1FF3FA}" destId="{7A75A819-A64D-4F4D-96D8-B22078B63A4C}" srcOrd="0" destOrd="0" presId="urn:microsoft.com/office/officeart/2008/layout/LinedList"/>
    <dgm:cxn modelId="{E5FED383-5409-4584-9719-D5B4DBC59CA0}" type="presOf" srcId="{97695662-BAF3-4E1F-8297-856421E58B48}" destId="{07C958B4-D4CB-4F2C-ACA7-9FC2252BB31B}" srcOrd="0" destOrd="0" presId="urn:microsoft.com/office/officeart/2008/layout/LinedList"/>
    <dgm:cxn modelId="{FF5A95AB-2B87-428B-AA57-0EC1FF16D6D9}" srcId="{AE37FE82-56B3-4E38-88DE-5F5FF17D72D7}" destId="{F7169AE5-6A52-44B5-960C-5CB238FCB3AF}" srcOrd="3" destOrd="0" parTransId="{0F58CACE-73C4-4F24-959A-092D3DA1CCD8}" sibTransId="{5DF89232-F171-4899-B941-DEE49094AF51}"/>
    <dgm:cxn modelId="{727D08C6-5296-4532-8DFF-674B86CDBA42}" srcId="{AE37FE82-56B3-4E38-88DE-5F5FF17D72D7}" destId="{97695662-BAF3-4E1F-8297-856421E58B48}" srcOrd="6" destOrd="0" parTransId="{E1093A03-81D7-485A-BA2D-C079441AE6D3}" sibTransId="{509960BB-4DBE-45D0-9B35-6890D22B38E4}"/>
    <dgm:cxn modelId="{0A7EEEC7-D7C0-49BA-B739-32F518706FC7}" srcId="{AE37FE82-56B3-4E38-88DE-5F5FF17D72D7}" destId="{14A7E1AD-2AF7-45A4-8820-BB21B55E80B3}" srcOrd="1" destOrd="0" parTransId="{17C9D00A-B296-4759-9DA6-F7B2D6755959}" sibTransId="{15B74401-03F9-405F-A3DD-DAFB79E4FF58}"/>
    <dgm:cxn modelId="{4F9980ED-6AEF-4D87-8D60-ED254DDE2FA3}" type="presOf" srcId="{085967A5-ED1D-4EBA-9005-7D51DCECA4E9}" destId="{8BF7B697-25E5-4012-9002-E1FDD58BE25E}" srcOrd="0" destOrd="0" presId="urn:microsoft.com/office/officeart/2008/layout/LinedList"/>
    <dgm:cxn modelId="{0E9796FE-D2BF-4402-B214-B49C72C188A3}" type="presOf" srcId="{AE37FE82-56B3-4E38-88DE-5F5FF17D72D7}" destId="{5A8621F6-F0DF-4D30-B852-0D804578573A}" srcOrd="0" destOrd="0" presId="urn:microsoft.com/office/officeart/2008/layout/LinedList"/>
    <dgm:cxn modelId="{AF28A8FA-B8C2-4C11-AB32-C90B59ADFEC2}" type="presParOf" srcId="{370C5362-52EE-4A65-BD5B-6E96E1C312CA}" destId="{71A6FFB3-8E4E-4E97-910C-C4CE9E85E9B5}" srcOrd="0" destOrd="0" presId="urn:microsoft.com/office/officeart/2008/layout/LinedList"/>
    <dgm:cxn modelId="{5FAE52D6-91CD-4342-9390-6E2630B0E2CB}" type="presParOf" srcId="{370C5362-52EE-4A65-BD5B-6E96E1C312CA}" destId="{27545458-E6AE-4EE5-B013-79572758E3B1}" srcOrd="1" destOrd="0" presId="urn:microsoft.com/office/officeart/2008/layout/LinedList"/>
    <dgm:cxn modelId="{F2AF731E-F615-496B-B6F9-0B205A02B5B5}" type="presParOf" srcId="{27545458-E6AE-4EE5-B013-79572758E3B1}" destId="{5A8621F6-F0DF-4D30-B852-0D804578573A}" srcOrd="0" destOrd="0" presId="urn:microsoft.com/office/officeart/2008/layout/LinedList"/>
    <dgm:cxn modelId="{720A0EB1-F875-41FE-A554-3631F54396EC}" type="presParOf" srcId="{27545458-E6AE-4EE5-B013-79572758E3B1}" destId="{6C11AFC2-EC79-4BB8-A8DD-3A0AEA41D99F}" srcOrd="1" destOrd="0" presId="urn:microsoft.com/office/officeart/2008/layout/LinedList"/>
    <dgm:cxn modelId="{7C7AB5EC-5CB7-43FD-AF2B-A9BC801FAC9E}" type="presParOf" srcId="{6C11AFC2-EC79-4BB8-A8DD-3A0AEA41D99F}" destId="{E9D7CAF6-93FB-4827-9C0B-822C03D798C1}" srcOrd="0" destOrd="0" presId="urn:microsoft.com/office/officeart/2008/layout/LinedList"/>
    <dgm:cxn modelId="{6D1EB3FD-A647-474C-97D8-304663E7CCFB}" type="presParOf" srcId="{6C11AFC2-EC79-4BB8-A8DD-3A0AEA41D99F}" destId="{7950C0E4-6CCC-4231-981A-55D246474F65}" srcOrd="1" destOrd="0" presId="urn:microsoft.com/office/officeart/2008/layout/LinedList"/>
    <dgm:cxn modelId="{427F4804-D94A-4BE9-B6F0-C5742811B3D9}" type="presParOf" srcId="{7950C0E4-6CCC-4231-981A-55D246474F65}" destId="{CA02B8A8-2BE4-49D4-8B4E-E186CC6CC69F}" srcOrd="0" destOrd="0" presId="urn:microsoft.com/office/officeart/2008/layout/LinedList"/>
    <dgm:cxn modelId="{CB1C5207-966C-42A4-A6E6-F1573752B1A0}" type="presParOf" srcId="{7950C0E4-6CCC-4231-981A-55D246474F65}" destId="{C5AD1EBC-771A-4521-9948-1B7625793B5E}" srcOrd="1" destOrd="0" presId="urn:microsoft.com/office/officeart/2008/layout/LinedList"/>
    <dgm:cxn modelId="{2BF01F01-201D-4928-BFBA-E78CE83C5CE3}" type="presParOf" srcId="{7950C0E4-6CCC-4231-981A-55D246474F65}" destId="{297F4D50-2455-415F-88C7-7FE529E5B2AC}" srcOrd="2" destOrd="0" presId="urn:microsoft.com/office/officeart/2008/layout/LinedList"/>
    <dgm:cxn modelId="{3713282D-6266-4B18-9AE5-80587FDC8708}" type="presParOf" srcId="{6C11AFC2-EC79-4BB8-A8DD-3A0AEA41D99F}" destId="{E43311EA-4DCE-488B-90E1-3B4D700F7498}" srcOrd="2" destOrd="0" presId="urn:microsoft.com/office/officeart/2008/layout/LinedList"/>
    <dgm:cxn modelId="{F44D650C-3459-4C5E-AF06-B79043A6D4ED}" type="presParOf" srcId="{6C11AFC2-EC79-4BB8-A8DD-3A0AEA41D99F}" destId="{E58777EE-98EC-4652-8C24-FA72D0FEEA4C}" srcOrd="3" destOrd="0" presId="urn:microsoft.com/office/officeart/2008/layout/LinedList"/>
    <dgm:cxn modelId="{4EDCB72C-BE97-47B8-83AF-7C078BBB17F9}" type="presParOf" srcId="{6C11AFC2-EC79-4BB8-A8DD-3A0AEA41D99F}" destId="{C1E2EA42-1E0B-4024-BD05-CF4059DA9E26}" srcOrd="4" destOrd="0" presId="urn:microsoft.com/office/officeart/2008/layout/LinedList"/>
    <dgm:cxn modelId="{0DB52452-0104-47C0-855E-FD4B83D4B63E}" type="presParOf" srcId="{C1E2EA42-1E0B-4024-BD05-CF4059DA9E26}" destId="{75F0EB88-1B35-48A0-96ED-D5EBD92C108E}" srcOrd="0" destOrd="0" presId="urn:microsoft.com/office/officeart/2008/layout/LinedList"/>
    <dgm:cxn modelId="{C35D85ED-B6F8-4827-A836-971A0C140B06}" type="presParOf" srcId="{C1E2EA42-1E0B-4024-BD05-CF4059DA9E26}" destId="{DF88638A-DF95-4A29-BEC7-71D9DC124D5D}" srcOrd="1" destOrd="0" presId="urn:microsoft.com/office/officeart/2008/layout/LinedList"/>
    <dgm:cxn modelId="{888E93ED-F24C-4C39-BBC3-0465AF6AF767}" type="presParOf" srcId="{C1E2EA42-1E0B-4024-BD05-CF4059DA9E26}" destId="{FE7E1F30-E6DB-404F-B1E7-DEE869C51ACB}" srcOrd="2" destOrd="0" presId="urn:microsoft.com/office/officeart/2008/layout/LinedList"/>
    <dgm:cxn modelId="{57F50023-384F-4FFC-A80F-0573B961298C}" type="presParOf" srcId="{6C11AFC2-EC79-4BB8-A8DD-3A0AEA41D99F}" destId="{A3AA8138-E6E3-4901-B40F-AE22A8B80BDC}" srcOrd="5" destOrd="0" presId="urn:microsoft.com/office/officeart/2008/layout/LinedList"/>
    <dgm:cxn modelId="{DCDD02B2-A420-42C3-99E9-5C22C94904C3}" type="presParOf" srcId="{6C11AFC2-EC79-4BB8-A8DD-3A0AEA41D99F}" destId="{FA25DA58-C114-48B4-A758-A4FEC190B55E}" srcOrd="6" destOrd="0" presId="urn:microsoft.com/office/officeart/2008/layout/LinedList"/>
    <dgm:cxn modelId="{41104311-3827-419F-9CB9-132FEA9CAAEB}" type="presParOf" srcId="{6C11AFC2-EC79-4BB8-A8DD-3A0AEA41D99F}" destId="{A33F0341-0C1A-4ABF-84D8-ADC88E4F2B8F}" srcOrd="7" destOrd="0" presId="urn:microsoft.com/office/officeart/2008/layout/LinedList"/>
    <dgm:cxn modelId="{20584E8F-13D1-48E0-A74B-2C877F7AFEB2}" type="presParOf" srcId="{A33F0341-0C1A-4ABF-84D8-ADC88E4F2B8F}" destId="{359547D2-7764-4AD8-ACA6-AD7F3ACC2536}" srcOrd="0" destOrd="0" presId="urn:microsoft.com/office/officeart/2008/layout/LinedList"/>
    <dgm:cxn modelId="{AD4D29D1-7080-4E3E-8E72-64AF7E2C2AA5}" type="presParOf" srcId="{A33F0341-0C1A-4ABF-84D8-ADC88E4F2B8F}" destId="{8BF7B697-25E5-4012-9002-E1FDD58BE25E}" srcOrd="1" destOrd="0" presId="urn:microsoft.com/office/officeart/2008/layout/LinedList"/>
    <dgm:cxn modelId="{526143B3-58DE-4597-8DA4-7BB3B8D7A126}" type="presParOf" srcId="{A33F0341-0C1A-4ABF-84D8-ADC88E4F2B8F}" destId="{5154C1F5-B1B1-4788-8250-34D36A850B97}" srcOrd="2" destOrd="0" presId="urn:microsoft.com/office/officeart/2008/layout/LinedList"/>
    <dgm:cxn modelId="{D5772796-FAA9-49F6-A2B8-3C3DE2C23018}" type="presParOf" srcId="{6C11AFC2-EC79-4BB8-A8DD-3A0AEA41D99F}" destId="{9298CD09-4D7B-4D86-A0BE-EEB62C682110}" srcOrd="8" destOrd="0" presId="urn:microsoft.com/office/officeart/2008/layout/LinedList"/>
    <dgm:cxn modelId="{8D8C6AFC-43FD-4973-B4FF-B81E5B717185}" type="presParOf" srcId="{6C11AFC2-EC79-4BB8-A8DD-3A0AEA41D99F}" destId="{9779F477-60AB-4537-86C1-5AA9E51F9703}" srcOrd="9" destOrd="0" presId="urn:microsoft.com/office/officeart/2008/layout/LinedList"/>
    <dgm:cxn modelId="{415B9736-904B-41E7-B0EF-B061BC23B3FC}" type="presParOf" srcId="{6C11AFC2-EC79-4BB8-A8DD-3A0AEA41D99F}" destId="{501BF210-7C45-41B3-8085-D3D5F944CF4B}" srcOrd="10" destOrd="0" presId="urn:microsoft.com/office/officeart/2008/layout/LinedList"/>
    <dgm:cxn modelId="{D7434FD9-06B5-48E1-82EE-A72CA4BCF24A}" type="presParOf" srcId="{501BF210-7C45-41B3-8085-D3D5F944CF4B}" destId="{360FBA9D-6A30-4772-90BB-A1C6B3B03D43}" srcOrd="0" destOrd="0" presId="urn:microsoft.com/office/officeart/2008/layout/LinedList"/>
    <dgm:cxn modelId="{F3108926-547C-4A18-841B-A96415129E13}" type="presParOf" srcId="{501BF210-7C45-41B3-8085-D3D5F944CF4B}" destId="{DC97B774-ED6A-4A03-AEBF-E0292D3FDE3C}" srcOrd="1" destOrd="0" presId="urn:microsoft.com/office/officeart/2008/layout/LinedList"/>
    <dgm:cxn modelId="{2EF7BFB1-FFBE-4B2A-98D6-8031426B3029}" type="presParOf" srcId="{501BF210-7C45-41B3-8085-D3D5F944CF4B}" destId="{E2FAE91C-6539-46F2-A2FD-EA5BDB92FD7E}" srcOrd="2" destOrd="0" presId="urn:microsoft.com/office/officeart/2008/layout/LinedList"/>
    <dgm:cxn modelId="{71BB8B90-4ECD-4DA7-9BCF-9AE0C1434D11}" type="presParOf" srcId="{6C11AFC2-EC79-4BB8-A8DD-3A0AEA41D99F}" destId="{5BC40D12-9011-433A-A04B-9BCA131DBE28}" srcOrd="11" destOrd="0" presId="urn:microsoft.com/office/officeart/2008/layout/LinedList"/>
    <dgm:cxn modelId="{0F207BC0-0BCA-486B-BE50-17A9E3382360}" type="presParOf" srcId="{6C11AFC2-EC79-4BB8-A8DD-3A0AEA41D99F}" destId="{6F772D7D-4981-43DD-9D9A-5D529C1D48FA}" srcOrd="12" destOrd="0" presId="urn:microsoft.com/office/officeart/2008/layout/LinedList"/>
    <dgm:cxn modelId="{97E8C957-A51F-4A3E-AF86-9D13649DC558}" type="presParOf" srcId="{6C11AFC2-EC79-4BB8-A8DD-3A0AEA41D99F}" destId="{B66C60BA-E89F-4CB3-BFBA-9895F9DF138E}" srcOrd="13" destOrd="0" presId="urn:microsoft.com/office/officeart/2008/layout/LinedList"/>
    <dgm:cxn modelId="{6B492418-8785-4AD8-B2F4-3B8725E2854A}" type="presParOf" srcId="{B66C60BA-E89F-4CB3-BFBA-9895F9DF138E}" destId="{74D00BD3-1DAB-4F77-98F8-081289B8DE9B}" srcOrd="0" destOrd="0" presId="urn:microsoft.com/office/officeart/2008/layout/LinedList"/>
    <dgm:cxn modelId="{BBF0D646-C998-4C59-A98D-336452ED25AF}" type="presParOf" srcId="{B66C60BA-E89F-4CB3-BFBA-9895F9DF138E}" destId="{F4A29DCF-D071-4E47-8BDD-A2005B33D97A}" srcOrd="1" destOrd="0" presId="urn:microsoft.com/office/officeart/2008/layout/LinedList"/>
    <dgm:cxn modelId="{0B0749C5-3648-4291-9157-B018C23238A9}" type="presParOf" srcId="{B66C60BA-E89F-4CB3-BFBA-9895F9DF138E}" destId="{00C7C469-9C8C-420D-800E-B58112412F15}" srcOrd="2" destOrd="0" presId="urn:microsoft.com/office/officeart/2008/layout/LinedList"/>
    <dgm:cxn modelId="{FBF8E16C-0B53-4D7B-9BE3-193937A94F48}" type="presParOf" srcId="{6C11AFC2-EC79-4BB8-A8DD-3A0AEA41D99F}" destId="{FEB5D30D-6345-4889-942B-10DA9BBA28B5}" srcOrd="14" destOrd="0" presId="urn:microsoft.com/office/officeart/2008/layout/LinedList"/>
    <dgm:cxn modelId="{383160E8-B622-4E32-8623-48E73829B45A}" type="presParOf" srcId="{6C11AFC2-EC79-4BB8-A8DD-3A0AEA41D99F}" destId="{A0C70EDB-F19B-421E-AF59-076ED368725F}" srcOrd="15" destOrd="0" presId="urn:microsoft.com/office/officeart/2008/layout/LinedList"/>
    <dgm:cxn modelId="{001B8427-B7CB-435E-B8CF-3C96E5DC103C}" type="presParOf" srcId="{6C11AFC2-EC79-4BB8-A8DD-3A0AEA41D99F}" destId="{F3E2E957-B60A-4F2E-A694-94E9F0CC9AA2}" srcOrd="16" destOrd="0" presId="urn:microsoft.com/office/officeart/2008/layout/LinedList"/>
    <dgm:cxn modelId="{3CEB8D65-9B0F-4403-A014-09B56A33CEFE}" type="presParOf" srcId="{F3E2E957-B60A-4F2E-A694-94E9F0CC9AA2}" destId="{6E601B5A-00A0-469E-97D2-EC0C34557F83}" srcOrd="0" destOrd="0" presId="urn:microsoft.com/office/officeart/2008/layout/LinedList"/>
    <dgm:cxn modelId="{43F09DD9-58B0-4C39-B255-5EEB5714D7DE}" type="presParOf" srcId="{F3E2E957-B60A-4F2E-A694-94E9F0CC9AA2}" destId="{32A0D42E-9CE2-4613-977B-5F4F93C67694}" srcOrd="1" destOrd="0" presId="urn:microsoft.com/office/officeart/2008/layout/LinedList"/>
    <dgm:cxn modelId="{3C789836-88C1-4B9F-BAF7-CEF66041FB32}" type="presParOf" srcId="{F3E2E957-B60A-4F2E-A694-94E9F0CC9AA2}" destId="{498C9BE9-D751-4392-9934-B0F778C9DF12}" srcOrd="2" destOrd="0" presId="urn:microsoft.com/office/officeart/2008/layout/LinedList"/>
    <dgm:cxn modelId="{FEF4515C-4BBF-4EB4-AC57-89E929D568BA}" type="presParOf" srcId="{6C11AFC2-EC79-4BB8-A8DD-3A0AEA41D99F}" destId="{D175C1BB-D37C-4554-9B75-DF0C148450DE}" srcOrd="17" destOrd="0" presId="urn:microsoft.com/office/officeart/2008/layout/LinedList"/>
    <dgm:cxn modelId="{70371B49-EC5D-4704-9902-5F1AC0EE30A3}" type="presParOf" srcId="{6C11AFC2-EC79-4BB8-A8DD-3A0AEA41D99F}" destId="{067307B5-437A-48AF-9D80-697FD164E23F}" srcOrd="18" destOrd="0" presId="urn:microsoft.com/office/officeart/2008/layout/LinedList"/>
    <dgm:cxn modelId="{2183E93F-6D47-451F-87D4-A57BCEDF315B}" type="presParOf" srcId="{6C11AFC2-EC79-4BB8-A8DD-3A0AEA41D99F}" destId="{A04C08B5-13F5-42B2-B572-E371F7DDA2F6}" srcOrd="19" destOrd="0" presId="urn:microsoft.com/office/officeart/2008/layout/LinedList"/>
    <dgm:cxn modelId="{CBEB99DF-DCB7-40B8-91F8-2F55B9CC84C9}" type="presParOf" srcId="{A04C08B5-13F5-42B2-B572-E371F7DDA2F6}" destId="{163EE321-C741-40A2-965E-E0B0159235CE}" srcOrd="0" destOrd="0" presId="urn:microsoft.com/office/officeart/2008/layout/LinedList"/>
    <dgm:cxn modelId="{AF751719-5963-41E2-8DC6-F7A087B978D3}" type="presParOf" srcId="{A04C08B5-13F5-42B2-B572-E371F7DDA2F6}" destId="{07C958B4-D4CB-4F2C-ACA7-9FC2252BB31B}" srcOrd="1" destOrd="0" presId="urn:microsoft.com/office/officeart/2008/layout/LinedList"/>
    <dgm:cxn modelId="{438D3FB3-5EA8-4E68-A231-FC3C12578E5E}" type="presParOf" srcId="{A04C08B5-13F5-42B2-B572-E371F7DDA2F6}" destId="{4358DD4F-1AF4-4E4A-8C5E-9BC47ACC5CA3}" srcOrd="2" destOrd="0" presId="urn:microsoft.com/office/officeart/2008/layout/LinedList"/>
    <dgm:cxn modelId="{C6EC6E9D-3954-44B2-A980-435FF9FF9E53}" type="presParOf" srcId="{6C11AFC2-EC79-4BB8-A8DD-3A0AEA41D99F}" destId="{673488E1-7417-4C5A-91C8-59E80D8BEF85}" srcOrd="20" destOrd="0" presId="urn:microsoft.com/office/officeart/2008/layout/LinedList"/>
    <dgm:cxn modelId="{F6ECB16F-2B41-484D-A42C-54B4E09BD385}" type="presParOf" srcId="{6C11AFC2-EC79-4BB8-A8DD-3A0AEA41D99F}" destId="{770E0B5B-F499-4354-B3C5-957D7426A058}" srcOrd="21" destOrd="0" presId="urn:microsoft.com/office/officeart/2008/layout/LinedList"/>
    <dgm:cxn modelId="{FB3FAA14-CA17-46D2-8172-75AC2A9684A7}" type="presParOf" srcId="{6C11AFC2-EC79-4BB8-A8DD-3A0AEA41D99F}" destId="{EF81F41C-FA12-4F87-BB94-85DA5569CC8A}" srcOrd="22" destOrd="0" presId="urn:microsoft.com/office/officeart/2008/layout/LinedList"/>
    <dgm:cxn modelId="{0089C707-1017-4ED3-834F-724D6844478D}" type="presParOf" srcId="{EF81F41C-FA12-4F87-BB94-85DA5569CC8A}" destId="{3F966176-B381-47D0-8823-428D8C106C8B}" srcOrd="0" destOrd="0" presId="urn:microsoft.com/office/officeart/2008/layout/LinedList"/>
    <dgm:cxn modelId="{BD09B359-8DB0-455C-81BB-744E32F7C388}" type="presParOf" srcId="{EF81F41C-FA12-4F87-BB94-85DA5569CC8A}" destId="{7A75A819-A64D-4F4D-96D8-B22078B63A4C}" srcOrd="1" destOrd="0" presId="urn:microsoft.com/office/officeart/2008/layout/LinedList"/>
    <dgm:cxn modelId="{8933B8BB-567A-42CE-A45F-FC85C5CE9873}" type="presParOf" srcId="{EF81F41C-FA12-4F87-BB94-85DA5569CC8A}" destId="{486DA54C-0039-4953-8C22-B5576B39F59C}" srcOrd="2" destOrd="0" presId="urn:microsoft.com/office/officeart/2008/layout/LinedList"/>
    <dgm:cxn modelId="{61E4F404-0028-4A56-8EEB-468A97BDF7E7}" type="presParOf" srcId="{6C11AFC2-EC79-4BB8-A8DD-3A0AEA41D99F}" destId="{547B8CFE-C1F6-4718-AFAD-3674CDE53DB2}" srcOrd="23" destOrd="0" presId="urn:microsoft.com/office/officeart/2008/layout/LinedList"/>
    <dgm:cxn modelId="{851A436D-FFE9-41EE-A845-C05B3DEDDA5A}" type="presParOf" srcId="{6C11AFC2-EC79-4BB8-A8DD-3A0AEA41D99F}" destId="{A04433FE-0CDB-48CD-8A88-B12EE4124E14}" srcOrd="24"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6FA876-D838-E44D-AFC8-BB11A1046BD0}" type="doc">
      <dgm:prSet loTypeId="urn:microsoft.com/office/officeart/2005/8/layout/pyramid2" loCatId="pyramid" qsTypeId="urn:microsoft.com/office/officeart/2005/8/quickstyle/simple1" qsCatId="simple" csTypeId="urn:microsoft.com/office/officeart/2005/8/colors/colorful5" csCatId="colorful" phldr="1"/>
      <dgm:spPr/>
    </dgm:pt>
    <dgm:pt modelId="{9C3CC984-5FCF-D84B-80E1-BB65420E4AD0}">
      <dgm:prSet phldrT="[Text]" phldr="0"/>
      <dgm:spPr/>
      <dgm:t>
        <a:bodyPr/>
        <a:lstStyle/>
        <a:p>
          <a:pPr rtl="0"/>
          <a:r>
            <a:rPr lang="en-US" b="1">
              <a:latin typeface="Calibri Light" panose="020F0302020204030204"/>
            </a:rPr>
            <a:t>Executive Leader</a:t>
          </a:r>
          <a:endParaRPr lang="en-US" b="1"/>
        </a:p>
      </dgm:t>
    </dgm:pt>
    <dgm:pt modelId="{8F5F499E-AA76-8146-85C6-C14B2BE1E82B}" type="parTrans" cxnId="{C35AF6B4-5B56-4044-95EF-7FBAFD090D72}">
      <dgm:prSet/>
      <dgm:spPr/>
      <dgm:t>
        <a:bodyPr/>
        <a:lstStyle/>
        <a:p>
          <a:endParaRPr lang="en-US"/>
        </a:p>
      </dgm:t>
    </dgm:pt>
    <dgm:pt modelId="{B94879E1-96FC-034B-93EF-D0B9C437C8D0}" type="sibTrans" cxnId="{C35AF6B4-5B56-4044-95EF-7FBAFD090D72}">
      <dgm:prSet/>
      <dgm:spPr/>
      <dgm:t>
        <a:bodyPr/>
        <a:lstStyle/>
        <a:p>
          <a:endParaRPr lang="en-US"/>
        </a:p>
      </dgm:t>
    </dgm:pt>
    <dgm:pt modelId="{9640938D-46D6-6145-AEE1-610D9F8D44ED}">
      <dgm:prSet phldrT="[Text]"/>
      <dgm:spPr/>
      <dgm:t>
        <a:bodyPr/>
        <a:lstStyle/>
        <a:p>
          <a:r>
            <a:rPr lang="en-US" b="1"/>
            <a:t>Effective Leader</a:t>
          </a:r>
        </a:p>
      </dgm:t>
    </dgm:pt>
    <dgm:pt modelId="{0206D1EF-E702-BD45-8068-0EA5E67EB167}" type="parTrans" cxnId="{FE80826C-4BBC-E240-B91D-E2799DBA32D1}">
      <dgm:prSet/>
      <dgm:spPr/>
      <dgm:t>
        <a:bodyPr/>
        <a:lstStyle/>
        <a:p>
          <a:endParaRPr lang="en-US"/>
        </a:p>
      </dgm:t>
    </dgm:pt>
    <dgm:pt modelId="{279F8E38-8D5A-0240-982E-EE1E03D86237}" type="sibTrans" cxnId="{FE80826C-4BBC-E240-B91D-E2799DBA32D1}">
      <dgm:prSet/>
      <dgm:spPr/>
      <dgm:t>
        <a:bodyPr/>
        <a:lstStyle/>
        <a:p>
          <a:endParaRPr lang="en-US"/>
        </a:p>
      </dgm:t>
    </dgm:pt>
    <dgm:pt modelId="{96121619-80F2-2E40-BF52-A0A5408C9017}">
      <dgm:prSet phldrT="[Text]"/>
      <dgm:spPr/>
      <dgm:t>
        <a:bodyPr/>
        <a:lstStyle/>
        <a:p>
          <a:r>
            <a:rPr lang="en-US" b="1"/>
            <a:t>Competent Manager</a:t>
          </a:r>
        </a:p>
      </dgm:t>
    </dgm:pt>
    <dgm:pt modelId="{61BADFFE-5129-3446-A9F5-1A028651EF7C}" type="parTrans" cxnId="{94CF8277-A483-C64D-A9C5-0907CEC82199}">
      <dgm:prSet/>
      <dgm:spPr/>
      <dgm:t>
        <a:bodyPr/>
        <a:lstStyle/>
        <a:p>
          <a:endParaRPr lang="en-US"/>
        </a:p>
      </dgm:t>
    </dgm:pt>
    <dgm:pt modelId="{D7E4BB5B-2BA6-9042-A26B-D371B8FDEC58}" type="sibTrans" cxnId="{94CF8277-A483-C64D-A9C5-0907CEC82199}">
      <dgm:prSet/>
      <dgm:spPr/>
      <dgm:t>
        <a:bodyPr/>
        <a:lstStyle/>
        <a:p>
          <a:endParaRPr lang="en-US"/>
        </a:p>
      </dgm:t>
    </dgm:pt>
    <dgm:pt modelId="{0C02378C-5396-7247-9A13-06DE84CA3029}">
      <dgm:prSet/>
      <dgm:spPr/>
      <dgm:t>
        <a:bodyPr/>
        <a:lstStyle/>
        <a:p>
          <a:r>
            <a:rPr lang="en-US" b="1"/>
            <a:t>Contributing Team Member</a:t>
          </a:r>
        </a:p>
      </dgm:t>
    </dgm:pt>
    <dgm:pt modelId="{7413FFB9-3749-B84E-98E1-7DEB9876C25A}" type="parTrans" cxnId="{BE435B65-F8B4-A54A-A2BC-46D94C92599A}">
      <dgm:prSet/>
      <dgm:spPr/>
      <dgm:t>
        <a:bodyPr/>
        <a:lstStyle/>
        <a:p>
          <a:endParaRPr lang="en-US"/>
        </a:p>
      </dgm:t>
    </dgm:pt>
    <dgm:pt modelId="{3BD142BF-FF38-E146-9001-C71405B5B84A}" type="sibTrans" cxnId="{BE435B65-F8B4-A54A-A2BC-46D94C92599A}">
      <dgm:prSet/>
      <dgm:spPr/>
      <dgm:t>
        <a:bodyPr/>
        <a:lstStyle/>
        <a:p>
          <a:endParaRPr lang="en-US"/>
        </a:p>
      </dgm:t>
    </dgm:pt>
    <dgm:pt modelId="{DE363A82-D41B-0848-9E52-D6DC26435709}">
      <dgm:prSet/>
      <dgm:spPr/>
      <dgm:t>
        <a:bodyPr/>
        <a:lstStyle/>
        <a:p>
          <a:r>
            <a:rPr lang="en-US" b="1"/>
            <a:t>Highly Capable Individual</a:t>
          </a:r>
        </a:p>
      </dgm:t>
    </dgm:pt>
    <dgm:pt modelId="{615288F9-792C-1E42-BA46-08D645BB27A9}" type="parTrans" cxnId="{2E53BD28-6838-CA4E-ABDE-51F1CC486157}">
      <dgm:prSet/>
      <dgm:spPr/>
      <dgm:t>
        <a:bodyPr/>
        <a:lstStyle/>
        <a:p>
          <a:endParaRPr lang="en-US"/>
        </a:p>
      </dgm:t>
    </dgm:pt>
    <dgm:pt modelId="{73D2570D-A34D-684C-B066-8D8C5EA7919B}" type="sibTrans" cxnId="{2E53BD28-6838-CA4E-ABDE-51F1CC486157}">
      <dgm:prSet/>
      <dgm:spPr/>
      <dgm:t>
        <a:bodyPr/>
        <a:lstStyle/>
        <a:p>
          <a:endParaRPr lang="en-US"/>
        </a:p>
      </dgm:t>
    </dgm:pt>
    <dgm:pt modelId="{A17E5A44-5119-481E-B210-E81BB2FBE24A}" type="pres">
      <dgm:prSet presAssocID="{F96FA876-D838-E44D-AFC8-BB11A1046BD0}" presName="compositeShape" presStyleCnt="0">
        <dgm:presLayoutVars>
          <dgm:dir/>
          <dgm:resizeHandles/>
        </dgm:presLayoutVars>
      </dgm:prSet>
      <dgm:spPr/>
    </dgm:pt>
    <dgm:pt modelId="{BFA55F06-3C14-4719-A9CD-C011A8410CBD}" type="pres">
      <dgm:prSet presAssocID="{F96FA876-D838-E44D-AFC8-BB11A1046BD0}" presName="pyramid" presStyleLbl="node1" presStyleIdx="0" presStyleCnt="1"/>
      <dgm:spPr/>
    </dgm:pt>
    <dgm:pt modelId="{37993269-4159-478B-986A-01614294E21A}" type="pres">
      <dgm:prSet presAssocID="{F96FA876-D838-E44D-AFC8-BB11A1046BD0}" presName="theList" presStyleCnt="0"/>
      <dgm:spPr/>
    </dgm:pt>
    <dgm:pt modelId="{ECA1A391-09C2-471E-B7F2-4299AAF57401}" type="pres">
      <dgm:prSet presAssocID="{9C3CC984-5FCF-D84B-80E1-BB65420E4AD0}" presName="aNode" presStyleLbl="fgAcc1" presStyleIdx="0" presStyleCnt="5">
        <dgm:presLayoutVars>
          <dgm:bulletEnabled val="1"/>
        </dgm:presLayoutVars>
      </dgm:prSet>
      <dgm:spPr/>
    </dgm:pt>
    <dgm:pt modelId="{8A06AFBD-E264-4071-926F-5B08D62BE73D}" type="pres">
      <dgm:prSet presAssocID="{9C3CC984-5FCF-D84B-80E1-BB65420E4AD0}" presName="aSpace" presStyleCnt="0"/>
      <dgm:spPr/>
    </dgm:pt>
    <dgm:pt modelId="{F242A35C-2F45-486B-8846-7F92EB6D3257}" type="pres">
      <dgm:prSet presAssocID="{9640938D-46D6-6145-AEE1-610D9F8D44ED}" presName="aNode" presStyleLbl="fgAcc1" presStyleIdx="1" presStyleCnt="5">
        <dgm:presLayoutVars>
          <dgm:bulletEnabled val="1"/>
        </dgm:presLayoutVars>
      </dgm:prSet>
      <dgm:spPr/>
    </dgm:pt>
    <dgm:pt modelId="{A07592F4-B659-4093-AEA2-43C730130566}" type="pres">
      <dgm:prSet presAssocID="{9640938D-46D6-6145-AEE1-610D9F8D44ED}" presName="aSpace" presStyleCnt="0"/>
      <dgm:spPr/>
    </dgm:pt>
    <dgm:pt modelId="{B60C10F7-A659-43CC-96BB-CC7E07146F83}" type="pres">
      <dgm:prSet presAssocID="{96121619-80F2-2E40-BF52-A0A5408C9017}" presName="aNode" presStyleLbl="fgAcc1" presStyleIdx="2" presStyleCnt="5">
        <dgm:presLayoutVars>
          <dgm:bulletEnabled val="1"/>
        </dgm:presLayoutVars>
      </dgm:prSet>
      <dgm:spPr/>
    </dgm:pt>
    <dgm:pt modelId="{56446E28-C3B8-4D9E-ABB8-25711E34F8AF}" type="pres">
      <dgm:prSet presAssocID="{96121619-80F2-2E40-BF52-A0A5408C9017}" presName="aSpace" presStyleCnt="0"/>
      <dgm:spPr/>
    </dgm:pt>
    <dgm:pt modelId="{2D8205D6-C611-4836-BE7F-45720DEC51C3}" type="pres">
      <dgm:prSet presAssocID="{0C02378C-5396-7247-9A13-06DE84CA3029}" presName="aNode" presStyleLbl="fgAcc1" presStyleIdx="3" presStyleCnt="5">
        <dgm:presLayoutVars>
          <dgm:bulletEnabled val="1"/>
        </dgm:presLayoutVars>
      </dgm:prSet>
      <dgm:spPr/>
    </dgm:pt>
    <dgm:pt modelId="{AB208533-57B4-44F7-BAFD-CAA79A4433D5}" type="pres">
      <dgm:prSet presAssocID="{0C02378C-5396-7247-9A13-06DE84CA3029}" presName="aSpace" presStyleCnt="0"/>
      <dgm:spPr/>
    </dgm:pt>
    <dgm:pt modelId="{11CA35FA-0BDC-47B3-A569-73B88EBAFBE0}" type="pres">
      <dgm:prSet presAssocID="{DE363A82-D41B-0848-9E52-D6DC26435709}" presName="aNode" presStyleLbl="fgAcc1" presStyleIdx="4" presStyleCnt="5">
        <dgm:presLayoutVars>
          <dgm:bulletEnabled val="1"/>
        </dgm:presLayoutVars>
      </dgm:prSet>
      <dgm:spPr/>
    </dgm:pt>
    <dgm:pt modelId="{3493CD60-220C-4ABC-BFE2-76ABA37AC7BC}" type="pres">
      <dgm:prSet presAssocID="{DE363A82-D41B-0848-9E52-D6DC26435709}" presName="aSpace" presStyleCnt="0"/>
      <dgm:spPr/>
    </dgm:pt>
  </dgm:ptLst>
  <dgm:cxnLst>
    <dgm:cxn modelId="{2E53BD28-6838-CA4E-ABDE-51F1CC486157}" srcId="{F96FA876-D838-E44D-AFC8-BB11A1046BD0}" destId="{DE363A82-D41B-0848-9E52-D6DC26435709}" srcOrd="4" destOrd="0" parTransId="{615288F9-792C-1E42-BA46-08D645BB27A9}" sibTransId="{73D2570D-A34D-684C-B066-8D8C5EA7919B}"/>
    <dgm:cxn modelId="{768BEC29-5E0D-4251-A391-11ED0EFBEF79}" type="presOf" srcId="{F96FA876-D838-E44D-AFC8-BB11A1046BD0}" destId="{A17E5A44-5119-481E-B210-E81BB2FBE24A}" srcOrd="0" destOrd="0" presId="urn:microsoft.com/office/officeart/2005/8/layout/pyramid2"/>
    <dgm:cxn modelId="{430BB33A-0ABD-4A13-81AE-8A08ECE887F5}" type="presOf" srcId="{0C02378C-5396-7247-9A13-06DE84CA3029}" destId="{2D8205D6-C611-4836-BE7F-45720DEC51C3}" srcOrd="0" destOrd="0" presId="urn:microsoft.com/office/officeart/2005/8/layout/pyramid2"/>
    <dgm:cxn modelId="{A74DC664-3658-4A55-BF75-39D4C10F3003}" type="presOf" srcId="{9640938D-46D6-6145-AEE1-610D9F8D44ED}" destId="{F242A35C-2F45-486B-8846-7F92EB6D3257}" srcOrd="0" destOrd="0" presId="urn:microsoft.com/office/officeart/2005/8/layout/pyramid2"/>
    <dgm:cxn modelId="{BE435B65-F8B4-A54A-A2BC-46D94C92599A}" srcId="{F96FA876-D838-E44D-AFC8-BB11A1046BD0}" destId="{0C02378C-5396-7247-9A13-06DE84CA3029}" srcOrd="3" destOrd="0" parTransId="{7413FFB9-3749-B84E-98E1-7DEB9876C25A}" sibTransId="{3BD142BF-FF38-E146-9001-C71405B5B84A}"/>
    <dgm:cxn modelId="{FE80826C-4BBC-E240-B91D-E2799DBA32D1}" srcId="{F96FA876-D838-E44D-AFC8-BB11A1046BD0}" destId="{9640938D-46D6-6145-AEE1-610D9F8D44ED}" srcOrd="1" destOrd="0" parTransId="{0206D1EF-E702-BD45-8068-0EA5E67EB167}" sibTransId="{279F8E38-8D5A-0240-982E-EE1E03D86237}"/>
    <dgm:cxn modelId="{94CF8277-A483-C64D-A9C5-0907CEC82199}" srcId="{F96FA876-D838-E44D-AFC8-BB11A1046BD0}" destId="{96121619-80F2-2E40-BF52-A0A5408C9017}" srcOrd="2" destOrd="0" parTransId="{61BADFFE-5129-3446-A9F5-1A028651EF7C}" sibTransId="{D7E4BB5B-2BA6-9042-A26B-D371B8FDEC58}"/>
    <dgm:cxn modelId="{11BCE5A7-8E70-4897-9144-F4A9AD447A55}" type="presOf" srcId="{9C3CC984-5FCF-D84B-80E1-BB65420E4AD0}" destId="{ECA1A391-09C2-471E-B7F2-4299AAF57401}" srcOrd="0" destOrd="0" presId="urn:microsoft.com/office/officeart/2005/8/layout/pyramid2"/>
    <dgm:cxn modelId="{C35AF6B4-5B56-4044-95EF-7FBAFD090D72}" srcId="{F96FA876-D838-E44D-AFC8-BB11A1046BD0}" destId="{9C3CC984-5FCF-D84B-80E1-BB65420E4AD0}" srcOrd="0" destOrd="0" parTransId="{8F5F499E-AA76-8146-85C6-C14B2BE1E82B}" sibTransId="{B94879E1-96FC-034B-93EF-D0B9C437C8D0}"/>
    <dgm:cxn modelId="{5239E0DB-E314-4873-B9DE-925AEA4D4B39}" type="presOf" srcId="{96121619-80F2-2E40-BF52-A0A5408C9017}" destId="{B60C10F7-A659-43CC-96BB-CC7E07146F83}" srcOrd="0" destOrd="0" presId="urn:microsoft.com/office/officeart/2005/8/layout/pyramid2"/>
    <dgm:cxn modelId="{F35AA8EA-678C-4076-A70E-B6B00E0028F5}" type="presOf" srcId="{DE363A82-D41B-0848-9E52-D6DC26435709}" destId="{11CA35FA-0BDC-47B3-A569-73B88EBAFBE0}" srcOrd="0" destOrd="0" presId="urn:microsoft.com/office/officeart/2005/8/layout/pyramid2"/>
    <dgm:cxn modelId="{C924D7FF-22D2-437F-921F-C4D46966BF89}" type="presParOf" srcId="{A17E5A44-5119-481E-B210-E81BB2FBE24A}" destId="{BFA55F06-3C14-4719-A9CD-C011A8410CBD}" srcOrd="0" destOrd="0" presId="urn:microsoft.com/office/officeart/2005/8/layout/pyramid2"/>
    <dgm:cxn modelId="{83E02B0D-CBC8-48D1-BC95-B3CB4E5B79F7}" type="presParOf" srcId="{A17E5A44-5119-481E-B210-E81BB2FBE24A}" destId="{37993269-4159-478B-986A-01614294E21A}" srcOrd="1" destOrd="0" presId="urn:microsoft.com/office/officeart/2005/8/layout/pyramid2"/>
    <dgm:cxn modelId="{36B6B181-EC49-48F9-A140-EFA9DCEDA6B4}" type="presParOf" srcId="{37993269-4159-478B-986A-01614294E21A}" destId="{ECA1A391-09C2-471E-B7F2-4299AAF57401}" srcOrd="0" destOrd="0" presId="urn:microsoft.com/office/officeart/2005/8/layout/pyramid2"/>
    <dgm:cxn modelId="{6B36E84A-CDF3-4C2F-8ADF-556C2B552C36}" type="presParOf" srcId="{37993269-4159-478B-986A-01614294E21A}" destId="{8A06AFBD-E264-4071-926F-5B08D62BE73D}" srcOrd="1" destOrd="0" presId="urn:microsoft.com/office/officeart/2005/8/layout/pyramid2"/>
    <dgm:cxn modelId="{FDDD79D4-90CF-4102-A1E3-51D173C56FD0}" type="presParOf" srcId="{37993269-4159-478B-986A-01614294E21A}" destId="{F242A35C-2F45-486B-8846-7F92EB6D3257}" srcOrd="2" destOrd="0" presId="urn:microsoft.com/office/officeart/2005/8/layout/pyramid2"/>
    <dgm:cxn modelId="{20DD6E06-72BB-460F-97E8-2CCEF25DC0F9}" type="presParOf" srcId="{37993269-4159-478B-986A-01614294E21A}" destId="{A07592F4-B659-4093-AEA2-43C730130566}" srcOrd="3" destOrd="0" presId="urn:microsoft.com/office/officeart/2005/8/layout/pyramid2"/>
    <dgm:cxn modelId="{FB3C30D3-5A15-4D8E-82C1-AB038D1118A3}" type="presParOf" srcId="{37993269-4159-478B-986A-01614294E21A}" destId="{B60C10F7-A659-43CC-96BB-CC7E07146F83}" srcOrd="4" destOrd="0" presId="urn:microsoft.com/office/officeart/2005/8/layout/pyramid2"/>
    <dgm:cxn modelId="{A8801EF4-057D-4529-A95E-1EFDC86EC65D}" type="presParOf" srcId="{37993269-4159-478B-986A-01614294E21A}" destId="{56446E28-C3B8-4D9E-ABB8-25711E34F8AF}" srcOrd="5" destOrd="0" presId="urn:microsoft.com/office/officeart/2005/8/layout/pyramid2"/>
    <dgm:cxn modelId="{C4C742CB-D67E-4BC5-BF48-F726F8342A12}" type="presParOf" srcId="{37993269-4159-478B-986A-01614294E21A}" destId="{2D8205D6-C611-4836-BE7F-45720DEC51C3}" srcOrd="6" destOrd="0" presId="urn:microsoft.com/office/officeart/2005/8/layout/pyramid2"/>
    <dgm:cxn modelId="{6420CC31-F9FF-4312-BB3B-BD13AB876C57}" type="presParOf" srcId="{37993269-4159-478B-986A-01614294E21A}" destId="{AB208533-57B4-44F7-BAFD-CAA79A4433D5}" srcOrd="7" destOrd="0" presId="urn:microsoft.com/office/officeart/2005/8/layout/pyramid2"/>
    <dgm:cxn modelId="{9F54770E-51E1-4435-B741-E35D4D52EE9B}" type="presParOf" srcId="{37993269-4159-478B-986A-01614294E21A}" destId="{11CA35FA-0BDC-47B3-A569-73B88EBAFBE0}" srcOrd="8" destOrd="0" presId="urn:microsoft.com/office/officeart/2005/8/layout/pyramid2"/>
    <dgm:cxn modelId="{EC08723F-2570-4817-8954-9F3F88B9AB0D}" type="presParOf" srcId="{37993269-4159-478B-986A-01614294E21A}" destId="{3493CD60-220C-4ABC-BFE2-76ABA37AC7BC}" srcOrd="9"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6FFB3-8E4E-4E97-910C-C4CE9E85E9B5}">
      <dsp:nvSpPr>
        <dsp:cNvPr id="0" name=""/>
        <dsp:cNvSpPr/>
      </dsp:nvSpPr>
      <dsp:spPr>
        <a:xfrm>
          <a:off x="0" y="0"/>
          <a:ext cx="1065749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8621F6-F0DF-4D30-B852-0D804578573A}">
      <dsp:nvSpPr>
        <dsp:cNvPr id="0" name=""/>
        <dsp:cNvSpPr/>
      </dsp:nvSpPr>
      <dsp:spPr>
        <a:xfrm>
          <a:off x="0" y="0"/>
          <a:ext cx="2131498" cy="5164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Course Modules:</a:t>
          </a:r>
        </a:p>
      </dsp:txBody>
      <dsp:txXfrm>
        <a:off x="0" y="0"/>
        <a:ext cx="2131498" cy="5164560"/>
      </dsp:txXfrm>
    </dsp:sp>
    <dsp:sp modelId="{C5AD1EBC-771A-4521-9948-1B7625793B5E}">
      <dsp:nvSpPr>
        <dsp:cNvPr id="0" name=""/>
        <dsp:cNvSpPr/>
      </dsp:nvSpPr>
      <dsp:spPr>
        <a:xfrm>
          <a:off x="2291360" y="30544"/>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a:latin typeface="Calibri Light" panose="020F0302020204030204"/>
            </a:rPr>
            <a:t>#1: </a:t>
          </a:r>
          <a:r>
            <a:rPr lang="en-US" sz="2400" kern="1200">
              <a:latin typeface="Calibri Light" panose="020F0302020204030204"/>
            </a:rPr>
            <a:t>Course Orientation</a:t>
          </a:r>
          <a:endParaRPr lang="en-US" sz="2400" kern="1200"/>
        </a:p>
      </dsp:txBody>
      <dsp:txXfrm>
        <a:off x="2291360" y="30544"/>
        <a:ext cx="8366129" cy="610895"/>
      </dsp:txXfrm>
    </dsp:sp>
    <dsp:sp modelId="{E43311EA-4DCE-488B-90E1-3B4D700F7498}">
      <dsp:nvSpPr>
        <dsp:cNvPr id="0" name=""/>
        <dsp:cNvSpPr/>
      </dsp:nvSpPr>
      <dsp:spPr>
        <a:xfrm>
          <a:off x="2131498" y="641440"/>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88638A-DF95-4A29-BEC7-71D9DC124D5D}">
      <dsp:nvSpPr>
        <dsp:cNvPr id="0" name=""/>
        <dsp:cNvSpPr/>
      </dsp:nvSpPr>
      <dsp:spPr>
        <a:xfrm>
          <a:off x="2291360" y="671985"/>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a:latin typeface="Calibri Light" panose="020F0302020204030204"/>
            </a:rPr>
            <a:t>#2</a:t>
          </a:r>
          <a:r>
            <a:rPr lang="en-US" sz="2400" kern="1200">
              <a:latin typeface="Calibri Light" panose="020F0302020204030204"/>
            </a:rPr>
            <a:t>: Leadership</a:t>
          </a:r>
          <a:endParaRPr lang="en-US" sz="2400" kern="1200"/>
        </a:p>
      </dsp:txBody>
      <dsp:txXfrm>
        <a:off x="2291360" y="671985"/>
        <a:ext cx="8366129" cy="610895"/>
      </dsp:txXfrm>
    </dsp:sp>
    <dsp:sp modelId="{A3AA8138-E6E3-4901-B40F-AE22A8B80BDC}">
      <dsp:nvSpPr>
        <dsp:cNvPr id="0" name=""/>
        <dsp:cNvSpPr/>
      </dsp:nvSpPr>
      <dsp:spPr>
        <a:xfrm>
          <a:off x="2131498" y="1282881"/>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F7B697-25E5-4012-9002-E1FDD58BE25E}">
      <dsp:nvSpPr>
        <dsp:cNvPr id="0" name=""/>
        <dsp:cNvSpPr/>
      </dsp:nvSpPr>
      <dsp:spPr>
        <a:xfrm>
          <a:off x="2291360" y="1313426"/>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a:latin typeface="Calibri Light" panose="020F0302020204030204"/>
            </a:rPr>
            <a:t>#3: </a:t>
          </a:r>
          <a:r>
            <a:rPr lang="en-US" sz="2400" kern="1200">
              <a:latin typeface="Calibri Light" panose="020F0302020204030204"/>
            </a:rPr>
            <a:t>History, Federal &amp; State Policy</a:t>
          </a:r>
          <a:endParaRPr lang="en-US" sz="2400" kern="1200"/>
        </a:p>
      </dsp:txBody>
      <dsp:txXfrm>
        <a:off x="2291360" y="1313426"/>
        <a:ext cx="8366129" cy="610895"/>
      </dsp:txXfrm>
    </dsp:sp>
    <dsp:sp modelId="{9298CD09-4D7B-4D86-A0BE-EEB62C682110}">
      <dsp:nvSpPr>
        <dsp:cNvPr id="0" name=""/>
        <dsp:cNvSpPr/>
      </dsp:nvSpPr>
      <dsp:spPr>
        <a:xfrm>
          <a:off x="2131498" y="1924321"/>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97B774-ED6A-4A03-AEBF-E0292D3FDE3C}">
      <dsp:nvSpPr>
        <dsp:cNvPr id="0" name=""/>
        <dsp:cNvSpPr/>
      </dsp:nvSpPr>
      <dsp:spPr>
        <a:xfrm>
          <a:off x="2291360" y="1954866"/>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#4: </a:t>
          </a:r>
          <a:r>
            <a:rPr lang="en-US" sz="2400" kern="1200">
              <a:latin typeface="Calibri Light" panose="020F0302020204030204"/>
            </a:rPr>
            <a:t>Aligning Mission, Vision and Values with Resources</a:t>
          </a:r>
          <a:endParaRPr lang="en-US" sz="2400" kern="1200"/>
        </a:p>
      </dsp:txBody>
      <dsp:txXfrm>
        <a:off x="2291360" y="1954866"/>
        <a:ext cx="8366129" cy="610895"/>
      </dsp:txXfrm>
    </dsp:sp>
    <dsp:sp modelId="{5BC40D12-9011-433A-A04B-9BCA131DBE28}">
      <dsp:nvSpPr>
        <dsp:cNvPr id="0" name=""/>
        <dsp:cNvSpPr/>
      </dsp:nvSpPr>
      <dsp:spPr>
        <a:xfrm>
          <a:off x="2131498" y="2565762"/>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A29DCF-D071-4E47-8BDD-A2005B33D97A}">
      <dsp:nvSpPr>
        <dsp:cNvPr id="0" name=""/>
        <dsp:cNvSpPr/>
      </dsp:nvSpPr>
      <dsp:spPr>
        <a:xfrm>
          <a:off x="2291360" y="2596307"/>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#5: </a:t>
          </a:r>
          <a:r>
            <a:rPr lang="en-US" sz="2400" kern="1200">
              <a:latin typeface="Calibri Light" panose="020F0302020204030204"/>
            </a:rPr>
            <a:t>Best Practices in Employment &amp; Day Services</a:t>
          </a:r>
        </a:p>
      </dsp:txBody>
      <dsp:txXfrm>
        <a:off x="2291360" y="2596307"/>
        <a:ext cx="8366129" cy="610895"/>
      </dsp:txXfrm>
    </dsp:sp>
    <dsp:sp modelId="{FEB5D30D-6345-4889-942B-10DA9BBA28B5}">
      <dsp:nvSpPr>
        <dsp:cNvPr id="0" name=""/>
        <dsp:cNvSpPr/>
      </dsp:nvSpPr>
      <dsp:spPr>
        <a:xfrm>
          <a:off x="2131498" y="3207203"/>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A0D42E-9CE2-4613-977B-5F4F93C67694}">
      <dsp:nvSpPr>
        <dsp:cNvPr id="0" name=""/>
        <dsp:cNvSpPr/>
      </dsp:nvSpPr>
      <dsp:spPr>
        <a:xfrm>
          <a:off x="2291360" y="3237747"/>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latin typeface="Calibri Light" panose="020F0302020204030204"/>
            </a:rPr>
            <a:t>#6: Organizational Transformation (change)</a:t>
          </a:r>
          <a:endParaRPr lang="en-US" sz="2800" kern="1200"/>
        </a:p>
      </dsp:txBody>
      <dsp:txXfrm>
        <a:off x="2291360" y="3237747"/>
        <a:ext cx="8366129" cy="610895"/>
      </dsp:txXfrm>
    </dsp:sp>
    <dsp:sp modelId="{D175C1BB-D37C-4554-9B75-DF0C148450DE}">
      <dsp:nvSpPr>
        <dsp:cNvPr id="0" name=""/>
        <dsp:cNvSpPr/>
      </dsp:nvSpPr>
      <dsp:spPr>
        <a:xfrm>
          <a:off x="2131498" y="3848643"/>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C958B4-D4CB-4F2C-ACA7-9FC2252BB31B}">
      <dsp:nvSpPr>
        <dsp:cNvPr id="0" name=""/>
        <dsp:cNvSpPr/>
      </dsp:nvSpPr>
      <dsp:spPr>
        <a:xfrm>
          <a:off x="2291360" y="3879188"/>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#7: </a:t>
          </a:r>
          <a:r>
            <a:rPr lang="en-US" sz="2400" kern="1200">
              <a:latin typeface="Calibri Light" panose="020F0302020204030204"/>
            </a:rPr>
            <a:t>Managing Through Change</a:t>
          </a:r>
          <a:endParaRPr lang="en-US" sz="2400" kern="1200"/>
        </a:p>
      </dsp:txBody>
      <dsp:txXfrm>
        <a:off x="2291360" y="3879188"/>
        <a:ext cx="8366129" cy="610895"/>
      </dsp:txXfrm>
    </dsp:sp>
    <dsp:sp modelId="{673488E1-7417-4C5A-91C8-59E80D8BEF85}">
      <dsp:nvSpPr>
        <dsp:cNvPr id="0" name=""/>
        <dsp:cNvSpPr/>
      </dsp:nvSpPr>
      <dsp:spPr>
        <a:xfrm>
          <a:off x="2131498" y="4490084"/>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75A819-A64D-4F4D-96D8-B22078B63A4C}">
      <dsp:nvSpPr>
        <dsp:cNvPr id="0" name=""/>
        <dsp:cNvSpPr/>
      </dsp:nvSpPr>
      <dsp:spPr>
        <a:xfrm>
          <a:off x="2291360" y="4520629"/>
          <a:ext cx="8366129" cy="610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latin typeface="Calibri Light" panose="020F0302020204030204"/>
            </a:rPr>
            <a:t>#8: </a:t>
          </a:r>
          <a:r>
            <a:rPr lang="en-US" sz="2400" kern="1200">
              <a:latin typeface="Calibri Light" panose="020F0302020204030204"/>
            </a:rPr>
            <a:t>Creating Systems for Quality Improvement</a:t>
          </a:r>
          <a:endParaRPr lang="en-US" sz="2400" kern="1200"/>
        </a:p>
      </dsp:txBody>
      <dsp:txXfrm>
        <a:off x="2291360" y="4520629"/>
        <a:ext cx="8366129" cy="610895"/>
      </dsp:txXfrm>
    </dsp:sp>
    <dsp:sp modelId="{547B8CFE-C1F6-4718-AFAD-3674CDE53DB2}">
      <dsp:nvSpPr>
        <dsp:cNvPr id="0" name=""/>
        <dsp:cNvSpPr/>
      </dsp:nvSpPr>
      <dsp:spPr>
        <a:xfrm>
          <a:off x="2131498" y="5131524"/>
          <a:ext cx="8525992"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A55F06-3C14-4719-A9CD-C011A8410CBD}">
      <dsp:nvSpPr>
        <dsp:cNvPr id="0" name=""/>
        <dsp:cNvSpPr/>
      </dsp:nvSpPr>
      <dsp:spPr>
        <a:xfrm>
          <a:off x="3085628" y="0"/>
          <a:ext cx="5974113" cy="5974113"/>
        </a:xfrm>
        <a:prstGeom prst="triangl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A1A391-09C2-471E-B7F2-4299AAF57401}">
      <dsp:nvSpPr>
        <dsp:cNvPr id="0" name=""/>
        <dsp:cNvSpPr/>
      </dsp:nvSpPr>
      <dsp:spPr>
        <a:xfrm>
          <a:off x="6072685" y="597994"/>
          <a:ext cx="3883173" cy="849444"/>
        </a:xfrm>
        <a:prstGeom prst="round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1" kern="1200">
              <a:latin typeface="Calibri Light" panose="020F0302020204030204"/>
            </a:rPr>
            <a:t>Executive Leader</a:t>
          </a:r>
          <a:endParaRPr lang="en-US" sz="2300" b="1" kern="1200"/>
        </a:p>
      </dsp:txBody>
      <dsp:txXfrm>
        <a:off x="6114151" y="639460"/>
        <a:ext cx="3800241" cy="766512"/>
      </dsp:txXfrm>
    </dsp:sp>
    <dsp:sp modelId="{F242A35C-2F45-486B-8846-7F92EB6D3257}">
      <dsp:nvSpPr>
        <dsp:cNvPr id="0" name=""/>
        <dsp:cNvSpPr/>
      </dsp:nvSpPr>
      <dsp:spPr>
        <a:xfrm>
          <a:off x="6072685" y="1553619"/>
          <a:ext cx="3883173" cy="849444"/>
        </a:xfrm>
        <a:prstGeom prst="roundRect">
          <a:avLst/>
        </a:prstGeom>
        <a:solidFill>
          <a:schemeClr val="lt1">
            <a:alpha val="90000"/>
            <a:hueOff val="0"/>
            <a:satOff val="0"/>
            <a:lumOff val="0"/>
            <a:alphaOff val="0"/>
          </a:schemeClr>
        </a:solidFill>
        <a:ln w="19050" cap="flat" cmpd="sng" algn="ctr">
          <a:solidFill>
            <a:schemeClr val="accent5">
              <a:hueOff val="-3038037"/>
              <a:satOff val="-207"/>
              <a:lumOff val="49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a:t>Effective Leader</a:t>
          </a:r>
        </a:p>
      </dsp:txBody>
      <dsp:txXfrm>
        <a:off x="6114151" y="1595085"/>
        <a:ext cx="3800241" cy="766512"/>
      </dsp:txXfrm>
    </dsp:sp>
    <dsp:sp modelId="{B60C10F7-A659-43CC-96BB-CC7E07146F83}">
      <dsp:nvSpPr>
        <dsp:cNvPr id="0" name=""/>
        <dsp:cNvSpPr/>
      </dsp:nvSpPr>
      <dsp:spPr>
        <a:xfrm>
          <a:off x="6072685" y="2509244"/>
          <a:ext cx="3883173" cy="849444"/>
        </a:xfrm>
        <a:prstGeom prst="roundRect">
          <a:avLst/>
        </a:prstGeom>
        <a:solidFill>
          <a:schemeClr val="lt1">
            <a:alpha val="90000"/>
            <a:hueOff val="0"/>
            <a:satOff val="0"/>
            <a:lumOff val="0"/>
            <a:alphaOff val="0"/>
          </a:schemeClr>
        </a:solidFill>
        <a:ln w="19050" cap="flat" cmpd="sng" algn="ctr">
          <a:solidFill>
            <a:schemeClr val="accent5">
              <a:hueOff val="-6076075"/>
              <a:satOff val="-413"/>
              <a:lumOff val="98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a:t>Competent Manager</a:t>
          </a:r>
        </a:p>
      </dsp:txBody>
      <dsp:txXfrm>
        <a:off x="6114151" y="2550710"/>
        <a:ext cx="3800241" cy="766512"/>
      </dsp:txXfrm>
    </dsp:sp>
    <dsp:sp modelId="{2D8205D6-C611-4836-BE7F-45720DEC51C3}">
      <dsp:nvSpPr>
        <dsp:cNvPr id="0" name=""/>
        <dsp:cNvSpPr/>
      </dsp:nvSpPr>
      <dsp:spPr>
        <a:xfrm>
          <a:off x="6072685" y="3464868"/>
          <a:ext cx="3883173" cy="849444"/>
        </a:xfrm>
        <a:prstGeom prst="roundRect">
          <a:avLst/>
        </a:prstGeom>
        <a:solidFill>
          <a:schemeClr val="lt1">
            <a:alpha val="90000"/>
            <a:hueOff val="0"/>
            <a:satOff val="0"/>
            <a:lumOff val="0"/>
            <a:alphaOff val="0"/>
          </a:schemeClr>
        </a:solidFill>
        <a:ln w="19050" cap="flat" cmpd="sng" algn="ctr">
          <a:solidFill>
            <a:schemeClr val="accent5">
              <a:hueOff val="-9114112"/>
              <a:satOff val="-620"/>
              <a:lumOff val="147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a:t>Contributing Team Member</a:t>
          </a:r>
        </a:p>
      </dsp:txBody>
      <dsp:txXfrm>
        <a:off x="6114151" y="3506334"/>
        <a:ext cx="3800241" cy="766512"/>
      </dsp:txXfrm>
    </dsp:sp>
    <dsp:sp modelId="{11CA35FA-0BDC-47B3-A569-73B88EBAFBE0}">
      <dsp:nvSpPr>
        <dsp:cNvPr id="0" name=""/>
        <dsp:cNvSpPr/>
      </dsp:nvSpPr>
      <dsp:spPr>
        <a:xfrm>
          <a:off x="6072685" y="4420493"/>
          <a:ext cx="3883173" cy="849444"/>
        </a:xfrm>
        <a:prstGeom prst="roundRect">
          <a:avLst/>
        </a:prstGeom>
        <a:solidFill>
          <a:schemeClr val="lt1">
            <a:alpha val="90000"/>
            <a:hueOff val="0"/>
            <a:satOff val="0"/>
            <a:lumOff val="0"/>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a:t>Highly Capable Individual</a:t>
          </a:r>
        </a:p>
      </dsp:txBody>
      <dsp:txXfrm>
        <a:off x="6114151" y="4461959"/>
        <a:ext cx="3800241" cy="76651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A9DB5-70C7-E94D-9548-16899A1C10C6}"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90D89B-D770-F648-BD56-FFC69AC3D72B}" type="slidenum">
              <a:rPr lang="en-US" smtClean="0"/>
              <a:t>‹#›</a:t>
            </a:fld>
            <a:endParaRPr lang="en-US"/>
          </a:p>
        </p:txBody>
      </p:sp>
    </p:spTree>
    <p:extLst>
      <p:ext uri="{BB962C8B-B14F-4D97-AF65-F5344CB8AC3E}">
        <p14:creationId xmlns:p14="http://schemas.microsoft.com/office/powerpoint/2010/main" val="191439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Here is an overview of the course modules from start to finish, and you are here-Module number 2: Leadership.  Remember, each module opens at the beginning of the following month and you have the month to complete it.  Module 3: History, and Federal and State Policy will open and begin on January 1, and our virtual session for that will happen on January 28th.  </a:t>
            </a:r>
          </a:p>
          <a:p>
            <a:endParaRPr lang="en-US">
              <a:ea typeface="Calibri"/>
              <a:cs typeface="Calibri"/>
            </a:endParaRPr>
          </a:p>
          <a:p>
            <a:r>
              <a:rPr lang="en-US">
                <a:ea typeface="Calibri"/>
                <a:cs typeface="Calibri"/>
              </a:rPr>
              <a:t>By now, you should have completed the review of module 1 materials, and completed the first couple of entries in your workbook. Remember this workbook is a good tool to link what you're learning to your work, a good way to help link your supervisor into the process, and a way to connect with your mentor. If you haven't already completed those things, take some time to complete it so you're all caught up.  </a:t>
            </a:r>
          </a:p>
          <a:p>
            <a:endParaRPr lang="en-US">
              <a:ea typeface="Calibri"/>
              <a:cs typeface="Calibri"/>
            </a:endParaRPr>
          </a:p>
          <a:p>
            <a:r>
              <a:rPr lang="en-US">
                <a:ea typeface="Calibri"/>
                <a:cs typeface="Calibri"/>
              </a:rPr>
              <a:t>This month's assignments include a leadership quiz that you should have completed before today's call because it will be the subject of our discussion later...and setting a goal for yourself to work on throughout this class.  Your mentor will be an asset to you as you develop that and work through it. If the goal setting framework and assignment have proven to be confusing for you, please reach out to your mentor and schedule some time to chat if you haven't already.  </a:t>
            </a:r>
          </a:p>
          <a:p>
            <a:endParaRPr lang="en-US">
              <a:ea typeface="Calibri"/>
              <a:cs typeface="Calibri"/>
            </a:endParaRPr>
          </a:p>
          <a:p>
            <a:r>
              <a:rPr lang="en-US">
                <a:ea typeface="Calibri"/>
                <a:cs typeface="Calibri"/>
              </a:rPr>
              <a:t>I want to note that next month's call is scheduled for December 23rd, the day before Christmas Eve. Is that problematic for anyone?</a:t>
            </a:r>
          </a:p>
        </p:txBody>
      </p:sp>
      <p:sp>
        <p:nvSpPr>
          <p:cNvPr id="4" name="Slide Number Placeholder 3"/>
          <p:cNvSpPr>
            <a:spLocks noGrp="1"/>
          </p:cNvSpPr>
          <p:nvPr>
            <p:ph type="sldNum" sz="quarter" idx="5"/>
          </p:nvPr>
        </p:nvSpPr>
        <p:spPr/>
        <p:txBody>
          <a:bodyPr/>
          <a:lstStyle/>
          <a:p>
            <a:fld id="{61E78B0C-5300-7A44-AA13-8B2C0E818EC7}" type="slidenum">
              <a:rPr lang="en-US" smtClean="0"/>
              <a:t>4</a:t>
            </a:fld>
            <a:endParaRPr lang="en-US"/>
          </a:p>
        </p:txBody>
      </p:sp>
    </p:spTree>
    <p:extLst>
      <p:ext uri="{BB962C8B-B14F-4D97-AF65-F5344CB8AC3E}">
        <p14:creationId xmlns:p14="http://schemas.microsoft.com/office/powerpoint/2010/main" val="4089383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ea typeface="Calibri"/>
                <a:cs typeface="Calibri"/>
              </a:rPr>
              <a:t>Here are the learning objectives for this module.  You should have: </a:t>
            </a:r>
            <a:endParaRPr lang="en-US">
              <a:cs typeface="Calibri" panose="020F0502020204030204"/>
            </a:endParaRPr>
          </a:p>
          <a:p>
            <a:pPr marL="342900" indent="-342900">
              <a:buFont typeface="Arial,Sans-Serif"/>
              <a:buChar char="•"/>
            </a:pPr>
            <a:endParaRPr lang="en-US"/>
          </a:p>
          <a:p>
            <a:pPr marL="342900" indent="-342900">
              <a:buFont typeface="Arial,Sans-Serif"/>
              <a:buChar char="•"/>
            </a:pPr>
            <a:r>
              <a:rPr lang="en-US"/>
              <a:t>identified your own leadership style,</a:t>
            </a:r>
            <a:endParaRPr lang="en-US">
              <a:cs typeface="Calibri"/>
            </a:endParaRPr>
          </a:p>
          <a:p>
            <a:pPr marL="342900" indent="-342900">
              <a:buFont typeface="Arial,Sans-Serif"/>
              <a:buChar char="•"/>
            </a:pPr>
            <a:endParaRPr lang="en-US"/>
          </a:p>
          <a:p>
            <a:pPr marL="342900" indent="-342900">
              <a:buFont typeface="Arial,Sans-Serif"/>
              <a:buChar char="•"/>
            </a:pPr>
            <a:r>
              <a:rPr lang="en-US"/>
              <a:t>Be able to describe what behaviors you would expect to see in an effective leader, and </a:t>
            </a:r>
            <a:endParaRPr lang="en-US">
              <a:cs typeface="Calibri"/>
            </a:endParaRPr>
          </a:p>
          <a:p>
            <a:pPr marL="342900" indent="-342900">
              <a:buFont typeface="Arial,Sans-Serif"/>
              <a:buChar char="•"/>
            </a:pPr>
            <a:endParaRPr lang="en-US"/>
          </a:p>
          <a:p>
            <a:pPr marL="342900" indent="-342900">
              <a:buFont typeface="Arial,Sans-Serif"/>
              <a:buChar char="•"/>
            </a:pPr>
            <a:r>
              <a:rPr lang="en-US"/>
              <a:t>Begin to identify your own leadership goals. </a:t>
            </a:r>
            <a:endParaRPr lang="en-US">
              <a:cs typeface="Calibri"/>
            </a:endParaRPr>
          </a:p>
          <a:p>
            <a:pPr marL="285750" indent="-285750">
              <a:buFont typeface="Arial,Sans-Serif"/>
              <a:buChar char="•"/>
            </a:pPr>
            <a:endParaRPr lang="en-US"/>
          </a:p>
          <a:p>
            <a:endParaRPr lang="en-US" b="1">
              <a:ea typeface="Calibri"/>
              <a:cs typeface="Calibri"/>
            </a:endParaRPr>
          </a:p>
        </p:txBody>
      </p:sp>
      <p:sp>
        <p:nvSpPr>
          <p:cNvPr id="4" name="Slide Number Placeholder 3"/>
          <p:cNvSpPr>
            <a:spLocks noGrp="1"/>
          </p:cNvSpPr>
          <p:nvPr>
            <p:ph type="sldNum" sz="quarter" idx="5"/>
          </p:nvPr>
        </p:nvSpPr>
        <p:spPr/>
        <p:txBody>
          <a:bodyPr/>
          <a:lstStyle/>
          <a:p>
            <a:fld id="{61E78B0C-5300-7A44-AA13-8B2C0E818EC7}" type="slidenum">
              <a:rPr lang="en-US" smtClean="0"/>
              <a:t>5</a:t>
            </a:fld>
            <a:endParaRPr lang="en-US"/>
          </a:p>
        </p:txBody>
      </p:sp>
    </p:spTree>
    <p:extLst>
      <p:ext uri="{BB962C8B-B14F-4D97-AF65-F5344CB8AC3E}">
        <p14:creationId xmlns:p14="http://schemas.microsoft.com/office/powerpoint/2010/main" val="2700594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ask you this—do you see yourself as more of a manager or a leader? Or maybe a bit of both?</a:t>
            </a:r>
          </a:p>
          <a:p>
            <a:r>
              <a:rPr lang="en-US"/>
              <a:t>A lot of people assume that being a manager automatically makes you a leader, but that’s not really the case. Think about it—someone else can give you the title of manager, but being a leader? That’s something you decide and cultivate for yourself.</a:t>
            </a:r>
            <a:endParaRPr lang="en-US">
              <a:ea typeface="Calibri"/>
              <a:cs typeface="Calibri"/>
            </a:endParaRPr>
          </a:p>
          <a:p>
            <a:r>
              <a:rPr lang="en-US"/>
              <a:t>What’s interesting is that very few people are naturally great at both managing and leading. Managers focus on creating order—they follow rules, stick to procedures, and work to reduce risks, all with the goal of delivering consistent, predictable outcomes. That’s essential when you’re maintaining or improving the status quo.</a:t>
            </a:r>
            <a:endParaRPr lang="en-US">
              <a:ea typeface="Calibri"/>
              <a:cs typeface="Calibri"/>
            </a:endParaRPr>
          </a:p>
          <a:p>
            <a:r>
              <a:rPr lang="en-US"/>
              <a:t>Leaders, on the other hand, are all about inspiring others to think differently, take risks, and challenge the way things have always been done. They’re focused on driving change and pushing for innovation.</a:t>
            </a:r>
            <a:endParaRPr lang="en-US">
              <a:ea typeface="Calibri"/>
              <a:cs typeface="Calibri"/>
            </a:endParaRPr>
          </a:p>
          <a:p>
            <a:r>
              <a:rPr lang="en-US"/>
              <a:t>So, looking back on the module and the leadership quiz you took, where do you see yourself on that spectrum? And, more importantly, is that where you want to be?</a:t>
            </a:r>
            <a:endParaRPr lang="en-US">
              <a:ea typeface="Calibri"/>
              <a:cs typeface="Calibri"/>
            </a:endParaRPr>
          </a:p>
          <a:p>
            <a:endParaRPr lang="en-US">
              <a:ea typeface="Calibri"/>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61E78B0C-5300-7A44-AA13-8B2C0E818EC7}" type="slidenum">
              <a:rPr lang="en-US" smtClean="0"/>
              <a:t>6</a:t>
            </a:fld>
            <a:endParaRPr lang="en-US"/>
          </a:p>
        </p:txBody>
      </p:sp>
    </p:spTree>
    <p:extLst>
      <p:ext uri="{BB962C8B-B14F-4D97-AF65-F5344CB8AC3E}">
        <p14:creationId xmlns:p14="http://schemas.microsoft.com/office/powerpoint/2010/main" val="3091763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of the pieces of this module was Jim Collins' leadership framework.  Jim Collins, the author of the book Good to Great and his staff conducted research on  leadership practices with over 400 companies.  From this, he created 5 categories of leadership.  Executive, Effective Leader, Competent Manager, Contributing Team Member and Highly Capable Individual.....as I describe each leadership type, be thinking about yourself and whether you think any of these levels of leadership describe you....</a:t>
            </a:r>
          </a:p>
          <a:p>
            <a:r>
              <a:rPr lang="en-US"/>
              <a:t>You can see Level 1 is a "Highly Capable Individual." They Make productive contributions through talent, knowledge, skills, and good work habits. </a:t>
            </a:r>
            <a:endParaRPr lang="en-US">
              <a:ea typeface="Calibri"/>
              <a:cs typeface="Calibri"/>
            </a:endParaRPr>
          </a:p>
          <a:p>
            <a:r>
              <a:rPr lang="en-US"/>
              <a:t>The level 2 is a "Contributing Team member" who contributes to the achievement of group objectives, and works effectively with others in a group. </a:t>
            </a:r>
            <a:endParaRPr lang="en-US">
              <a:ea typeface="Calibri"/>
              <a:cs typeface="Calibri"/>
            </a:endParaRPr>
          </a:p>
          <a:p>
            <a:r>
              <a:rPr lang="en-US"/>
              <a:t>Level 3 is a "competent manager" These folks organize people and resources toward the effective and efficient pursuit of the objectives that have been given to them. </a:t>
            </a:r>
            <a:endParaRPr lang="en-US">
              <a:ea typeface="Calibri"/>
              <a:cs typeface="Calibri"/>
            </a:endParaRPr>
          </a:p>
          <a:p>
            <a:r>
              <a:rPr lang="en-US"/>
              <a:t>Level 4 is where the leadership label starts to come in. Level 4 is an effective leader who catalyzes commitment to and vigorous pursuit of a clear and compelling vision. They lead the group to high performance standards. </a:t>
            </a:r>
            <a:endParaRPr lang="en-US">
              <a:ea typeface="Calibri"/>
              <a:cs typeface="Calibri"/>
            </a:endParaRPr>
          </a:p>
          <a:p>
            <a:r>
              <a:rPr lang="en-US"/>
              <a:t>Level 5 is Executive. They build greatness through personal humility and professional will. Having leadership at the executive level is an important part of transformation from good to great. </a:t>
            </a:r>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61E78B0C-5300-7A44-AA13-8B2C0E818EC7}" type="slidenum">
              <a:rPr lang="en-US" smtClean="0"/>
              <a:t>7</a:t>
            </a:fld>
            <a:endParaRPr lang="en-US"/>
          </a:p>
        </p:txBody>
      </p:sp>
    </p:spTree>
    <p:extLst>
      <p:ext uri="{BB962C8B-B14F-4D97-AF65-F5344CB8AC3E}">
        <p14:creationId xmlns:p14="http://schemas.microsoft.com/office/powerpoint/2010/main" val="2396747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Brian: </a:t>
            </a:r>
            <a:endParaRPr lang="en-US"/>
          </a:p>
          <a:p>
            <a:endParaRPr lang="en-US">
              <a:ea typeface="Calibri"/>
              <a:cs typeface="Calibri"/>
            </a:endParaRPr>
          </a:p>
          <a:p>
            <a:r>
              <a:rPr lang="en-US">
                <a:ea typeface="Calibri"/>
                <a:cs typeface="Calibri"/>
              </a:rPr>
              <a:t>Simon Sinek is a leadership expert and author. This video talks about "being the leader you wish you had," and how doing so can be contagious. </a:t>
            </a:r>
          </a:p>
        </p:txBody>
      </p:sp>
      <p:sp>
        <p:nvSpPr>
          <p:cNvPr id="4" name="Slide Number Placeholder 3"/>
          <p:cNvSpPr>
            <a:spLocks noGrp="1"/>
          </p:cNvSpPr>
          <p:nvPr>
            <p:ph type="sldNum" sz="quarter" idx="5"/>
          </p:nvPr>
        </p:nvSpPr>
        <p:spPr/>
        <p:txBody>
          <a:bodyPr/>
          <a:lstStyle/>
          <a:p>
            <a:fld id="{CB90D89B-D770-F648-BD56-FFC69AC3D72B}" type="slidenum">
              <a:rPr lang="en-US" smtClean="0"/>
              <a:t>8</a:t>
            </a:fld>
            <a:endParaRPr lang="en-US"/>
          </a:p>
        </p:txBody>
      </p:sp>
    </p:spTree>
    <p:extLst>
      <p:ext uri="{BB962C8B-B14F-4D97-AF65-F5344CB8AC3E}">
        <p14:creationId xmlns:p14="http://schemas.microsoft.com/office/powerpoint/2010/main" val="4072764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This video talks about transformation in business.  He talks about for profit business, but the message is very applicable to the work your agencies are doing with transformation. </a:t>
            </a:r>
            <a:endParaRPr lang="en-US"/>
          </a:p>
        </p:txBody>
      </p:sp>
      <p:sp>
        <p:nvSpPr>
          <p:cNvPr id="4" name="Slide Number Placeholder 3"/>
          <p:cNvSpPr>
            <a:spLocks noGrp="1"/>
          </p:cNvSpPr>
          <p:nvPr>
            <p:ph type="sldNum" sz="quarter" idx="5"/>
          </p:nvPr>
        </p:nvSpPr>
        <p:spPr/>
        <p:txBody>
          <a:bodyPr/>
          <a:lstStyle/>
          <a:p>
            <a:fld id="{CB90D89B-D770-F648-BD56-FFC69AC3D72B}" type="slidenum">
              <a:rPr lang="en-US" smtClean="0"/>
              <a:t>9</a:t>
            </a:fld>
            <a:endParaRPr lang="en-US"/>
          </a:p>
        </p:txBody>
      </p:sp>
    </p:spTree>
    <p:extLst>
      <p:ext uri="{BB962C8B-B14F-4D97-AF65-F5344CB8AC3E}">
        <p14:creationId xmlns:p14="http://schemas.microsoft.com/office/powerpoint/2010/main" val="3530322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An important component of leadership and being a leader (regardless of role and really regardless of what industry you are in) is YOU helping to connect the dots and create alignment between best practices and the practices of your organization. This is really what the goal setting framework and assignment are all about.  I hope you've had time to look through the framework, and that you have time scheduled with your mentor to walk through the process and set a goal for yourself. </a:t>
            </a:r>
          </a:p>
          <a:p>
            <a:endParaRPr lang="en-US">
              <a:ea typeface="Calibri" panose="020F0502020204030204"/>
              <a:cs typeface="Calibri"/>
            </a:endParaRPr>
          </a:p>
          <a:p>
            <a:r>
              <a:rPr lang="en-US">
                <a:ea typeface="Calibri" panose="020F0502020204030204"/>
                <a:cs typeface="Calibri"/>
              </a:rPr>
              <a:t>Who has completed this assignment and drafted a goal for themselves?  </a:t>
            </a:r>
            <a:br>
              <a:rPr lang="en-US">
                <a:ea typeface="Calibri" panose="020F0502020204030204"/>
                <a:cs typeface="+mn-lt"/>
              </a:rPr>
            </a:br>
            <a:br>
              <a:rPr lang="en-US">
                <a:ea typeface="Calibri" panose="020F0502020204030204"/>
                <a:cs typeface="+mn-lt"/>
              </a:rPr>
            </a:br>
            <a:r>
              <a:rPr lang="en-US">
                <a:ea typeface="Calibri" panose="020F0502020204030204"/>
                <a:cs typeface="Calibri"/>
              </a:rPr>
              <a:t>Would you like to share?</a:t>
            </a:r>
          </a:p>
          <a:p>
            <a:endParaRPr lang="en-US">
              <a:ea typeface="Calibri" panose="020F0502020204030204"/>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10</a:t>
            </a:fld>
            <a:endParaRPr lang="en-US"/>
          </a:p>
        </p:txBody>
      </p:sp>
    </p:spTree>
    <p:extLst>
      <p:ext uri="{BB962C8B-B14F-4D97-AF65-F5344CB8AC3E}">
        <p14:creationId xmlns:p14="http://schemas.microsoft.com/office/powerpoint/2010/main" val="1526133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Ok, for this part of our call, we're going to break out into small groups.  The system will place you into rooms and bring you back at the end of the time allotted, so you don't have to do anything technology wise.  </a:t>
            </a:r>
            <a:r>
              <a:rPr lang="en-US"/>
              <a:t>You'll need to appoint someone to take notes and to report back to the group when we come back together. You'll discuss the questions we sent out ahead of time: </a:t>
            </a:r>
            <a:r>
              <a:rPr lang="en-US" b="1"/>
              <a:t>What was your 'leadership style' identified? What are potential action steps that you can take in your current role to be a more Effective Leader and What's stopping you? What support will you need from others inside (or outside) your organization to take those steps? </a:t>
            </a:r>
            <a:r>
              <a:rPr lang="en-US"/>
              <a:t>We'll see you back here in a few minutes. </a:t>
            </a:r>
            <a:endParaRPr lang="en-US" b="1">
              <a:cs typeface="Calibri"/>
            </a:endParaRPr>
          </a:p>
        </p:txBody>
      </p:sp>
      <p:sp>
        <p:nvSpPr>
          <p:cNvPr id="4" name="Slide Number Placeholder 3"/>
          <p:cNvSpPr>
            <a:spLocks noGrp="1"/>
          </p:cNvSpPr>
          <p:nvPr>
            <p:ph type="sldNum" sz="quarter" idx="5"/>
          </p:nvPr>
        </p:nvSpPr>
        <p:spPr/>
        <p:txBody>
          <a:bodyPr/>
          <a:lstStyle/>
          <a:p>
            <a:fld id="{CB90D89B-D770-F648-BD56-FFC69AC3D72B}" type="slidenum">
              <a:rPr lang="en-US" smtClean="0"/>
              <a:t>11</a:t>
            </a:fld>
            <a:endParaRPr lang="en-US"/>
          </a:p>
        </p:txBody>
      </p:sp>
    </p:spTree>
    <p:extLst>
      <p:ext uri="{BB962C8B-B14F-4D97-AF65-F5344CB8AC3E}">
        <p14:creationId xmlns:p14="http://schemas.microsoft.com/office/powerpoint/2010/main" val="41681874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5E314-0EB5-3E76-CFBD-A36C1E83CC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EB1ACD-C61F-E726-F786-8C194048F4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0DBE39-3656-7D9E-C1EF-EC75E7DD6E4B}"/>
              </a:ext>
            </a:extLst>
          </p:cNvPr>
          <p:cNvSpPr>
            <a:spLocks noGrp="1"/>
          </p:cNvSpPr>
          <p:nvPr>
            <p:ph type="dt" sz="half" idx="10"/>
          </p:nvPr>
        </p:nvSpPr>
        <p:spPr>
          <a:xfrm>
            <a:off x="838200" y="6356350"/>
            <a:ext cx="2743200" cy="365125"/>
          </a:xfrm>
          <a:prstGeom prst="rect">
            <a:avLst/>
          </a:prstGeom>
        </p:spPr>
        <p:txBody>
          <a:bodyPr/>
          <a:lstStyle/>
          <a:p>
            <a:fld id="{53BEF823-48A5-43FC-BE03-E79964288B41}" type="datetimeFigureOut">
              <a:rPr lang="en-US" smtClean="0"/>
              <a:t>3/2/2026</a:t>
            </a:fld>
            <a:endParaRPr lang="en-US"/>
          </a:p>
        </p:txBody>
      </p:sp>
      <p:sp>
        <p:nvSpPr>
          <p:cNvPr id="5" name="Footer Placeholder 4">
            <a:extLst>
              <a:ext uri="{FF2B5EF4-FFF2-40B4-BE49-F238E27FC236}">
                <a16:creationId xmlns:a16="http://schemas.microsoft.com/office/drawing/2014/main" id="{4B488711-D6E8-DEF8-17D8-0ADD3B2A36C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9EC744D-4C10-7EE7-4BE8-C10182DEA3A1}"/>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9" name="Picture 8">
            <a:extLst>
              <a:ext uri="{FF2B5EF4-FFF2-40B4-BE49-F238E27FC236}">
                <a16:creationId xmlns:a16="http://schemas.microsoft.com/office/drawing/2014/main" id="{FD436B64-CE55-59AA-7233-ADD26AB71569}"/>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4119282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D0760-CE73-55AD-3FC7-4901BE3A9B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0A4647-1574-BD61-3C55-60F25F7707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15779-CF89-6520-AED6-65D1FED84CD9}"/>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5" name="Footer Placeholder 4">
            <a:extLst>
              <a:ext uri="{FF2B5EF4-FFF2-40B4-BE49-F238E27FC236}">
                <a16:creationId xmlns:a16="http://schemas.microsoft.com/office/drawing/2014/main" id="{D8F7731F-4BCB-5DE2-04D5-E2A9F0BEA132}"/>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6" name="Slide Number Placeholder 5">
            <a:extLst>
              <a:ext uri="{FF2B5EF4-FFF2-40B4-BE49-F238E27FC236}">
                <a16:creationId xmlns:a16="http://schemas.microsoft.com/office/drawing/2014/main" id="{1B5F5FA6-52FD-8AD6-05C7-3049208FD356}"/>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8" name="Picture 7">
            <a:extLst>
              <a:ext uri="{FF2B5EF4-FFF2-40B4-BE49-F238E27FC236}">
                <a16:creationId xmlns:a16="http://schemas.microsoft.com/office/drawing/2014/main" id="{4FA3F1FE-E984-3B20-D3C4-684441A4DA35}"/>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1589268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8B283-D171-269D-AFA1-55AB89B80A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BB1955-E1AB-A77F-DBFD-898BEB4529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61B299-70A6-CA15-C347-3EB470D3B4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820BE5-B765-6B06-CC08-7BD62EE87899}"/>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6" name="Footer Placeholder 5">
            <a:extLst>
              <a:ext uri="{FF2B5EF4-FFF2-40B4-BE49-F238E27FC236}">
                <a16:creationId xmlns:a16="http://schemas.microsoft.com/office/drawing/2014/main" id="{D1F78A8F-51E6-C89A-6F75-8D72461BC16E}"/>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7" name="Slide Number Placeholder 6">
            <a:extLst>
              <a:ext uri="{FF2B5EF4-FFF2-40B4-BE49-F238E27FC236}">
                <a16:creationId xmlns:a16="http://schemas.microsoft.com/office/drawing/2014/main" id="{35DA067F-7E9F-381F-9CB3-FD9A26CE3694}"/>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9" name="Picture 8">
            <a:extLst>
              <a:ext uri="{FF2B5EF4-FFF2-40B4-BE49-F238E27FC236}">
                <a16:creationId xmlns:a16="http://schemas.microsoft.com/office/drawing/2014/main" id="{10AF01B5-FD7D-7FA5-F805-0F2FCF274CA4}"/>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2343434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142C1-2CA8-4658-B998-00B9080E45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087D8B-1113-BD3E-6A7E-CD51D393E4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DA2535-4DC5-035D-6D67-4E4B015B0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0A0E81-D1FE-9638-A58A-5A77911B39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D26EF0-A42C-04B6-F3B0-BCC3BB5CA6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05D005-8FF8-2F28-1C11-6832C7EF297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8" name="Footer Placeholder 7">
            <a:extLst>
              <a:ext uri="{FF2B5EF4-FFF2-40B4-BE49-F238E27FC236}">
                <a16:creationId xmlns:a16="http://schemas.microsoft.com/office/drawing/2014/main" id="{D8B206F2-2C43-E0D6-792F-3278C4675609}"/>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9" name="Slide Number Placeholder 8">
            <a:extLst>
              <a:ext uri="{FF2B5EF4-FFF2-40B4-BE49-F238E27FC236}">
                <a16:creationId xmlns:a16="http://schemas.microsoft.com/office/drawing/2014/main" id="{4D91EB66-DD42-CFCF-72C0-8C92190BF7D9}"/>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11" name="Picture 10">
            <a:extLst>
              <a:ext uri="{FF2B5EF4-FFF2-40B4-BE49-F238E27FC236}">
                <a16:creationId xmlns:a16="http://schemas.microsoft.com/office/drawing/2014/main" id="{E10B9CAD-EF0C-0CB2-EF81-E419B5DA9AA4}"/>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3796381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714D7-DFF2-676D-9EB5-488B525CFC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71FE1C-BA44-F269-4382-C3B7EF89290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4" name="Footer Placeholder 3">
            <a:extLst>
              <a:ext uri="{FF2B5EF4-FFF2-40B4-BE49-F238E27FC236}">
                <a16:creationId xmlns:a16="http://schemas.microsoft.com/office/drawing/2014/main" id="{3E037DDA-E9D3-B6D3-ADCD-3FFA385AE25D}"/>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5" name="Slide Number Placeholder 4">
            <a:extLst>
              <a:ext uri="{FF2B5EF4-FFF2-40B4-BE49-F238E27FC236}">
                <a16:creationId xmlns:a16="http://schemas.microsoft.com/office/drawing/2014/main" id="{21F35C99-0411-5521-B1E8-B87886B048DA}"/>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7" name="Picture 6">
            <a:extLst>
              <a:ext uri="{FF2B5EF4-FFF2-40B4-BE49-F238E27FC236}">
                <a16:creationId xmlns:a16="http://schemas.microsoft.com/office/drawing/2014/main" id="{40FC3ED7-E7E5-D674-8A95-938E8800CA02}"/>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1459015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9"/>
        <p:cNvGrpSpPr/>
        <p:nvPr/>
      </p:nvGrpSpPr>
      <p:grpSpPr>
        <a:xfrm>
          <a:off x="0" y="0"/>
          <a:ext cx="0" cy="0"/>
          <a:chOff x="0" y="0"/>
          <a:chExt cx="0" cy="0"/>
        </a:xfrm>
      </p:grpSpPr>
      <p:sp>
        <p:nvSpPr>
          <p:cNvPr id="4" name="Rectangle 3">
            <a:extLst>
              <a:ext uri="{FF2B5EF4-FFF2-40B4-BE49-F238E27FC236}">
                <a16:creationId xmlns:a16="http://schemas.microsoft.com/office/drawing/2014/main" id="{C1DF4BD5-3B5F-635C-0AA7-D36104799185}"/>
              </a:ext>
            </a:extLst>
          </p:cNvPr>
          <p:cNvSpPr/>
          <p:nvPr/>
        </p:nvSpPr>
        <p:spPr>
          <a:xfrm>
            <a:off x="0" y="6223249"/>
            <a:ext cx="12192000" cy="63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p:cNvSpPr>
            <a:spLocks noGrp="1"/>
          </p:cNvSpPr>
          <p:nvPr>
            <p:ph type="body" sz="quarter" idx="10"/>
          </p:nvPr>
        </p:nvSpPr>
        <p:spPr>
          <a:xfrm>
            <a:off x="6324602" y="1054100"/>
            <a:ext cx="5562598" cy="4991100"/>
          </a:xfrm>
          <a:prstGeom prst="rect">
            <a:avLst/>
          </a:prstGeom>
        </p:spPr>
        <p:txBody>
          <a:bodyPr>
            <a:normAutofit/>
          </a:bodyPr>
          <a:lstStyle>
            <a:lvl1pPr marL="152396" indent="0">
              <a:spcAft>
                <a:spcPts val="400"/>
              </a:spcAft>
              <a:buFontTx/>
              <a:buNone/>
              <a:defRPr sz="2800">
                <a:latin typeface="Open Sans" panose="020B0606030504020204" pitchFamily="34" charset="0"/>
                <a:ea typeface="Open Sans" panose="020B0606030504020204" pitchFamily="34" charset="0"/>
                <a:cs typeface="Open Sans" panose="020B0606030504020204" pitchFamily="34" charset="0"/>
              </a:defRPr>
            </a:lvl1pPr>
            <a:lvl2pPr marL="685783" indent="-304792">
              <a:spcBef>
                <a:spcPts val="400"/>
              </a:spcBef>
              <a:spcAft>
                <a:spcPts val="400"/>
              </a:spcAft>
              <a:buFont typeface="Arial" charset="0"/>
              <a:buChar char="•"/>
              <a:tabLst/>
              <a:defRPr sz="2800">
                <a:latin typeface="Open Sans" panose="020B0606030504020204" pitchFamily="34" charset="0"/>
                <a:ea typeface="Open Sans" panose="020B0606030504020204" pitchFamily="34" charset="0"/>
                <a:cs typeface="Open Sans" panose="020B0606030504020204" pitchFamily="34" charset="0"/>
              </a:defRPr>
            </a:lvl2pPr>
            <a:lvl3pPr marL="1221287" indent="-383108">
              <a:spcBef>
                <a:spcPts val="400"/>
              </a:spcBef>
              <a:spcAft>
                <a:spcPts val="400"/>
              </a:spcAft>
              <a:tabLst/>
              <a:defRPr sz="2800">
                <a:latin typeface="Open Sans" panose="020B0606030504020204" pitchFamily="34" charset="0"/>
                <a:ea typeface="Open Sans" panose="020B0606030504020204" pitchFamily="34" charset="0"/>
                <a:cs typeface="Open Sans" panose="020B0606030504020204" pitchFamily="34" charset="0"/>
              </a:defRPr>
            </a:lvl3pPr>
            <a:lvl4pPr marL="1907070" indent="-380990">
              <a:spcBef>
                <a:spcPts val="400"/>
              </a:spcBef>
              <a:spcAft>
                <a:spcPts val="400"/>
              </a:spcAft>
              <a:buSzPct val="100000"/>
              <a:buFont typeface="ArialMT" charset="0"/>
              <a:buChar char="»"/>
              <a:tabLst/>
              <a:defRPr sz="2800">
                <a:latin typeface="Open Sans" panose="020B0606030504020204" pitchFamily="34" charset="0"/>
                <a:ea typeface="Open Sans" panose="020B0606030504020204" pitchFamily="34" charset="0"/>
                <a:cs typeface="Open Sans" panose="020B0606030504020204" pitchFamily="34" charset="0"/>
              </a:defRPr>
            </a:lvl4pPr>
            <a:lvl5pPr marL="2366374" indent="-306910">
              <a:spcBef>
                <a:spcPts val="400"/>
              </a:spcBef>
              <a:spcAft>
                <a:spcPts val="400"/>
              </a:spcAft>
              <a:tabLst/>
              <a:defRPr sz="28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5218FECC-B578-CFD9-C7B9-78F9177C1AD6}"/>
              </a:ext>
            </a:extLst>
          </p:cNvPr>
          <p:cNvSpPr>
            <a:spLocks noGrp="1"/>
          </p:cNvSpPr>
          <p:nvPr>
            <p:ph type="pic" sz="quarter" idx="11"/>
          </p:nvPr>
        </p:nvSpPr>
        <p:spPr>
          <a:xfrm>
            <a:off x="0" y="0"/>
            <a:ext cx="5867400" cy="6858000"/>
          </a:xfrm>
        </p:spPr>
        <p:txBody>
          <a:bodyPr/>
          <a:lstStyle/>
          <a:p>
            <a:r>
              <a:rPr lang="en-US"/>
              <a:t>Click icon to add picture</a:t>
            </a:r>
          </a:p>
        </p:txBody>
      </p:sp>
      <p:pic>
        <p:nvPicPr>
          <p:cNvPr id="3" name="Picture 2">
            <a:extLst>
              <a:ext uri="{FF2B5EF4-FFF2-40B4-BE49-F238E27FC236}">
                <a16:creationId xmlns:a16="http://schemas.microsoft.com/office/drawing/2014/main" id="{82A08CF5-3E9F-5B5E-9A0A-3DD222C949FF}"/>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4200514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block with full picture block on left">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B46D7986-4560-C024-D635-6E64368AD44A}"/>
              </a:ext>
            </a:extLst>
          </p:cNvPr>
          <p:cNvSpPr>
            <a:spLocks noGrp="1" noChangeAspect="1"/>
          </p:cNvSpPr>
          <p:nvPr>
            <p:ph type="pic" sz="quarter" idx="20"/>
          </p:nvPr>
        </p:nvSpPr>
        <p:spPr>
          <a:xfrm>
            <a:off x="0" y="0"/>
            <a:ext cx="6769419" cy="6858000"/>
          </a:xfrm>
          <a:noFill/>
        </p:spPr>
        <p:txBody>
          <a:bodyPr anchor="ctr" anchorCtr="0">
            <a:normAutofit/>
          </a:bodyPr>
          <a:lstStyle/>
          <a:p>
            <a:r>
              <a:rPr lang="en-US"/>
              <a:t>Click icon to add picture</a:t>
            </a:r>
          </a:p>
        </p:txBody>
      </p:sp>
      <p:sp>
        <p:nvSpPr>
          <p:cNvPr id="6" name="Text Placeholder 2">
            <a:extLst>
              <a:ext uri="{FF2B5EF4-FFF2-40B4-BE49-F238E27FC236}">
                <a16:creationId xmlns:a16="http://schemas.microsoft.com/office/drawing/2014/main" id="{740D7550-10B8-25C8-F5EB-1B7A2C19650F}"/>
              </a:ext>
            </a:extLst>
          </p:cNvPr>
          <p:cNvSpPr>
            <a:spLocks noGrp="1"/>
          </p:cNvSpPr>
          <p:nvPr>
            <p:ph type="body" idx="21"/>
          </p:nvPr>
        </p:nvSpPr>
        <p:spPr>
          <a:xfrm>
            <a:off x="7412547" y="5369794"/>
            <a:ext cx="4182046" cy="392922"/>
          </a:xfrm>
          <a:noFill/>
        </p:spPr>
        <p:txBody>
          <a:bodyPr lIns="0" tIns="0" rIns="0" bIns="0" anchor="ctr">
            <a:normAutofit/>
          </a:bodyPr>
          <a:lstStyle>
            <a:lvl1pPr marL="0" indent="0">
              <a:buNone/>
              <a:defRPr sz="12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D52E4ACD-E01C-7699-66CF-79924E9F2A08}"/>
              </a:ext>
            </a:extLst>
          </p:cNvPr>
          <p:cNvSpPr>
            <a:spLocks noGrp="1"/>
          </p:cNvSpPr>
          <p:nvPr>
            <p:ph type="title"/>
          </p:nvPr>
        </p:nvSpPr>
        <p:spPr>
          <a:xfrm>
            <a:off x="7412547" y="1704848"/>
            <a:ext cx="4182046" cy="2743200"/>
          </a:xfrm>
        </p:spPr>
        <p:txBody>
          <a:bodyPr>
            <a:normAutofit/>
          </a:bodyPr>
          <a:lstStyle>
            <a:lvl1pPr>
              <a:defRPr sz="3600"/>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7F06C1AB-C470-CFA3-1ED7-BAA644D97CA8}"/>
              </a:ext>
            </a:extLst>
          </p:cNvPr>
          <p:cNvSpPr/>
          <p:nvPr/>
        </p:nvSpPr>
        <p:spPr>
          <a:xfrm>
            <a:off x="0" y="6223249"/>
            <a:ext cx="12192000" cy="63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0BF51F5-5533-CA7C-BA9E-F558F439A06A}"/>
              </a:ext>
            </a:extLst>
          </p:cNvPr>
          <p:cNvPicPr>
            <a:picLocks noChangeAspect="1"/>
          </p:cNvPicPr>
          <p:nvPr/>
        </p:nvPicPr>
        <p:blipFill>
          <a:blip r:embed="rId2"/>
          <a:stretch>
            <a:fillRect/>
          </a:stretch>
        </p:blipFill>
        <p:spPr>
          <a:xfrm>
            <a:off x="1524000" y="6272655"/>
            <a:ext cx="9144000" cy="557960"/>
          </a:xfrm>
          <a:prstGeom prst="rect">
            <a:avLst/>
          </a:prstGeom>
        </p:spPr>
      </p:pic>
    </p:spTree>
    <p:extLst>
      <p:ext uri="{BB962C8B-B14F-4D97-AF65-F5344CB8AC3E}">
        <p14:creationId xmlns:p14="http://schemas.microsoft.com/office/powerpoint/2010/main" val="2061230534"/>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E3335-324B-6B97-7E89-94C4DE7E5BB3}"/>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3" name="Footer Placeholder 2">
            <a:extLst>
              <a:ext uri="{FF2B5EF4-FFF2-40B4-BE49-F238E27FC236}">
                <a16:creationId xmlns:a16="http://schemas.microsoft.com/office/drawing/2014/main" id="{99727ED7-07D8-DDBA-5FE7-3E011B76B51B}"/>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4" name="Slide Number Placeholder 3">
            <a:extLst>
              <a:ext uri="{FF2B5EF4-FFF2-40B4-BE49-F238E27FC236}">
                <a16:creationId xmlns:a16="http://schemas.microsoft.com/office/drawing/2014/main" id="{A68C0E7F-DE0B-8714-3E58-F9A778E21F2D}"/>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170826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0BC05-3EE9-18C6-69F1-8618A4CFCB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A92E1D-D6F3-3C94-94AA-004EB8B24F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E8801C-5159-EF96-1B67-30FCF4CF1B3A}"/>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5" name="Footer Placeholder 4">
            <a:extLst>
              <a:ext uri="{FF2B5EF4-FFF2-40B4-BE49-F238E27FC236}">
                <a16:creationId xmlns:a16="http://schemas.microsoft.com/office/drawing/2014/main" id="{E9970B42-E5C3-C716-DE05-B27035B93B11}"/>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6" name="Slide Number Placeholder 5">
            <a:extLst>
              <a:ext uri="{FF2B5EF4-FFF2-40B4-BE49-F238E27FC236}">
                <a16:creationId xmlns:a16="http://schemas.microsoft.com/office/drawing/2014/main" id="{10537C52-DDB0-E9D2-D508-1D042C3B8944}"/>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7" name="Picture 6" descr="A yellow and white background&#10;&#10;AI-generated content may be incorrect.">
            <a:extLst>
              <a:ext uri="{FF2B5EF4-FFF2-40B4-BE49-F238E27FC236}">
                <a16:creationId xmlns:a16="http://schemas.microsoft.com/office/drawing/2014/main" id="{18580108-B377-73C3-CA9A-C348C4FF55B7}"/>
              </a:ext>
            </a:extLst>
          </p:cNvPr>
          <p:cNvPicPr>
            <a:picLocks noChangeAspect="1"/>
          </p:cNvPicPr>
          <p:nvPr/>
        </p:nvPicPr>
        <p:blipFill>
          <a:blip r:embed="rId2"/>
          <a:stretch>
            <a:fillRect/>
          </a:stretch>
        </p:blipFill>
        <p:spPr>
          <a:xfrm>
            <a:off x="0" y="0"/>
            <a:ext cx="12561797" cy="7083719"/>
          </a:xfrm>
          <a:prstGeom prst="rect">
            <a:avLst/>
          </a:prstGeom>
        </p:spPr>
      </p:pic>
      <p:pic>
        <p:nvPicPr>
          <p:cNvPr id="10" name="Picture 9" descr="A black background with red text&#10;&#10;AI-generated content may be incorrect.">
            <a:extLst>
              <a:ext uri="{FF2B5EF4-FFF2-40B4-BE49-F238E27FC236}">
                <a16:creationId xmlns:a16="http://schemas.microsoft.com/office/drawing/2014/main" id="{38812962-0CCC-177F-8D45-267E8A4E271C}"/>
              </a:ext>
            </a:extLst>
          </p:cNvPr>
          <p:cNvPicPr>
            <a:picLocks noChangeAspect="1"/>
          </p:cNvPicPr>
          <p:nvPr/>
        </p:nvPicPr>
        <p:blipFill>
          <a:blip r:embed="rId3"/>
          <a:stretch>
            <a:fillRect/>
          </a:stretch>
        </p:blipFill>
        <p:spPr>
          <a:xfrm>
            <a:off x="9350829" y="431130"/>
            <a:ext cx="2612571" cy="1293923"/>
          </a:xfrm>
          <a:prstGeom prst="rect">
            <a:avLst/>
          </a:prstGeom>
        </p:spPr>
      </p:pic>
    </p:spTree>
    <p:extLst>
      <p:ext uri="{BB962C8B-B14F-4D97-AF65-F5344CB8AC3E}">
        <p14:creationId xmlns:p14="http://schemas.microsoft.com/office/powerpoint/2010/main" val="465828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E3335-324B-6B97-7E89-94C4DE7E5BB3}"/>
              </a:ext>
            </a:extLst>
          </p:cNvPr>
          <p:cNvSpPr>
            <a:spLocks noGrp="1"/>
          </p:cNvSpPr>
          <p:nvPr>
            <p:ph type="dt" sz="half" idx="10"/>
          </p:nvPr>
        </p:nvSpPr>
        <p:spPr>
          <a:xfrm>
            <a:off x="838200" y="6356350"/>
            <a:ext cx="2743200" cy="365125"/>
          </a:xfrm>
          <a:prstGeom prst="rect">
            <a:avLst/>
          </a:prstGeom>
        </p:spPr>
        <p:txBody>
          <a:bodyPr/>
          <a:lstStyle/>
          <a:p>
            <a:pPr algn="r"/>
            <a:fld id="{53BEF823-48A5-43FC-BE03-E79964288B41}" type="datetimeFigureOut">
              <a:rPr lang="en-US" smtClean="0"/>
              <a:pPr algn="r"/>
              <a:t>3/2/2026</a:t>
            </a:fld>
            <a:endParaRPr lang="en-US"/>
          </a:p>
        </p:txBody>
      </p:sp>
      <p:sp>
        <p:nvSpPr>
          <p:cNvPr id="3" name="Footer Placeholder 2">
            <a:extLst>
              <a:ext uri="{FF2B5EF4-FFF2-40B4-BE49-F238E27FC236}">
                <a16:creationId xmlns:a16="http://schemas.microsoft.com/office/drawing/2014/main" id="{99727ED7-07D8-DDBA-5FE7-3E011B76B51B}"/>
              </a:ext>
            </a:extLst>
          </p:cNvPr>
          <p:cNvSpPr>
            <a:spLocks noGrp="1"/>
          </p:cNvSpPr>
          <p:nvPr>
            <p:ph type="ftr" sz="quarter" idx="11"/>
          </p:nvPr>
        </p:nvSpPr>
        <p:spPr>
          <a:xfrm>
            <a:off x="4038600" y="6356350"/>
            <a:ext cx="4114800" cy="365125"/>
          </a:xfrm>
          <a:prstGeom prst="rect">
            <a:avLst/>
          </a:prstGeom>
        </p:spPr>
        <p:txBody>
          <a:bodyPr/>
          <a:lstStyle/>
          <a:p>
            <a:pPr algn="l"/>
            <a:endParaRPr lang="en-US"/>
          </a:p>
        </p:txBody>
      </p:sp>
      <p:sp>
        <p:nvSpPr>
          <p:cNvPr id="4" name="Slide Number Placeholder 3">
            <a:extLst>
              <a:ext uri="{FF2B5EF4-FFF2-40B4-BE49-F238E27FC236}">
                <a16:creationId xmlns:a16="http://schemas.microsoft.com/office/drawing/2014/main" id="{A68C0E7F-DE0B-8714-3E58-F9A778E21F2D}"/>
              </a:ext>
            </a:extLst>
          </p:cNvPr>
          <p:cNvSpPr>
            <a:spLocks noGrp="1"/>
          </p:cNvSpPr>
          <p:nvPr>
            <p:ph type="sldNum" sz="quarter" idx="12"/>
          </p:nvPr>
        </p:nvSpPr>
        <p:spPr>
          <a:xfrm>
            <a:off x="8610600" y="6356350"/>
            <a:ext cx="2743200" cy="365125"/>
          </a:xfrm>
          <a:prstGeom prst="rect">
            <a:avLst/>
          </a:prstGeom>
        </p:spPr>
        <p:txBody>
          <a:bodyPr/>
          <a:lstStyle/>
          <a:p>
            <a:pPr algn="ctr"/>
            <a:fld id="{D79E6812-DF0E-4B88-AFAA-EAC7168F54C0}" type="slidenum">
              <a:rPr lang="en-US" smtClean="0"/>
              <a:pPr algn="ctr"/>
              <a:t>‹#›</a:t>
            </a:fld>
            <a:endParaRPr lang="en-US"/>
          </a:p>
        </p:txBody>
      </p:sp>
      <p:pic>
        <p:nvPicPr>
          <p:cNvPr id="5" name="Picture 4" descr="A yellow and white background&#10;&#10;AI-generated content may be incorrect.">
            <a:extLst>
              <a:ext uri="{FF2B5EF4-FFF2-40B4-BE49-F238E27FC236}">
                <a16:creationId xmlns:a16="http://schemas.microsoft.com/office/drawing/2014/main" id="{01ED2E54-91CD-5365-043C-99B4BB4C83E8}"/>
              </a:ext>
            </a:extLst>
          </p:cNvPr>
          <p:cNvPicPr>
            <a:picLocks noChangeAspect="1"/>
          </p:cNvPicPr>
          <p:nvPr/>
        </p:nvPicPr>
        <p:blipFill>
          <a:blip r:embed="rId2"/>
          <a:srcRect l="9035" t="59729" r="6889"/>
          <a:stretch>
            <a:fillRect/>
          </a:stretch>
        </p:blipFill>
        <p:spPr>
          <a:xfrm rot="21168264">
            <a:off x="-427716" y="-1051066"/>
            <a:ext cx="12635069" cy="3412839"/>
          </a:xfrm>
          <a:prstGeom prst="rect">
            <a:avLst/>
          </a:prstGeom>
        </p:spPr>
      </p:pic>
      <p:pic>
        <p:nvPicPr>
          <p:cNvPr id="6" name="Picture 5" descr="A yellow and white background&#10;&#10;AI-generated content may be incorrect.">
            <a:extLst>
              <a:ext uri="{FF2B5EF4-FFF2-40B4-BE49-F238E27FC236}">
                <a16:creationId xmlns:a16="http://schemas.microsoft.com/office/drawing/2014/main" id="{A7F3C620-552E-4C67-9582-5FAEA956CADD}"/>
              </a:ext>
            </a:extLst>
          </p:cNvPr>
          <p:cNvPicPr>
            <a:picLocks noChangeAspect="1"/>
          </p:cNvPicPr>
          <p:nvPr/>
        </p:nvPicPr>
        <p:blipFill>
          <a:blip r:embed="rId2"/>
          <a:srcRect l="5033" r="10548" b="71670"/>
          <a:stretch>
            <a:fillRect/>
          </a:stretch>
        </p:blipFill>
        <p:spPr>
          <a:xfrm rot="21168264">
            <a:off x="-137042" y="5341669"/>
            <a:ext cx="12686758" cy="2400824"/>
          </a:xfrm>
          <a:prstGeom prst="rect">
            <a:avLst/>
          </a:prstGeom>
        </p:spPr>
      </p:pic>
    </p:spTree>
    <p:extLst>
      <p:ext uri="{BB962C8B-B14F-4D97-AF65-F5344CB8AC3E}">
        <p14:creationId xmlns:p14="http://schemas.microsoft.com/office/powerpoint/2010/main" val="958948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C7ADF6-9144-80FF-84E0-FDE269AB3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9647F33-37B0-2FA6-07B7-026A1DE562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1710824"/>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Lst>
  <p:txStyles>
    <p:titleStyle>
      <a:lvl1pPr algn="l" defTabSz="914400" rtl="0" eaLnBrk="1" latinLnBrk="0" hangingPunct="1">
        <a:lnSpc>
          <a:spcPct val="90000"/>
        </a:lnSpc>
        <a:spcBef>
          <a:spcPct val="0"/>
        </a:spcBef>
        <a:buNone/>
        <a:defRPr sz="4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creativecommons.org/licenses/by-nc-sa/3.0/" TargetMode="External"/><Relationship Id="rId4" Type="http://schemas.openxmlformats.org/officeDocument/2006/relationships/hyperlink" Target="https://www.enliveningedge.org/tools-practices/leadership-leader-intelligence-lq/" TargetMode="Externa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ideo" Target="https://www.youtube.com/embed/C0W4H6jMLKg?feature=oembed" TargetMode="Externa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ideo" Target="https://www.youtube.com/embed/jKop5pzHmgo?feature=oembed" TargetMode="Externa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ack background with red text&#10;&#10;AI-generated content may be incorrect.">
            <a:extLst>
              <a:ext uri="{FF2B5EF4-FFF2-40B4-BE49-F238E27FC236}">
                <a16:creationId xmlns:a16="http://schemas.microsoft.com/office/drawing/2014/main" id="{84C054D1-6A39-3B31-1848-277A1036D3D9}"/>
              </a:ext>
            </a:extLst>
          </p:cNvPr>
          <p:cNvPicPr>
            <a:picLocks noChangeAspect="1"/>
          </p:cNvPicPr>
          <p:nvPr/>
        </p:nvPicPr>
        <p:blipFill>
          <a:blip r:embed="rId2"/>
          <a:stretch>
            <a:fillRect/>
          </a:stretch>
        </p:blipFill>
        <p:spPr>
          <a:xfrm>
            <a:off x="2971798" y="1658083"/>
            <a:ext cx="7151345" cy="3541833"/>
          </a:xfrm>
          <a:prstGeom prst="rect">
            <a:avLst/>
          </a:prstGeom>
        </p:spPr>
      </p:pic>
      <p:pic>
        <p:nvPicPr>
          <p:cNvPr id="9" name="Picture 8">
            <a:extLst>
              <a:ext uri="{FF2B5EF4-FFF2-40B4-BE49-F238E27FC236}">
                <a16:creationId xmlns:a16="http://schemas.microsoft.com/office/drawing/2014/main" id="{099E605A-0F17-6924-B586-B1171892851A}"/>
              </a:ext>
            </a:extLst>
          </p:cNvPr>
          <p:cNvPicPr>
            <a:picLocks noChangeAspect="1"/>
          </p:cNvPicPr>
          <p:nvPr/>
        </p:nvPicPr>
        <p:blipFill>
          <a:blip r:embed="rId3"/>
          <a:stretch>
            <a:fillRect/>
          </a:stretch>
        </p:blipFill>
        <p:spPr>
          <a:xfrm>
            <a:off x="6096000" y="3429000"/>
            <a:ext cx="0" cy="0"/>
          </a:xfrm>
          <a:prstGeom prst="rect">
            <a:avLst/>
          </a:prstGeom>
        </p:spPr>
      </p:pic>
    </p:spTree>
    <p:extLst>
      <p:ext uri="{BB962C8B-B14F-4D97-AF65-F5344CB8AC3E}">
        <p14:creationId xmlns:p14="http://schemas.microsoft.com/office/powerpoint/2010/main" val="3377308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3CBFB7-B18A-96C3-A257-3C717DEA0624}"/>
              </a:ext>
            </a:extLst>
          </p:cNvPr>
          <p:cNvSpPr>
            <a:spLocks noGrp="1"/>
          </p:cNvSpPr>
          <p:nvPr>
            <p:ph type="body" idx="1"/>
          </p:nvPr>
        </p:nvSpPr>
        <p:spPr>
          <a:xfrm>
            <a:off x="737100" y="3089934"/>
            <a:ext cx="10515600" cy="678132"/>
          </a:xfrm>
        </p:spPr>
        <p:txBody>
          <a:bodyPr/>
          <a:lstStyle/>
          <a:p>
            <a:r>
              <a:rPr lang="en-US" dirty="0">
                <a:solidFill>
                  <a:schemeClr val="tx1"/>
                </a:solidFill>
              </a:rPr>
              <a:t>Date here</a:t>
            </a:r>
          </a:p>
        </p:txBody>
      </p:sp>
      <p:sp>
        <p:nvSpPr>
          <p:cNvPr id="4" name="Text Placeholder 2">
            <a:extLst>
              <a:ext uri="{FF2B5EF4-FFF2-40B4-BE49-F238E27FC236}">
                <a16:creationId xmlns:a16="http://schemas.microsoft.com/office/drawing/2014/main" id="{B309A65F-16C4-90CC-E0A2-EF88A2B28B1A}"/>
              </a:ext>
            </a:extLst>
          </p:cNvPr>
          <p:cNvSpPr txBox="1">
            <a:spLocks/>
          </p:cNvSpPr>
          <p:nvPr/>
        </p:nvSpPr>
        <p:spPr>
          <a:xfrm>
            <a:off x="831850" y="5345972"/>
            <a:ext cx="3220197" cy="67813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Presenter</a:t>
            </a:r>
          </a:p>
          <a:p>
            <a:r>
              <a:rPr lang="en-US" dirty="0">
                <a:solidFill>
                  <a:schemeClr val="tx1"/>
                </a:solidFill>
              </a:rPr>
              <a:t>Credentials/organization</a:t>
            </a:r>
          </a:p>
        </p:txBody>
      </p:sp>
      <p:sp>
        <p:nvSpPr>
          <p:cNvPr id="5" name="Text Placeholder 2">
            <a:extLst>
              <a:ext uri="{FF2B5EF4-FFF2-40B4-BE49-F238E27FC236}">
                <a16:creationId xmlns:a16="http://schemas.microsoft.com/office/drawing/2014/main" id="{6C9D6D19-0207-1B29-292F-2A4D74B97A77}"/>
              </a:ext>
            </a:extLst>
          </p:cNvPr>
          <p:cNvSpPr txBox="1">
            <a:spLocks/>
          </p:cNvSpPr>
          <p:nvPr/>
        </p:nvSpPr>
        <p:spPr>
          <a:xfrm>
            <a:off x="4286290" y="5336451"/>
            <a:ext cx="3220197" cy="67813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Presenter</a:t>
            </a:r>
          </a:p>
          <a:p>
            <a:r>
              <a:rPr lang="en-US" dirty="0">
                <a:solidFill>
                  <a:schemeClr val="tx1"/>
                </a:solidFill>
              </a:rPr>
              <a:t>Credentials/organization</a:t>
            </a:r>
          </a:p>
        </p:txBody>
      </p:sp>
      <p:sp>
        <p:nvSpPr>
          <p:cNvPr id="6" name="Text Placeholder 2">
            <a:extLst>
              <a:ext uri="{FF2B5EF4-FFF2-40B4-BE49-F238E27FC236}">
                <a16:creationId xmlns:a16="http://schemas.microsoft.com/office/drawing/2014/main" id="{3F63ADB6-E5E4-C942-3F69-B79EE8B9C653}"/>
              </a:ext>
            </a:extLst>
          </p:cNvPr>
          <p:cNvSpPr txBox="1">
            <a:spLocks/>
          </p:cNvSpPr>
          <p:nvPr/>
        </p:nvSpPr>
        <p:spPr>
          <a:xfrm>
            <a:off x="7740730" y="5336451"/>
            <a:ext cx="3220197" cy="67813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0" i="0" kern="1200">
                <a:solidFill>
                  <a:schemeClr val="tx1">
                    <a:tint val="82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Presenter</a:t>
            </a:r>
          </a:p>
          <a:p>
            <a:r>
              <a:rPr lang="en-US" dirty="0">
                <a:solidFill>
                  <a:schemeClr val="tx1"/>
                </a:solidFill>
              </a:rPr>
              <a:t>Credentials/organization</a:t>
            </a:r>
          </a:p>
        </p:txBody>
      </p:sp>
      <p:sp>
        <p:nvSpPr>
          <p:cNvPr id="9" name="Title 1">
            <a:extLst>
              <a:ext uri="{FF2B5EF4-FFF2-40B4-BE49-F238E27FC236}">
                <a16:creationId xmlns:a16="http://schemas.microsoft.com/office/drawing/2014/main" id="{E3973D37-07FE-C089-F78D-62953D2FD96B}"/>
              </a:ext>
            </a:extLst>
          </p:cNvPr>
          <p:cNvSpPr txBox="1">
            <a:spLocks/>
          </p:cNvSpPr>
          <p:nvPr/>
        </p:nvSpPr>
        <p:spPr>
          <a:xfrm>
            <a:off x="642351" y="1076702"/>
            <a:ext cx="10705099" cy="192143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4400" b="1" dirty="0"/>
              <a:t>Leadership Essentials  for Middle Managers: Guiding Change from Within</a:t>
            </a:r>
            <a:endParaRPr lang="en-US" sz="4400" b="1" i="1" dirty="0"/>
          </a:p>
        </p:txBody>
      </p:sp>
      <p:sp>
        <p:nvSpPr>
          <p:cNvPr id="10" name="TextBox 9">
            <a:extLst>
              <a:ext uri="{FF2B5EF4-FFF2-40B4-BE49-F238E27FC236}">
                <a16:creationId xmlns:a16="http://schemas.microsoft.com/office/drawing/2014/main" id="{13A2F2CB-9EE5-D834-541B-A089B9839EBA}"/>
              </a:ext>
            </a:extLst>
          </p:cNvPr>
          <p:cNvSpPr txBox="1"/>
          <p:nvPr/>
        </p:nvSpPr>
        <p:spPr>
          <a:xfrm>
            <a:off x="737100" y="4255111"/>
            <a:ext cx="10257523" cy="584775"/>
          </a:xfrm>
          <a:prstGeom prst="rect">
            <a:avLst/>
          </a:prstGeom>
          <a:noFill/>
        </p:spPr>
        <p:txBody>
          <a:bodyPr wrap="square" lIns="91440" tIns="45720" rIns="91440" bIns="45720" rtlCol="0" anchor="t">
            <a:spAutoFit/>
          </a:bodyPr>
          <a:lstStyle/>
          <a:p>
            <a:r>
              <a:rPr lang="en-US" sz="3200" i="1" dirty="0"/>
              <a:t>Module #2 Leadership Skills</a:t>
            </a:r>
            <a:endParaRPr lang="en-US" sz="3200" dirty="0"/>
          </a:p>
        </p:txBody>
      </p:sp>
    </p:spTree>
    <p:extLst>
      <p:ext uri="{BB962C8B-B14F-4D97-AF65-F5344CB8AC3E}">
        <p14:creationId xmlns:p14="http://schemas.microsoft.com/office/powerpoint/2010/main" val="1028640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0A93E-20D7-971A-D825-36C684ADB1E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36CBF90-796B-27AA-EC84-3FB35AC1B542}"/>
              </a:ext>
            </a:extLst>
          </p:cNvPr>
          <p:cNvSpPr>
            <a:spLocks noGrp="1"/>
          </p:cNvSpPr>
          <p:nvPr>
            <p:ph type="body" sz="quarter" idx="10"/>
          </p:nvPr>
        </p:nvSpPr>
        <p:spPr>
          <a:xfrm>
            <a:off x="1571789" y="3068879"/>
            <a:ext cx="9062631" cy="2459711"/>
          </a:xfrm>
        </p:spPr>
        <p:txBody>
          <a:bodyPr vert="horz" lIns="91440" tIns="45720" rIns="91440" bIns="45720" rtlCol="0" anchor="t">
            <a:normAutofit/>
          </a:bodyPr>
          <a:lstStyle/>
          <a:p>
            <a:pPr marL="151765" algn="ctr"/>
            <a:r>
              <a:rPr lang="en-US" sz="3200" dirty="0">
                <a:solidFill>
                  <a:srgbClr val="242424"/>
                </a:solidFill>
                <a:highlight>
                  <a:srgbClr val="FFFFFF"/>
                </a:highlight>
                <a:latin typeface="Aptos Narrow"/>
                <a:ea typeface="Open Sans"/>
                <a:cs typeface="Open Sans"/>
              </a:rPr>
              <a:t>MTI works with partners across Minnesota’s employment systems to build capacity, improve and align systems, and implement practices to set competitive integrated employment as the standard for Minnesotans with disabilities.</a:t>
            </a:r>
            <a:endParaRPr lang="en-US" sz="3200" dirty="0">
              <a:ea typeface="Open Sans"/>
              <a:cs typeface="Open Sans"/>
            </a:endParaRPr>
          </a:p>
        </p:txBody>
      </p:sp>
      <p:pic>
        <p:nvPicPr>
          <p:cNvPr id="10" name="Picture 9" descr="Logo&#10;&#10;Description automatically generated with medium confidence">
            <a:extLst>
              <a:ext uri="{FF2B5EF4-FFF2-40B4-BE49-F238E27FC236}">
                <a16:creationId xmlns:a16="http://schemas.microsoft.com/office/drawing/2014/main" id="{D4850765-DC48-3E67-5C2F-2A07EEB9C74A}"/>
              </a:ext>
            </a:extLst>
          </p:cNvPr>
          <p:cNvPicPr>
            <a:picLocks noChangeAspect="1"/>
          </p:cNvPicPr>
          <p:nvPr/>
        </p:nvPicPr>
        <p:blipFill>
          <a:blip r:embed="rId2"/>
          <a:stretch>
            <a:fillRect/>
          </a:stretch>
        </p:blipFill>
        <p:spPr>
          <a:xfrm>
            <a:off x="4164121" y="829678"/>
            <a:ext cx="3865301" cy="1861497"/>
          </a:xfrm>
          <a:prstGeom prst="rect">
            <a:avLst/>
          </a:prstGeom>
        </p:spPr>
      </p:pic>
      <p:sp>
        <p:nvSpPr>
          <p:cNvPr id="11" name="Rectangle: Rounded Corners 10">
            <a:extLst>
              <a:ext uri="{FF2B5EF4-FFF2-40B4-BE49-F238E27FC236}">
                <a16:creationId xmlns:a16="http://schemas.microsoft.com/office/drawing/2014/main" id="{0FF77FCB-1474-6C70-C333-B31345E9E125}"/>
              </a:ext>
            </a:extLst>
          </p:cNvPr>
          <p:cNvSpPr/>
          <p:nvPr/>
        </p:nvSpPr>
        <p:spPr>
          <a:xfrm>
            <a:off x="1200478" y="426674"/>
            <a:ext cx="9813903" cy="5529921"/>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7333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5" name="TextBox 1">
            <a:extLst>
              <a:ext uri="{FF2B5EF4-FFF2-40B4-BE49-F238E27FC236}">
                <a16:creationId xmlns:a16="http://schemas.microsoft.com/office/drawing/2014/main" id="{C54E6779-BD8C-0D69-C859-FBE329E8E760}"/>
              </a:ext>
            </a:extLst>
          </p:cNvPr>
          <p:cNvGraphicFramePr/>
          <p:nvPr/>
        </p:nvGraphicFramePr>
        <p:xfrm>
          <a:off x="717331" y="1066597"/>
          <a:ext cx="10657490" cy="5164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6" name="Arrow: Left 45">
            <a:extLst>
              <a:ext uri="{FF2B5EF4-FFF2-40B4-BE49-F238E27FC236}">
                <a16:creationId xmlns:a16="http://schemas.microsoft.com/office/drawing/2014/main" id="{B0C558F9-150E-2071-5D9F-12C73E91969B}"/>
              </a:ext>
            </a:extLst>
          </p:cNvPr>
          <p:cNvSpPr/>
          <p:nvPr/>
        </p:nvSpPr>
        <p:spPr>
          <a:xfrm>
            <a:off x="6308186" y="1713847"/>
            <a:ext cx="2768957" cy="63321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a:ea typeface="Calibri"/>
                <a:cs typeface="Calibri"/>
              </a:rPr>
              <a:t>We are here!</a:t>
            </a:r>
          </a:p>
        </p:txBody>
      </p:sp>
    </p:spTree>
    <p:extLst>
      <p:ext uri="{BB962C8B-B14F-4D97-AF65-F5344CB8AC3E}">
        <p14:creationId xmlns:p14="http://schemas.microsoft.com/office/powerpoint/2010/main" val="37739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4277D-B06B-8641-88EE-0E42FB9102CE}"/>
              </a:ext>
            </a:extLst>
          </p:cNvPr>
          <p:cNvSpPr>
            <a:spLocks noGrp="1"/>
          </p:cNvSpPr>
          <p:nvPr>
            <p:ph type="title"/>
          </p:nvPr>
        </p:nvSpPr>
        <p:spPr>
          <a:xfrm>
            <a:off x="758952" y="420625"/>
            <a:ext cx="10667998" cy="1326814"/>
          </a:xfrm>
        </p:spPr>
        <p:txBody>
          <a:bodyPr anchor="ctr">
            <a:normAutofit/>
          </a:bodyPr>
          <a:lstStyle/>
          <a:p>
            <a:r>
              <a:rPr lang="en-US">
                <a:solidFill>
                  <a:schemeClr val="bg1"/>
                </a:solidFill>
              </a:rPr>
              <a:t>Learning Objectives</a:t>
            </a:r>
          </a:p>
        </p:txBody>
      </p:sp>
      <p:sp>
        <p:nvSpPr>
          <p:cNvPr id="3" name="TextBox 2">
            <a:extLst>
              <a:ext uri="{FF2B5EF4-FFF2-40B4-BE49-F238E27FC236}">
                <a16:creationId xmlns:a16="http://schemas.microsoft.com/office/drawing/2014/main" id="{1A259715-785F-47EC-65FA-167F4E90F936}"/>
              </a:ext>
            </a:extLst>
          </p:cNvPr>
          <p:cNvSpPr txBox="1"/>
          <p:nvPr/>
        </p:nvSpPr>
        <p:spPr>
          <a:xfrm>
            <a:off x="227746" y="-759814"/>
            <a:ext cx="11392754" cy="2123658"/>
          </a:xfrm>
          <a:prstGeom prst="rect">
            <a:avLst/>
          </a:prstGeom>
          <a:noFill/>
        </p:spPr>
        <p:txBody>
          <a:bodyPr wrap="square" lIns="91440" tIns="45720" rIns="91440" bIns="45720" rtlCol="0" anchor="t">
            <a:spAutoFit/>
          </a:bodyPr>
          <a:lstStyle/>
          <a:p>
            <a:pPr algn="ctr"/>
            <a:endParaRPr lang="en-US" sz="6600">
              <a:cs typeface="Calibri"/>
            </a:endParaRPr>
          </a:p>
          <a:p>
            <a:pPr algn="ctr"/>
            <a:r>
              <a:rPr lang="en-US" sz="6600"/>
              <a:t>Module #2 Learning Objectives</a:t>
            </a:r>
            <a:r>
              <a:rPr lang="en-US" sz="3200"/>
              <a:t> </a:t>
            </a:r>
            <a:endParaRPr lang="en-US" sz="3200">
              <a:ea typeface="Calibri"/>
              <a:cs typeface="Calibri"/>
            </a:endParaRPr>
          </a:p>
        </p:txBody>
      </p:sp>
      <p:sp>
        <p:nvSpPr>
          <p:cNvPr id="5" name="TextBox 4">
            <a:extLst>
              <a:ext uri="{FF2B5EF4-FFF2-40B4-BE49-F238E27FC236}">
                <a16:creationId xmlns:a16="http://schemas.microsoft.com/office/drawing/2014/main" id="{78EA12A7-2A2A-BF95-B32F-C8361754D81C}"/>
              </a:ext>
            </a:extLst>
          </p:cNvPr>
          <p:cNvSpPr txBox="1"/>
          <p:nvPr/>
        </p:nvSpPr>
        <p:spPr>
          <a:xfrm>
            <a:off x="679500" y="2283832"/>
            <a:ext cx="8485282" cy="38779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endParaRPr lang="en-US" sz="2400">
              <a:ea typeface="Calibri" panose="020F0502020204030204"/>
              <a:cs typeface="Calibri" panose="020F0502020204030204"/>
            </a:endParaRPr>
          </a:p>
          <a:p>
            <a:pPr marL="342900" indent="-342900">
              <a:buFont typeface="Arial"/>
              <a:buChar char="•"/>
            </a:pPr>
            <a:r>
              <a:rPr lang="en-US" sz="2400">
                <a:latin typeface="Arial"/>
                <a:ea typeface="Calibri" panose="020F0502020204030204"/>
                <a:cs typeface="Arial"/>
              </a:rPr>
              <a:t>I</a:t>
            </a:r>
            <a:r>
              <a:rPr lang="en-US" sz="2400">
                <a:ea typeface="Calibri" panose="020F0502020204030204"/>
                <a:cs typeface="Calibri" panose="020F0502020204030204"/>
              </a:rPr>
              <a:t>dentify your own leadership style </a:t>
            </a:r>
          </a:p>
          <a:p>
            <a:pPr marL="342900" indent="-342900">
              <a:buFont typeface="Arial"/>
              <a:buChar char="•"/>
            </a:pPr>
            <a:endParaRPr lang="en-US" sz="2400">
              <a:latin typeface="Calibri"/>
              <a:ea typeface="Calibri" panose="020F0502020204030204"/>
              <a:cs typeface="Calibri"/>
            </a:endParaRPr>
          </a:p>
          <a:p>
            <a:pPr marL="342900" indent="-342900">
              <a:buFont typeface="Arial"/>
              <a:buChar char="•"/>
            </a:pPr>
            <a:r>
              <a:rPr lang="en-US" sz="2400">
                <a:latin typeface="Arial"/>
                <a:ea typeface="Calibri" panose="020F0502020204030204"/>
                <a:cs typeface="Arial"/>
              </a:rPr>
              <a:t>Describe w</a:t>
            </a:r>
            <a:r>
              <a:rPr lang="en-US" sz="2400">
                <a:ea typeface="Calibri" panose="020F0502020204030204"/>
                <a:cs typeface="Calibri" panose="020F0502020204030204"/>
              </a:rPr>
              <a:t>hat behaviors you would expect to see in an effective leader </a:t>
            </a:r>
          </a:p>
          <a:p>
            <a:pPr marL="342900" indent="-342900">
              <a:buFont typeface="Arial"/>
              <a:buChar char="•"/>
            </a:pPr>
            <a:endParaRPr lang="en-US" sz="2400">
              <a:ea typeface="Calibri" panose="020F0502020204030204"/>
              <a:cs typeface="Calibri" panose="020F0502020204030204"/>
            </a:endParaRPr>
          </a:p>
          <a:p>
            <a:pPr marL="342900" indent="-342900">
              <a:buFont typeface="Arial"/>
              <a:buChar char="•"/>
            </a:pPr>
            <a:r>
              <a:rPr lang="en-US" sz="2400">
                <a:ea typeface="Calibri" panose="020F0502020204030204"/>
                <a:cs typeface="Calibri" panose="020F0502020204030204"/>
              </a:rPr>
              <a:t>Begin to identify your own leadership goals </a:t>
            </a:r>
          </a:p>
          <a:p>
            <a:pPr marL="285750" indent="-285750">
              <a:buFont typeface="Arial"/>
              <a:buChar char="•"/>
            </a:pPr>
            <a:endParaRPr lang="en-US">
              <a:ea typeface="Calibri" panose="020F0502020204030204"/>
              <a:cs typeface="Calibri" panose="020F0502020204030204"/>
            </a:endParaRPr>
          </a:p>
          <a:p>
            <a:pPr marL="285750" indent="-285750">
              <a:buFont typeface="Arial"/>
              <a:buChar char="•"/>
            </a:pPr>
            <a:endParaRPr lang="en-US" sz="2000">
              <a:cs typeface="Calibri" panose="020F0502020204030204"/>
            </a:endParaRPr>
          </a:p>
          <a:p>
            <a:pPr marL="285750" indent="-285750">
              <a:buFont typeface="Arial"/>
              <a:buChar char="•"/>
            </a:pPr>
            <a:endParaRPr lang="en-US" sz="2000">
              <a:cs typeface="Calibri" panose="020F0502020204030204"/>
            </a:endParaRPr>
          </a:p>
          <a:p>
            <a:pPr marL="285750" indent="-285750">
              <a:buFont typeface="Arial"/>
              <a:buChar char="•"/>
            </a:pPr>
            <a:endParaRPr lang="en-US" sz="2000">
              <a:ea typeface="Calibri" panose="020F0502020204030204"/>
              <a:cs typeface="Calibri" panose="020F0502020204030204"/>
            </a:endParaRPr>
          </a:p>
        </p:txBody>
      </p:sp>
      <p:pic>
        <p:nvPicPr>
          <p:cNvPr id="6" name="Picture 5" descr="Head outline and magnifying glass">
            <a:extLst>
              <a:ext uri="{FF2B5EF4-FFF2-40B4-BE49-F238E27FC236}">
                <a16:creationId xmlns:a16="http://schemas.microsoft.com/office/drawing/2014/main" id="{C72910E6-7D82-5979-9ADE-963065D91EC6}"/>
              </a:ext>
            </a:extLst>
          </p:cNvPr>
          <p:cNvPicPr>
            <a:picLocks noChangeAspect="1"/>
          </p:cNvPicPr>
          <p:nvPr/>
        </p:nvPicPr>
        <p:blipFill>
          <a:blip r:embed="rId3"/>
          <a:stretch>
            <a:fillRect/>
          </a:stretch>
        </p:blipFill>
        <p:spPr>
          <a:xfrm>
            <a:off x="9419282" y="2615302"/>
            <a:ext cx="2447925" cy="1631950"/>
          </a:xfrm>
          <a:prstGeom prst="rect">
            <a:avLst/>
          </a:prstGeom>
        </p:spPr>
      </p:pic>
    </p:spTree>
    <p:extLst>
      <p:ext uri="{BB962C8B-B14F-4D97-AF65-F5344CB8AC3E}">
        <p14:creationId xmlns:p14="http://schemas.microsoft.com/office/powerpoint/2010/main" val="2118181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5F61D-7AE4-044B-B0B9-93B8AB597E5F}"/>
              </a:ext>
            </a:extLst>
          </p:cNvPr>
          <p:cNvSpPr>
            <a:spLocks noGrp="1"/>
          </p:cNvSpPr>
          <p:nvPr>
            <p:ph type="title"/>
          </p:nvPr>
        </p:nvSpPr>
        <p:spPr>
          <a:xfrm>
            <a:off x="806176" y="1759417"/>
            <a:ext cx="5364937" cy="3339390"/>
          </a:xfrm>
        </p:spPr>
        <p:txBody>
          <a:bodyPr vert="horz" lIns="91440" tIns="45720" rIns="91440" bIns="45720" rtlCol="0" anchor="ctr">
            <a:normAutofit fontScale="90000"/>
          </a:bodyPr>
          <a:lstStyle/>
          <a:p>
            <a:r>
              <a:rPr lang="en-US" sz="5600"/>
              <a:t>Do you consider yourself a </a:t>
            </a:r>
            <a:r>
              <a:rPr lang="en-US" sz="5600" b="1"/>
              <a:t>leader</a:t>
            </a:r>
            <a:r>
              <a:rPr lang="en-US" sz="5600"/>
              <a:t> or a </a:t>
            </a:r>
            <a:r>
              <a:rPr lang="en-US" sz="5600" b="1"/>
              <a:t>manager</a:t>
            </a:r>
            <a:r>
              <a:rPr lang="en-US" sz="5600"/>
              <a:t>?</a:t>
            </a:r>
            <a:br>
              <a:rPr lang="en-US" sz="5600"/>
            </a:br>
            <a:br>
              <a:rPr lang="en-US" sz="5600"/>
            </a:br>
            <a:r>
              <a:rPr lang="en-US" sz="5600" b="1" i="1"/>
              <a:t>Yes</a:t>
            </a:r>
            <a:r>
              <a:rPr lang="en-US" sz="5600"/>
              <a:t>, you can you be both?</a:t>
            </a:r>
          </a:p>
        </p:txBody>
      </p:sp>
      <p:pic>
        <p:nvPicPr>
          <p:cNvPr id="5" name="Content Placeholder 4">
            <a:extLst>
              <a:ext uri="{FF2B5EF4-FFF2-40B4-BE49-F238E27FC236}">
                <a16:creationId xmlns:a16="http://schemas.microsoft.com/office/drawing/2014/main" id="{E7DEBF55-99EB-DF42-A969-2F8B599C0933}"/>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8565" r="41245" b="-1"/>
          <a:stretch/>
        </p:blipFill>
        <p:spPr>
          <a:xfrm>
            <a:off x="6976934" y="-695292"/>
            <a:ext cx="5215066" cy="6857990"/>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
        <p:nvSpPr>
          <p:cNvPr id="6" name="TextBox 5">
            <a:extLst>
              <a:ext uri="{FF2B5EF4-FFF2-40B4-BE49-F238E27FC236}">
                <a16:creationId xmlns:a16="http://schemas.microsoft.com/office/drawing/2014/main" id="{88EC0B05-084E-904C-8165-F2B7C25D2123}"/>
              </a:ext>
            </a:extLst>
          </p:cNvPr>
          <p:cNvSpPr txBox="1"/>
          <p:nvPr/>
        </p:nvSpPr>
        <p:spPr>
          <a:xfrm>
            <a:off x="9436117" y="5989274"/>
            <a:ext cx="2755883" cy="200055"/>
          </a:xfrm>
          <a:prstGeom prst="rect">
            <a:avLst/>
          </a:prstGeom>
          <a:solidFill>
            <a:srgbClr val="000000"/>
          </a:solidFill>
        </p:spPr>
        <p:txBody>
          <a:bodyPr wrap="none" rtlCol="0">
            <a:spAutoFit/>
          </a:bodyPr>
          <a:lstStyle/>
          <a:p>
            <a:pPr algn="r">
              <a:spcAft>
                <a:spcPts val="600"/>
              </a:spcAft>
            </a:pPr>
            <a:r>
              <a:rPr lang="en-US" sz="700" dirty="0">
                <a:solidFill>
                  <a:srgbClr val="FFFFFF"/>
                </a:solidFill>
                <a:hlinkClick r:id="rId4" tooltip="https://www.enliveningedge.org/tools-practices/leadership-leader-intelligence-lq/">
                  <a:extLst>
                    <a:ext uri="{A12FA001-AC4F-418D-AE19-62706E023703}">
                      <ahyp:hlinkClr xmlns:ahyp="http://schemas.microsoft.com/office/drawing/2018/hyperlinkcolor" val="tx"/>
                    </a:ext>
                  </a:extLst>
                </a:hlinkClick>
              </a:rPr>
              <a:t>This Photo</a:t>
            </a:r>
            <a:r>
              <a:rPr lang="en-US" sz="700" dirty="0">
                <a:solidFill>
                  <a:srgbClr val="FFFFFF"/>
                </a:solidFill>
              </a:rPr>
              <a:t> by Unknown Author is licensed under </a:t>
            </a:r>
            <a:r>
              <a:rPr lang="en-US" sz="700" dirty="0">
                <a:solidFill>
                  <a:srgbClr val="FFFFFF"/>
                </a:solidFill>
                <a:hlinkClick r:id="rId5" tooltip="https://creativecommons.org/licenses/by-nc-sa/3.0/">
                  <a:extLst>
                    <a:ext uri="{A12FA001-AC4F-418D-AE19-62706E023703}">
                      <ahyp:hlinkClr xmlns:ahyp="http://schemas.microsoft.com/office/drawing/2018/hyperlinkcolor" val="tx"/>
                    </a:ext>
                  </a:extLst>
                </a:hlinkClick>
              </a:rPr>
              <a:t>CC BY-SA-NC</a:t>
            </a:r>
            <a:endParaRPr lang="en-US" sz="700" dirty="0">
              <a:solidFill>
                <a:srgbClr val="FFFFFF"/>
              </a:solidFill>
            </a:endParaRPr>
          </a:p>
        </p:txBody>
      </p:sp>
      <p:pic>
        <p:nvPicPr>
          <p:cNvPr id="3" name="Picture 2" descr="Logo&#10;&#10;Description automatically generated with medium confidence">
            <a:extLst>
              <a:ext uri="{FF2B5EF4-FFF2-40B4-BE49-F238E27FC236}">
                <a16:creationId xmlns:a16="http://schemas.microsoft.com/office/drawing/2014/main" id="{EF328476-1FC6-B834-415D-6319DFF5D66B}"/>
              </a:ext>
            </a:extLst>
          </p:cNvPr>
          <p:cNvPicPr>
            <a:picLocks noChangeAspect="1"/>
          </p:cNvPicPr>
          <p:nvPr/>
        </p:nvPicPr>
        <p:blipFill>
          <a:blip r:embed="rId6"/>
          <a:stretch>
            <a:fillRect/>
          </a:stretch>
        </p:blipFill>
        <p:spPr>
          <a:xfrm>
            <a:off x="6103498" y="6089302"/>
            <a:ext cx="1213867" cy="601189"/>
          </a:xfrm>
          <a:prstGeom prst="rect">
            <a:avLst/>
          </a:prstGeom>
        </p:spPr>
      </p:pic>
    </p:spTree>
    <p:extLst>
      <p:ext uri="{BB962C8B-B14F-4D97-AF65-F5344CB8AC3E}">
        <p14:creationId xmlns:p14="http://schemas.microsoft.com/office/powerpoint/2010/main" val="2325488866"/>
      </p:ext>
    </p:extLst>
  </p:cSld>
  <p:clrMapOvr>
    <a:masterClrMapping/>
  </p:clrMapOvr>
  <mc:AlternateContent xmlns:mc="http://schemas.openxmlformats.org/markup-compatibility/2006" xmlns:p14="http://schemas.microsoft.com/office/powerpoint/2010/main">
    <mc:Choice Requires="p14">
      <p:transition spd="slow" p14:dur="2000" advTm="29662"/>
    </mc:Choice>
    <mc:Fallback xmlns="">
      <p:transition spd="slow" advTm="296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0"/>
                                  </p:stCondLst>
                                  <p:iterate>
                                    <p:tmPct val="10000"/>
                                  </p:iterate>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8489B-274D-1B4F-8436-4758278E6AEE}"/>
              </a:ext>
            </a:extLst>
          </p:cNvPr>
          <p:cNvSpPr>
            <a:spLocks noGrp="1"/>
          </p:cNvSpPr>
          <p:nvPr>
            <p:ph type="title"/>
          </p:nvPr>
        </p:nvSpPr>
        <p:spPr>
          <a:xfrm>
            <a:off x="1012644" y="842332"/>
            <a:ext cx="3585114" cy="2782056"/>
          </a:xfrm>
        </p:spPr>
        <p:txBody>
          <a:bodyPr vert="horz" lIns="91440" tIns="45720" rIns="91440" bIns="45720" rtlCol="0" anchor="b">
            <a:normAutofit/>
          </a:bodyPr>
          <a:lstStyle/>
          <a:p>
            <a:r>
              <a:rPr lang="en-US" sz="4800" b="1" kern="1200">
                <a:solidFill>
                  <a:schemeClr val="tx2"/>
                </a:solidFill>
                <a:latin typeface="+mj-lt"/>
                <a:ea typeface="+mj-ea"/>
                <a:cs typeface="+mj-cs"/>
              </a:rPr>
              <a:t>Jim Collins</a:t>
            </a:r>
            <a:br>
              <a:rPr lang="en-US" sz="4800" b="1" kern="1200">
                <a:solidFill>
                  <a:schemeClr val="tx2"/>
                </a:solidFill>
                <a:latin typeface="+mj-lt"/>
                <a:ea typeface="+mj-ea"/>
                <a:cs typeface="+mj-cs"/>
              </a:rPr>
            </a:br>
            <a:r>
              <a:rPr lang="en-US" sz="4800" b="1" kern="1200">
                <a:solidFill>
                  <a:schemeClr val="tx2"/>
                </a:solidFill>
                <a:latin typeface="+mj-lt"/>
                <a:ea typeface="+mj-ea"/>
                <a:cs typeface="+mj-cs"/>
              </a:rPr>
              <a:t>5 Levels of Leadership</a:t>
            </a:r>
          </a:p>
        </p:txBody>
      </p:sp>
      <p:graphicFrame>
        <p:nvGraphicFramePr>
          <p:cNvPr id="5" name="Content Placeholder 4">
            <a:extLst>
              <a:ext uri="{FF2B5EF4-FFF2-40B4-BE49-F238E27FC236}">
                <a16:creationId xmlns:a16="http://schemas.microsoft.com/office/drawing/2014/main" id="{EB41197A-3BF3-F641-9772-7788771CD634}"/>
              </a:ext>
            </a:extLst>
          </p:cNvPr>
          <p:cNvGraphicFramePr>
            <a:graphicFrameLocks noGrp="1"/>
          </p:cNvGraphicFramePr>
          <p:nvPr>
            <p:ph idx="1"/>
          </p:nvPr>
        </p:nvGraphicFramePr>
        <p:xfrm>
          <a:off x="838200" y="202850"/>
          <a:ext cx="13041487" cy="5974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8" name="Arrow: Right 137">
            <a:extLst>
              <a:ext uri="{FF2B5EF4-FFF2-40B4-BE49-F238E27FC236}">
                <a16:creationId xmlns:a16="http://schemas.microsoft.com/office/drawing/2014/main" id="{31456FA0-EB78-AF47-F654-241B83B06B75}"/>
              </a:ext>
            </a:extLst>
          </p:cNvPr>
          <p:cNvSpPr/>
          <p:nvPr/>
        </p:nvSpPr>
        <p:spPr>
          <a:xfrm>
            <a:off x="4190740" y="842332"/>
            <a:ext cx="2718740" cy="1655703"/>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ea typeface="Calibri"/>
                <a:cs typeface="Calibri"/>
              </a:rPr>
              <a:t>These leaders are ALSO effective managers!</a:t>
            </a:r>
            <a:endParaRPr lang="en-US" dirty="0"/>
          </a:p>
        </p:txBody>
      </p:sp>
    </p:spTree>
    <p:extLst>
      <p:ext uri="{BB962C8B-B14F-4D97-AF65-F5344CB8AC3E}">
        <p14:creationId xmlns:p14="http://schemas.microsoft.com/office/powerpoint/2010/main" val="1812626053"/>
      </p:ext>
    </p:extLst>
  </p:cSld>
  <p:clrMapOvr>
    <a:masterClrMapping/>
  </p:clrMapOvr>
  <mc:AlternateContent xmlns:mc="http://schemas.openxmlformats.org/markup-compatibility/2006" xmlns:p14="http://schemas.microsoft.com/office/powerpoint/2010/main">
    <mc:Choice Requires="p14">
      <p:transition spd="slow" p14:dur="2000" advTm="37854"/>
    </mc:Choice>
    <mc:Fallback xmlns="">
      <p:transition spd="slow" advTm="3785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28A3C-FFD4-81E6-7AF2-44316B7A500F}"/>
              </a:ext>
            </a:extLst>
          </p:cNvPr>
          <p:cNvSpPr>
            <a:spLocks noGrp="1"/>
          </p:cNvSpPr>
          <p:nvPr>
            <p:ph type="title"/>
          </p:nvPr>
        </p:nvSpPr>
        <p:spPr>
          <a:xfrm>
            <a:off x="269240" y="365125"/>
            <a:ext cx="11775440" cy="1356043"/>
          </a:xfrm>
        </p:spPr>
        <p:txBody>
          <a:bodyPr/>
          <a:lstStyle/>
          <a:p>
            <a:r>
              <a:rPr lang="en-US" b="1">
                <a:ea typeface="Calibri Light"/>
                <a:cs typeface="Calibri Light"/>
              </a:rPr>
              <a:t>Simon Sinek</a:t>
            </a:r>
            <a:r>
              <a:rPr lang="en-US">
                <a:ea typeface="Calibri Light"/>
                <a:cs typeface="Calibri Light"/>
              </a:rPr>
              <a:t>: Why Middle Management is the Hardest Job</a:t>
            </a:r>
          </a:p>
        </p:txBody>
      </p:sp>
      <p:pic>
        <p:nvPicPr>
          <p:cNvPr id="6" name="Online Media 5" title="Why Middle Management is the Hardest Job | Simon Sinek">
            <a:hlinkClick r:id="" action="ppaction://media"/>
            <a:extLst>
              <a:ext uri="{FF2B5EF4-FFF2-40B4-BE49-F238E27FC236}">
                <a16:creationId xmlns:a16="http://schemas.microsoft.com/office/drawing/2014/main" id="{675C7069-1E84-9B15-54C9-08957098A660}"/>
              </a:ext>
            </a:extLst>
          </p:cNvPr>
          <p:cNvPicPr>
            <a:picLocks noGrp="1" noRot="1" noChangeAspect="1"/>
          </p:cNvPicPr>
          <p:nvPr>
            <p:ph idx="1"/>
            <a:videoFile r:link="rId1"/>
          </p:nvPr>
        </p:nvPicPr>
        <p:blipFill>
          <a:blip r:embed="rId4"/>
          <a:stretch>
            <a:fillRect/>
          </a:stretch>
        </p:blipFill>
        <p:spPr>
          <a:xfrm>
            <a:off x="2244725" y="1825625"/>
            <a:ext cx="7700963" cy="4351338"/>
          </a:xfrm>
        </p:spPr>
      </p:pic>
    </p:spTree>
    <p:extLst>
      <p:ext uri="{BB962C8B-B14F-4D97-AF65-F5344CB8AC3E}">
        <p14:creationId xmlns:p14="http://schemas.microsoft.com/office/powerpoint/2010/main" val="1873445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28A3C-FFD4-81E6-7AF2-44316B7A500F}"/>
              </a:ext>
            </a:extLst>
          </p:cNvPr>
          <p:cNvSpPr>
            <a:spLocks noGrp="1"/>
          </p:cNvSpPr>
          <p:nvPr>
            <p:ph type="title"/>
          </p:nvPr>
        </p:nvSpPr>
        <p:spPr>
          <a:xfrm>
            <a:off x="218440" y="365125"/>
            <a:ext cx="11623040" cy="1356043"/>
          </a:xfrm>
        </p:spPr>
        <p:txBody>
          <a:bodyPr/>
          <a:lstStyle/>
          <a:p>
            <a:r>
              <a:rPr lang="en-US" b="1">
                <a:ea typeface="Calibri Light"/>
                <a:cs typeface="Calibri Light"/>
              </a:rPr>
              <a:t>Simon Sinek:</a:t>
            </a:r>
            <a:r>
              <a:rPr lang="en-US">
                <a:ea typeface="Calibri Light"/>
                <a:cs typeface="Calibri Light"/>
              </a:rPr>
              <a:t> How to Adapt to Changing Times</a:t>
            </a:r>
            <a:endParaRPr lang="en-US"/>
          </a:p>
        </p:txBody>
      </p:sp>
      <p:pic>
        <p:nvPicPr>
          <p:cNvPr id="4" name="Online Media 3" title="How to Adapt to Changing Times | Simon Sinek">
            <a:hlinkClick r:id="" action="ppaction://media"/>
            <a:extLst>
              <a:ext uri="{FF2B5EF4-FFF2-40B4-BE49-F238E27FC236}">
                <a16:creationId xmlns:a16="http://schemas.microsoft.com/office/drawing/2014/main" id="{055AF4DD-2C29-AA1A-BD66-8B3AD491828C}"/>
              </a:ext>
            </a:extLst>
          </p:cNvPr>
          <p:cNvPicPr>
            <a:picLocks noGrp="1" noRot="1" noChangeAspect="1"/>
          </p:cNvPicPr>
          <p:nvPr>
            <p:ph idx="1"/>
            <a:videoFile r:link="rId1"/>
          </p:nvPr>
        </p:nvPicPr>
        <p:blipFill>
          <a:blip r:embed="rId4"/>
          <a:stretch>
            <a:fillRect/>
          </a:stretch>
        </p:blipFill>
        <p:spPr>
          <a:xfrm>
            <a:off x="2244725" y="1825625"/>
            <a:ext cx="7700963" cy="4351338"/>
          </a:xfrm>
        </p:spPr>
      </p:pic>
    </p:spTree>
    <p:extLst>
      <p:ext uri="{BB962C8B-B14F-4D97-AF65-F5344CB8AC3E}">
        <p14:creationId xmlns:p14="http://schemas.microsoft.com/office/powerpoint/2010/main" val="1327360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1A0C03-7C85-2643-56CC-2FF38431EBFB}"/>
              </a:ext>
            </a:extLst>
          </p:cNvPr>
          <p:cNvPicPr>
            <a:picLocks noChangeAspect="1"/>
          </p:cNvPicPr>
          <p:nvPr/>
        </p:nvPicPr>
        <p:blipFill rotWithShape="1">
          <a:blip r:embed="rId3">
            <a:alphaModFix/>
          </a:blip>
          <a:srcRect l="4129" t="10098" r="4960" b="-2"/>
          <a:stretch/>
        </p:blipFill>
        <p:spPr>
          <a:xfrm>
            <a:off x="3671127" y="0"/>
            <a:ext cx="8520873" cy="6056016"/>
          </a:xfrm>
          <a:prstGeom prst="rect">
            <a:avLst/>
          </a:prstGeom>
        </p:spPr>
      </p:pic>
      <p:sp>
        <p:nvSpPr>
          <p:cNvPr id="2" name="Title 1">
            <a:extLst>
              <a:ext uri="{FF2B5EF4-FFF2-40B4-BE49-F238E27FC236}">
                <a16:creationId xmlns:a16="http://schemas.microsoft.com/office/drawing/2014/main" id="{AA343869-1422-EDEC-E7E3-CA0E8B4223F5}"/>
              </a:ext>
            </a:extLst>
          </p:cNvPr>
          <p:cNvSpPr>
            <a:spLocks noGrp="1"/>
          </p:cNvSpPr>
          <p:nvPr>
            <p:ph type="title"/>
          </p:nvPr>
        </p:nvSpPr>
        <p:spPr>
          <a:xfrm>
            <a:off x="595878" y="1107372"/>
            <a:ext cx="4023360" cy="3204134"/>
          </a:xfrm>
        </p:spPr>
        <p:txBody>
          <a:bodyPr vert="horz" lIns="91440" tIns="45720" rIns="91440" bIns="45720" rtlCol="0" anchor="b">
            <a:normAutofit/>
          </a:bodyPr>
          <a:lstStyle/>
          <a:p>
            <a:r>
              <a:rPr lang="en-US" sz="4800" b="1" i="1" dirty="0"/>
              <a:t>Leadership</a:t>
            </a:r>
            <a:r>
              <a:rPr lang="en-US" sz="4800" dirty="0"/>
              <a:t> is about connecting the dots....</a:t>
            </a:r>
          </a:p>
        </p:txBody>
      </p:sp>
      <p:sp>
        <p:nvSpPr>
          <p:cNvPr id="3" name="Rectangle 2">
            <a:extLst>
              <a:ext uri="{FF2B5EF4-FFF2-40B4-BE49-F238E27FC236}">
                <a16:creationId xmlns:a16="http://schemas.microsoft.com/office/drawing/2014/main" id="{365A5FD5-8300-63F7-EA0F-73543D745FAB}"/>
              </a:ext>
            </a:extLst>
          </p:cNvPr>
          <p:cNvSpPr/>
          <p:nvPr/>
        </p:nvSpPr>
        <p:spPr>
          <a:xfrm>
            <a:off x="687844" y="659567"/>
            <a:ext cx="856144" cy="209862"/>
          </a:xfrm>
          <a:prstGeom prst="rect">
            <a:avLst/>
          </a:prstGeom>
          <a:solidFill>
            <a:srgbClr val="FF99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1995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E94D-7E51-E77E-C2DE-F6DE09C60836}"/>
              </a:ext>
            </a:extLst>
          </p:cNvPr>
          <p:cNvSpPr>
            <a:spLocks noGrp="1"/>
          </p:cNvSpPr>
          <p:nvPr>
            <p:ph type="title"/>
          </p:nvPr>
        </p:nvSpPr>
        <p:spPr>
          <a:xfrm>
            <a:off x="363450" y="-514153"/>
            <a:ext cx="6800240" cy="1616203"/>
          </a:xfrm>
        </p:spPr>
        <p:txBody>
          <a:bodyPr anchor="b">
            <a:normAutofit/>
          </a:bodyPr>
          <a:lstStyle/>
          <a:p>
            <a:r>
              <a:rPr lang="en-US" sz="3200" b="1" dirty="0">
                <a:cs typeface="Calibri Light"/>
              </a:rPr>
              <a:t>Facilitated Small Group Discussions</a:t>
            </a:r>
            <a:endParaRPr lang="en-US" sz="3200" b="1" dirty="0"/>
          </a:p>
        </p:txBody>
      </p:sp>
      <p:sp>
        <p:nvSpPr>
          <p:cNvPr id="3" name="Content Placeholder 2">
            <a:extLst>
              <a:ext uri="{FF2B5EF4-FFF2-40B4-BE49-F238E27FC236}">
                <a16:creationId xmlns:a16="http://schemas.microsoft.com/office/drawing/2014/main" id="{3D6A0ACA-84DB-9333-C212-9D80AAF09C87}"/>
              </a:ext>
            </a:extLst>
          </p:cNvPr>
          <p:cNvSpPr>
            <a:spLocks noGrp="1"/>
          </p:cNvSpPr>
          <p:nvPr>
            <p:ph idx="1"/>
          </p:nvPr>
        </p:nvSpPr>
        <p:spPr>
          <a:xfrm>
            <a:off x="481745" y="1448367"/>
            <a:ext cx="8117938" cy="4716296"/>
          </a:xfrm>
        </p:spPr>
        <p:txBody>
          <a:bodyPr vert="horz" lIns="91440" tIns="45720" rIns="91440" bIns="45720" rtlCol="0" anchor="t">
            <a:normAutofit/>
          </a:bodyPr>
          <a:lstStyle/>
          <a:p>
            <a:pPr marL="0" indent="0">
              <a:buNone/>
            </a:pPr>
            <a:endParaRPr lang="en-US" sz="2000" b="1" dirty="0"/>
          </a:p>
          <a:p>
            <a:pPr marL="0" indent="0">
              <a:buNone/>
            </a:pPr>
            <a:endParaRPr lang="en-US" sz="2000" dirty="0">
              <a:cs typeface="Calibri" panose="020F0502020204030204"/>
            </a:endParaRPr>
          </a:p>
          <a:p>
            <a:pPr marL="0" indent="0">
              <a:buNone/>
            </a:pPr>
            <a:endParaRPr lang="en-US" sz="2000" b="1" dirty="0">
              <a:ea typeface="Calibri"/>
              <a:cs typeface="Calibri" panose="020F0502020204030204"/>
            </a:endParaRPr>
          </a:p>
          <a:p>
            <a:r>
              <a:rPr lang="en-US" sz="2000" b="1" dirty="0">
                <a:ea typeface="Calibri"/>
                <a:cs typeface="Calibri" panose="020F0502020204030204"/>
              </a:rPr>
              <a:t>What was your 'leadership style' identified? (Does this seem right?)</a:t>
            </a:r>
          </a:p>
          <a:p>
            <a:pPr marL="0" indent="0">
              <a:buNone/>
            </a:pPr>
            <a:endParaRPr lang="en-US" sz="2000" b="1" dirty="0">
              <a:ea typeface="Calibri"/>
              <a:cs typeface="Calibri" panose="020F0502020204030204"/>
            </a:endParaRPr>
          </a:p>
          <a:p>
            <a:r>
              <a:rPr lang="en-US" sz="2000" b="1" dirty="0">
                <a:ea typeface="Calibri"/>
                <a:cs typeface="Calibri" panose="020F0502020204030204"/>
              </a:rPr>
              <a:t>What are potential action steps that you can take in your current role to be a more Effective Leader?</a:t>
            </a:r>
          </a:p>
          <a:p>
            <a:endParaRPr lang="en-US" sz="2000" b="1" dirty="0">
              <a:ea typeface="Calibri"/>
              <a:cs typeface="Calibri" panose="020F0502020204030204"/>
            </a:endParaRPr>
          </a:p>
          <a:p>
            <a:r>
              <a:rPr lang="en-US" sz="2000" b="1" dirty="0">
                <a:ea typeface="Calibri"/>
                <a:cs typeface="Calibri" panose="020F0502020204030204"/>
              </a:rPr>
              <a:t>What's stopping you? What support will you need from others inside (or outside) your organization to take those steps? </a:t>
            </a:r>
          </a:p>
          <a:p>
            <a:pPr marL="457200" lvl="1" indent="0">
              <a:buNone/>
            </a:pPr>
            <a:endParaRPr lang="en-US" sz="1600" dirty="0">
              <a:ea typeface="Calibri"/>
              <a:cs typeface="Calibri" panose="020F0502020204030204"/>
            </a:endParaRPr>
          </a:p>
          <a:p>
            <a:endParaRPr lang="en-US" dirty="0">
              <a:ea typeface="Calibri"/>
              <a:cs typeface="Calibri" panose="020F0502020204030204"/>
            </a:endParaRPr>
          </a:p>
          <a:p>
            <a:pPr lvl="1">
              <a:buFont typeface="Courier New" panose="020B0604020202020204" pitchFamily="34" charset="0"/>
              <a:buChar char="o"/>
            </a:pPr>
            <a:endParaRPr lang="en-US" sz="1600" dirty="0">
              <a:ea typeface="Calibri"/>
              <a:cs typeface="Calibri" panose="020F0502020204030204"/>
            </a:endParaRPr>
          </a:p>
          <a:p>
            <a:pPr marL="0" indent="0">
              <a:buNone/>
            </a:pPr>
            <a:endParaRPr lang="en-US" sz="2000" dirty="0">
              <a:ea typeface="Calibri" panose="020F0502020204030204"/>
              <a:cs typeface="Calibri" panose="020F0502020204030204"/>
            </a:endParaRPr>
          </a:p>
          <a:p>
            <a:pPr marL="0" indent="0">
              <a:buNone/>
            </a:pPr>
            <a:endParaRPr lang="en-US" sz="2000" dirty="0">
              <a:ea typeface="Calibri" panose="020F0502020204030204"/>
              <a:cs typeface="Calibri" panose="020F0502020204030204"/>
            </a:endParaRPr>
          </a:p>
          <a:p>
            <a:pPr marL="0" indent="0">
              <a:buNone/>
            </a:pPr>
            <a:endParaRPr lang="en-US" sz="2000" b="1" dirty="0">
              <a:ea typeface="Calibri" panose="020F0502020204030204"/>
              <a:cs typeface="Calibri" panose="020F0502020204030204"/>
            </a:endParaRPr>
          </a:p>
          <a:p>
            <a:endParaRPr lang="en-US" sz="2000" b="1" dirty="0">
              <a:ea typeface="Calibri" panose="020F0502020204030204"/>
              <a:cs typeface="Calibri" panose="020F0502020204030204"/>
            </a:endParaRPr>
          </a:p>
          <a:p>
            <a:endParaRPr lang="en-US" sz="2000" dirty="0">
              <a:ea typeface="Calibri" panose="020F0502020204030204"/>
              <a:cs typeface="Calibri" panose="020F0502020204030204"/>
            </a:endParaRPr>
          </a:p>
          <a:p>
            <a:pPr marL="0" indent="0">
              <a:buNone/>
            </a:pPr>
            <a:endParaRPr lang="en-US" sz="2000" dirty="0">
              <a:ea typeface="Calibri" panose="020F0502020204030204"/>
              <a:cs typeface="Calibri" panose="020F0502020204030204"/>
            </a:endParaRPr>
          </a:p>
          <a:p>
            <a:pPr marL="0" indent="0">
              <a:buNone/>
            </a:pPr>
            <a:endParaRPr lang="en-US" sz="2000" dirty="0">
              <a:ea typeface="Calibri" panose="020F0502020204030204"/>
              <a:cs typeface="Calibri" panose="020F0502020204030204"/>
            </a:endParaRPr>
          </a:p>
          <a:p>
            <a:pPr marL="0" indent="0">
              <a:buNone/>
            </a:pPr>
            <a:endParaRPr lang="en-US" sz="2000" dirty="0">
              <a:ea typeface="Calibri" panose="020F0502020204030204"/>
              <a:cs typeface="Calibri" panose="020F0502020204030204"/>
            </a:endParaRPr>
          </a:p>
          <a:p>
            <a:pPr marL="0" indent="0">
              <a:buNone/>
            </a:pPr>
            <a:endParaRPr lang="en-US" sz="2000" dirty="0">
              <a:ea typeface="Calibri" panose="020F0502020204030204"/>
              <a:cs typeface="Calibri" panose="020F0502020204030204"/>
            </a:endParaRPr>
          </a:p>
        </p:txBody>
      </p:sp>
      <p:pic>
        <p:nvPicPr>
          <p:cNvPr id="5" name="Picture 4" descr="Yellow paper aeroplane flying the opposite way as many grey paper aeroplanes">
            <a:extLst>
              <a:ext uri="{FF2B5EF4-FFF2-40B4-BE49-F238E27FC236}">
                <a16:creationId xmlns:a16="http://schemas.microsoft.com/office/drawing/2014/main" id="{F53937BC-45E9-0C6B-2C07-86971A09653E}"/>
              </a:ext>
            </a:extLst>
          </p:cNvPr>
          <p:cNvPicPr>
            <a:picLocks noChangeAspect="1"/>
          </p:cNvPicPr>
          <p:nvPr/>
        </p:nvPicPr>
        <p:blipFill rotWithShape="1">
          <a:blip r:embed="rId3"/>
          <a:srcRect l="5379" r="27767" b="-3"/>
          <a:stretch/>
        </p:blipFill>
        <p:spPr>
          <a:xfrm>
            <a:off x="9156454" y="299950"/>
            <a:ext cx="2713523" cy="2766283"/>
          </a:xfrm>
          <a:prstGeom prst="rect">
            <a:avLst/>
          </a:prstGeom>
        </p:spPr>
      </p:pic>
    </p:spTree>
    <p:extLst>
      <p:ext uri="{BB962C8B-B14F-4D97-AF65-F5344CB8AC3E}">
        <p14:creationId xmlns:p14="http://schemas.microsoft.com/office/powerpoint/2010/main" val="1193219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Question marks in a line and one question mark is lit">
            <a:extLst>
              <a:ext uri="{FF2B5EF4-FFF2-40B4-BE49-F238E27FC236}">
                <a16:creationId xmlns:a16="http://schemas.microsoft.com/office/drawing/2014/main" id="{20B21813-F6CA-5BFB-DDAC-16596B8FD5B9}"/>
              </a:ext>
            </a:extLst>
          </p:cNvPr>
          <p:cNvPicPr>
            <a:picLocks noChangeAspect="1"/>
          </p:cNvPicPr>
          <p:nvPr/>
        </p:nvPicPr>
        <p:blipFill rotWithShape="1">
          <a:blip r:embed="rId2"/>
          <a:srcRect t="22118" r="9085" b="1154"/>
          <a:stretch/>
        </p:blipFill>
        <p:spPr>
          <a:xfrm>
            <a:off x="20" y="10"/>
            <a:ext cx="12191981" cy="6190928"/>
          </a:xfrm>
          <a:prstGeom prst="rect">
            <a:avLst/>
          </a:prstGeom>
        </p:spPr>
      </p:pic>
      <p:sp>
        <p:nvSpPr>
          <p:cNvPr id="2" name="Title 1">
            <a:extLst>
              <a:ext uri="{FF2B5EF4-FFF2-40B4-BE49-F238E27FC236}">
                <a16:creationId xmlns:a16="http://schemas.microsoft.com/office/drawing/2014/main" id="{FF04AE4A-126C-194B-411C-3782B253D82E}"/>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en-US" sz="6600">
                <a:solidFill>
                  <a:schemeClr val="bg1"/>
                </a:solidFill>
              </a:rPr>
              <a:t>Questions?</a:t>
            </a:r>
          </a:p>
        </p:txBody>
      </p:sp>
    </p:spTree>
    <p:extLst>
      <p:ext uri="{BB962C8B-B14F-4D97-AF65-F5344CB8AC3E}">
        <p14:creationId xmlns:p14="http://schemas.microsoft.com/office/powerpoint/2010/main" val="3893300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D23A5-6954-CE5F-FF15-D6EC25C976F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01D97DB-D7EC-B493-0866-8214821EC26C}"/>
              </a:ext>
            </a:extLst>
          </p:cNvPr>
          <p:cNvSpPr>
            <a:spLocks noGrp="1"/>
          </p:cNvSpPr>
          <p:nvPr>
            <p:ph type="body" sz="quarter" idx="10"/>
          </p:nvPr>
        </p:nvSpPr>
        <p:spPr/>
        <p:txBody>
          <a:bodyPr vert="horz" lIns="91440" tIns="45720" rIns="91440" bIns="45720" rtlCol="0" anchor="ctr">
            <a:normAutofit/>
          </a:bodyPr>
          <a:lstStyle/>
          <a:p>
            <a:pPr marL="151765" algn="ctr"/>
            <a:r>
              <a:rPr lang="en-US" dirty="0">
                <a:highlight>
                  <a:srgbClr val="FFFF00"/>
                </a:highlight>
                <a:latin typeface="Open Sans"/>
                <a:ea typeface="Open Sans"/>
                <a:cs typeface="Open Sans"/>
              </a:rPr>
              <a:t>Insert QR code here</a:t>
            </a:r>
            <a:endParaRPr lang="en-US" dirty="0">
              <a:highlight>
                <a:srgbClr val="FFFF00"/>
              </a:highlight>
            </a:endParaRPr>
          </a:p>
        </p:txBody>
      </p:sp>
      <p:sp>
        <p:nvSpPr>
          <p:cNvPr id="3" name="Picture Placeholder 2">
            <a:extLst>
              <a:ext uri="{FF2B5EF4-FFF2-40B4-BE49-F238E27FC236}">
                <a16:creationId xmlns:a16="http://schemas.microsoft.com/office/drawing/2014/main" id="{651B4699-63D6-E83B-2128-98D9D0A9ECFB}"/>
              </a:ext>
            </a:extLst>
          </p:cNvPr>
          <p:cNvSpPr>
            <a:spLocks noGrp="1"/>
          </p:cNvSpPr>
          <p:nvPr>
            <p:ph type="pic" sz="quarter" idx="11"/>
          </p:nvPr>
        </p:nvSpPr>
        <p:spPr/>
        <p:txBody>
          <a:bodyPr/>
          <a:lstStyle/>
          <a:p>
            <a:endParaRPr lang="en-US"/>
          </a:p>
        </p:txBody>
      </p:sp>
      <p:sp>
        <p:nvSpPr>
          <p:cNvPr id="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own Arrow 7">
            <a:extLst>
              <a:ext uri="{FF2B5EF4-FFF2-40B4-BE49-F238E27FC236}">
                <a16:creationId xmlns:a16="http://schemas.microsoft.com/office/drawing/2014/main" id="{0631530A-BDFC-9C5C-1DA0-0F64261CE7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6200000">
            <a:off x="800100" y="1491343"/>
            <a:ext cx="3333749" cy="3499103"/>
          </a:xfrm>
          <a:prstGeom prst="downArrow">
            <a:avLst>
              <a:gd name="adj1" fmla="val 100000"/>
              <a:gd name="adj2" fmla="val 15788"/>
            </a:avLst>
          </a:prstGeom>
          <a:solidFill>
            <a:srgbClr val="C00000"/>
          </a:solidFill>
          <a:ln w="539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TextBox 5">
            <a:extLst>
              <a:ext uri="{FF2B5EF4-FFF2-40B4-BE49-F238E27FC236}">
                <a16:creationId xmlns:a16="http://schemas.microsoft.com/office/drawing/2014/main" id="{65A76B99-8A73-29D0-9F22-E4949BA51F8B}"/>
              </a:ext>
            </a:extLst>
          </p:cNvPr>
          <p:cNvSpPr txBox="1"/>
          <p:nvPr/>
        </p:nvSpPr>
        <p:spPr>
          <a:xfrm>
            <a:off x="830572" y="2480075"/>
            <a:ext cx="298684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dirty="0">
                <a:solidFill>
                  <a:schemeClr val="bg1"/>
                </a:solidFill>
              </a:rPr>
              <a:t>Session Evaluation</a:t>
            </a:r>
            <a:endParaRPr lang="en-US" sz="4800">
              <a:solidFill>
                <a:schemeClr val="bg1"/>
              </a:solidFill>
            </a:endParaRPr>
          </a:p>
        </p:txBody>
      </p:sp>
    </p:spTree>
    <p:extLst>
      <p:ext uri="{BB962C8B-B14F-4D97-AF65-F5344CB8AC3E}">
        <p14:creationId xmlns:p14="http://schemas.microsoft.com/office/powerpoint/2010/main" val="612838264"/>
      </p:ext>
    </p:extLst>
  </p:cSld>
  <p:clrMapOvr>
    <a:masterClrMapping/>
  </p:clrMapOvr>
</p:sld>
</file>

<file path=ppt/theme/theme1.xml><?xml version="1.0" encoding="utf-8"?>
<a:theme xmlns:a="http://schemas.openxmlformats.org/drawingml/2006/main" name="MTI_presentation template Feb 2026">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TI_presentation template Feb 2026" id="{7B630847-0ED3-4BB4-9400-A2393253C8A9}" vid="{696E90F8-2036-4576-8D73-CC01D28079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B2021F6-6390-E548-8788-9CFEED8332EB}">
  <we:reference id="wa104380907" version="3.0.0.0" store="en-US" storeType="OMEX"/>
  <we:alternateReferences>
    <we:reference id="wa104380907" version="3.0.0.0" store="WA104380907"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3655ED7C-C660-D44E-950F-73565E84B7DF}">
  <we:reference id="wa104380050" version="3.1.0.0" store="en-US" storeType="OMEX"/>
  <we:alternateReferences>
    <we:reference id="WA104380050" version="3.1.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1B21FC9B7AC984AA00C441920861789" ma:contentTypeVersion="14" ma:contentTypeDescription="Create a new document." ma:contentTypeScope="" ma:versionID="721bff8729961bdf26432d404ad0f7b8">
  <xsd:schema xmlns:xsd="http://www.w3.org/2001/XMLSchema" xmlns:xs="http://www.w3.org/2001/XMLSchema" xmlns:p="http://schemas.microsoft.com/office/2006/metadata/properties" xmlns:ns2="ca97ef7e-529a-4920-85ff-23e7e8b7df0a" xmlns:ns3="65478fcb-3d94-40df-a0a2-f6a419610bdf" targetNamespace="http://schemas.microsoft.com/office/2006/metadata/properties" ma:root="true" ma:fieldsID="fec60b3e7c48bed252daabe4e1c35c90" ns2:_="" ns3:_="">
    <xsd:import namespace="ca97ef7e-529a-4920-85ff-23e7e8b7df0a"/>
    <xsd:import namespace="65478fcb-3d94-40df-a0a2-f6a419610bd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97ef7e-529a-4920-85ff-23e7e8b7df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478fcb-3d94-40df-a0a2-f6a419610bdf"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a97ef7e-529a-4920-85ff-23e7e8b7df0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C753850-86F2-4118-B4E5-08C866EA802C}">
  <ds:schemaRefs>
    <ds:schemaRef ds:uri="http://schemas.microsoft.com/sharepoint/v3/contenttype/forms"/>
  </ds:schemaRefs>
</ds:datastoreItem>
</file>

<file path=customXml/itemProps2.xml><?xml version="1.0" encoding="utf-8"?>
<ds:datastoreItem xmlns:ds="http://schemas.openxmlformats.org/officeDocument/2006/customXml" ds:itemID="{BDEBBC34-82DB-4F89-8A60-9CB8CF4911D9}"/>
</file>

<file path=customXml/itemProps3.xml><?xml version="1.0" encoding="utf-8"?>
<ds:datastoreItem xmlns:ds="http://schemas.openxmlformats.org/officeDocument/2006/customXml" ds:itemID="{42EB53E4-0001-4157-A0BF-772E8FE36E62}">
  <ds:schemaRefs>
    <ds:schemaRef ds:uri="ca97ef7e-529a-4920-85ff-23e7e8b7df0a"/>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MTI_presentation template Feb 2026</Template>
  <TotalTime>0</TotalTime>
  <Words>1401</Words>
  <Application>Microsoft Office PowerPoint</Application>
  <PresentationFormat>Widescreen</PresentationFormat>
  <Paragraphs>106</Paragraphs>
  <Slides>13</Slides>
  <Notes>8</Notes>
  <HiddenSlides>0</HiddenSlides>
  <MMClips>2</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Aptos Narrow</vt:lpstr>
      <vt:lpstr>Arial</vt:lpstr>
      <vt:lpstr>Arial,Sans-Serif</vt:lpstr>
      <vt:lpstr>ArialMT</vt:lpstr>
      <vt:lpstr>Calibri</vt:lpstr>
      <vt:lpstr>Calibri Light</vt:lpstr>
      <vt:lpstr>Courier New</vt:lpstr>
      <vt:lpstr>Open Sans</vt:lpstr>
      <vt:lpstr>Open Sans Light</vt:lpstr>
      <vt:lpstr>MTI_presentation template Feb 2026</vt:lpstr>
      <vt:lpstr>PowerPoint Presentation</vt:lpstr>
      <vt:lpstr>PowerPoint Presentation</vt:lpstr>
      <vt:lpstr>PowerPoint Presentation</vt:lpstr>
      <vt:lpstr>PowerPoint Presentation</vt:lpstr>
      <vt:lpstr>Learning Objectives</vt:lpstr>
      <vt:lpstr>Do you consider yourself a leader or a manager?  Yes, you can you be both?</vt:lpstr>
      <vt:lpstr>Jim Collins 5 Levels of Leadership</vt:lpstr>
      <vt:lpstr>Simon Sinek: Why Middle Management is the Hardest Job</vt:lpstr>
      <vt:lpstr>Simon Sinek: How to Adapt to Changing Times</vt:lpstr>
      <vt:lpstr>Leadership is about connecting the dots....</vt:lpstr>
      <vt:lpstr>Facilitated Small Group Discussions</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 Practices in Community and Employment Serices</dc:title>
  <dc:creator>Karen Flippo</dc:creator>
  <cp:lastModifiedBy>Heather N Smith</cp:lastModifiedBy>
  <cp:revision>5</cp:revision>
  <dcterms:created xsi:type="dcterms:W3CDTF">2021-01-26T19:37:34Z</dcterms:created>
  <dcterms:modified xsi:type="dcterms:W3CDTF">2026-03-02T18:13:59Z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0x01010001B21FC9B7AC984AA00C441920861789</vt:lpwstr>
  </property>
  <property fmtid="{D5CDD505-2E9C-101B-9397-08002B2CF9AE}" pid="3" name="MediaServiceImageTags">
    <vt:lpwstr/>
  </property>
</Properties>
</file>