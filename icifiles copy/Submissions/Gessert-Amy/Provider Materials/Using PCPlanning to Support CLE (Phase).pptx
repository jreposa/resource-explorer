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4"/>
    <p:sldMasterId id="2147483660" r:id="rId5"/>
    <p:sldMasterId id="2147483841" r:id="rId6"/>
    <p:sldMasterId id="2147483865" r:id="rId7"/>
  </p:sldMasterIdLst>
  <p:notesMasterIdLst>
    <p:notesMasterId r:id="rId47"/>
  </p:notesMasterIdLst>
  <p:sldIdLst>
    <p:sldId id="378" r:id="rId8"/>
    <p:sldId id="382" r:id="rId9"/>
    <p:sldId id="1290" r:id="rId10"/>
    <p:sldId id="872" r:id="rId11"/>
    <p:sldId id="855" r:id="rId12"/>
    <p:sldId id="383" r:id="rId13"/>
    <p:sldId id="322" r:id="rId14"/>
    <p:sldId id="362" r:id="rId15"/>
    <p:sldId id="369" r:id="rId16"/>
    <p:sldId id="353" r:id="rId17"/>
    <p:sldId id="365" r:id="rId18"/>
    <p:sldId id="405" r:id="rId19"/>
    <p:sldId id="385" r:id="rId20"/>
    <p:sldId id="387" r:id="rId21"/>
    <p:sldId id="388" r:id="rId22"/>
    <p:sldId id="398" r:id="rId23"/>
    <p:sldId id="396" r:id="rId24"/>
    <p:sldId id="401" r:id="rId25"/>
    <p:sldId id="410" r:id="rId26"/>
    <p:sldId id="409" r:id="rId27"/>
    <p:sldId id="411" r:id="rId28"/>
    <p:sldId id="1291" r:id="rId29"/>
    <p:sldId id="400" r:id="rId30"/>
    <p:sldId id="399" r:id="rId31"/>
    <p:sldId id="408" r:id="rId32"/>
    <p:sldId id="1292" r:id="rId33"/>
    <p:sldId id="395" r:id="rId34"/>
    <p:sldId id="256" r:id="rId35"/>
    <p:sldId id="257" r:id="rId36"/>
    <p:sldId id="258" r:id="rId37"/>
    <p:sldId id="259" r:id="rId38"/>
    <p:sldId id="263" r:id="rId39"/>
    <p:sldId id="260" r:id="rId40"/>
    <p:sldId id="261" r:id="rId41"/>
    <p:sldId id="262" r:id="rId42"/>
    <p:sldId id="413" r:id="rId43"/>
    <p:sldId id="412" r:id="rId44"/>
    <p:sldId id="414" r:id="rId45"/>
    <p:sldId id="406"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ci Jones" initials="SJ" lastIdx="2" clrIdx="0">
    <p:extLst>
      <p:ext uri="{19B8F6BF-5375-455C-9EA6-DF929625EA0E}">
        <p15:presenceInfo xmlns:p15="http://schemas.microsoft.com/office/powerpoint/2012/main" userId="S::smjones@ardmoreenterprises.org::b4012cb5-37c3-49ab-9a14-ee5118cf9b5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1AEEF9-C819-F1C0-DBAD-53448968FF6B}" v="46" dt="2024-05-22T23:57:25.2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ci Jones" userId="S::staci.jones@umb.edu::8493031c-935c-4567-bcd9-185995e08a61" providerId="AD" clId="Web-{A2240F93-728C-8BCE-ED87-E97046752C0B}"/>
    <pc:docChg chg="addSld delSld modSld">
      <pc:chgData name="Staci Jones" userId="S::staci.jones@umb.edu::8493031c-935c-4567-bcd9-185995e08a61" providerId="AD" clId="Web-{A2240F93-728C-8BCE-ED87-E97046752C0B}" dt="2024-05-03T17:34:12.400" v="127"/>
      <pc:docMkLst>
        <pc:docMk/>
      </pc:docMkLst>
      <pc:sldChg chg="delSp modSp">
        <pc:chgData name="Staci Jones" userId="S::staci.jones@umb.edu::8493031c-935c-4567-bcd9-185995e08a61" providerId="AD" clId="Web-{A2240F93-728C-8BCE-ED87-E97046752C0B}" dt="2024-05-03T17:30:17.823" v="18"/>
        <pc:sldMkLst>
          <pc:docMk/>
          <pc:sldMk cId="4185207939" sldId="378"/>
        </pc:sldMkLst>
        <pc:spChg chg="del mod">
          <ac:chgData name="Staci Jones" userId="S::staci.jones@umb.edu::8493031c-935c-4567-bcd9-185995e08a61" providerId="AD" clId="Web-{A2240F93-728C-8BCE-ED87-E97046752C0B}" dt="2024-05-03T17:26:59.590" v="13"/>
          <ac:spMkLst>
            <pc:docMk/>
            <pc:sldMk cId="4185207939" sldId="378"/>
            <ac:spMk id="2" creationId="{04CBE845-2FCF-BDE7-1DD4-4EF1B66854B7}"/>
          </ac:spMkLst>
        </pc:spChg>
        <pc:spChg chg="del">
          <ac:chgData name="Staci Jones" userId="S::staci.jones@umb.edu::8493031c-935c-4567-bcd9-185995e08a61" providerId="AD" clId="Web-{A2240F93-728C-8BCE-ED87-E97046752C0B}" dt="2024-05-03T17:30:17.823" v="18"/>
          <ac:spMkLst>
            <pc:docMk/>
            <pc:sldMk cId="4185207939" sldId="378"/>
            <ac:spMk id="4" creationId="{00000000-0000-0000-0000-000000000000}"/>
          </ac:spMkLst>
        </pc:spChg>
        <pc:spChg chg="mod">
          <ac:chgData name="Staci Jones" userId="S::staci.jones@umb.edu::8493031c-935c-4567-bcd9-185995e08a61" providerId="AD" clId="Web-{A2240F93-728C-8BCE-ED87-E97046752C0B}" dt="2024-05-03T17:26:53.902" v="11" actId="20577"/>
          <ac:spMkLst>
            <pc:docMk/>
            <pc:sldMk cId="4185207939" sldId="378"/>
            <ac:spMk id="3074" creationId="{00000000-0000-0000-0000-000000000000}"/>
          </ac:spMkLst>
        </pc:spChg>
      </pc:sldChg>
      <pc:sldChg chg="del">
        <pc:chgData name="Staci Jones" userId="S::staci.jones@umb.edu::8493031c-935c-4567-bcd9-185995e08a61" providerId="AD" clId="Web-{A2240F93-728C-8BCE-ED87-E97046752C0B}" dt="2024-05-03T17:27:06.527" v="14"/>
        <pc:sldMkLst>
          <pc:docMk/>
          <pc:sldMk cId="3019861653" sldId="379"/>
        </pc:sldMkLst>
      </pc:sldChg>
      <pc:sldChg chg="del">
        <pc:chgData name="Staci Jones" userId="S::staci.jones@umb.edu::8493031c-935c-4567-bcd9-185995e08a61" providerId="AD" clId="Web-{A2240F93-728C-8BCE-ED87-E97046752C0B}" dt="2024-05-03T17:27:08.777" v="15"/>
        <pc:sldMkLst>
          <pc:docMk/>
          <pc:sldMk cId="2048108845" sldId="381"/>
        </pc:sldMkLst>
      </pc:sldChg>
      <pc:sldChg chg="modSp">
        <pc:chgData name="Staci Jones" userId="S::staci.jones@umb.edu::8493031c-935c-4567-bcd9-185995e08a61" providerId="AD" clId="Web-{A2240F93-728C-8BCE-ED87-E97046752C0B}" dt="2024-05-03T17:31:18.823" v="64" actId="20577"/>
        <pc:sldMkLst>
          <pc:docMk/>
          <pc:sldMk cId="997696850" sldId="382"/>
        </pc:sldMkLst>
        <pc:spChg chg="mod">
          <ac:chgData name="Staci Jones" userId="S::staci.jones@umb.edu::8493031c-935c-4567-bcd9-185995e08a61" providerId="AD" clId="Web-{A2240F93-728C-8BCE-ED87-E97046752C0B}" dt="2024-05-03T17:31:18.823" v="64" actId="20577"/>
          <ac:spMkLst>
            <pc:docMk/>
            <pc:sldMk cId="997696850" sldId="382"/>
            <ac:spMk id="5" creationId="{16F9F537-CF62-91BF-6E8E-09A33D4E38DC}"/>
          </ac:spMkLst>
        </pc:spChg>
      </pc:sldChg>
      <pc:sldChg chg="addSp modSp">
        <pc:chgData name="Staci Jones" userId="S::staci.jones@umb.edu::8493031c-935c-4567-bcd9-185995e08a61" providerId="AD" clId="Web-{A2240F93-728C-8BCE-ED87-E97046752C0B}" dt="2024-05-03T17:32:44.651" v="78" actId="20577"/>
        <pc:sldMkLst>
          <pc:docMk/>
          <pc:sldMk cId="2145046852" sldId="387"/>
        </pc:sldMkLst>
        <pc:spChg chg="add mod">
          <ac:chgData name="Staci Jones" userId="S::staci.jones@umb.edu::8493031c-935c-4567-bcd9-185995e08a61" providerId="AD" clId="Web-{A2240F93-728C-8BCE-ED87-E97046752C0B}" dt="2024-05-03T17:32:44.651" v="78" actId="20577"/>
          <ac:spMkLst>
            <pc:docMk/>
            <pc:sldMk cId="2145046852" sldId="387"/>
            <ac:spMk id="4" creationId="{DF3E72F6-C2BF-CB1B-9E61-F296A1DBDE1E}"/>
          </ac:spMkLst>
        </pc:spChg>
      </pc:sldChg>
      <pc:sldChg chg="modSp">
        <pc:chgData name="Staci Jones" userId="S::staci.jones@umb.edu::8493031c-935c-4567-bcd9-185995e08a61" providerId="AD" clId="Web-{A2240F93-728C-8BCE-ED87-E97046752C0B}" dt="2024-05-03T17:33:17.510" v="93" actId="20577"/>
        <pc:sldMkLst>
          <pc:docMk/>
          <pc:sldMk cId="1777150258" sldId="388"/>
        </pc:sldMkLst>
        <pc:spChg chg="mod">
          <ac:chgData name="Staci Jones" userId="S::staci.jones@umb.edu::8493031c-935c-4567-bcd9-185995e08a61" providerId="AD" clId="Web-{A2240F93-728C-8BCE-ED87-E97046752C0B}" dt="2024-05-03T17:33:17.510" v="93" actId="20577"/>
          <ac:spMkLst>
            <pc:docMk/>
            <pc:sldMk cId="1777150258" sldId="388"/>
            <ac:spMk id="9" creationId="{74509B9F-524F-4796-86FE-59BFD5C41877}"/>
          </ac:spMkLst>
        </pc:spChg>
      </pc:sldChg>
      <pc:sldChg chg="del">
        <pc:chgData name="Staci Jones" userId="S::staci.jones@umb.edu::8493031c-935c-4567-bcd9-185995e08a61" providerId="AD" clId="Web-{A2240F93-728C-8BCE-ED87-E97046752C0B}" dt="2024-05-03T17:34:12.400" v="127"/>
        <pc:sldMkLst>
          <pc:docMk/>
          <pc:sldMk cId="349980670" sldId="392"/>
        </pc:sldMkLst>
      </pc:sldChg>
      <pc:sldChg chg="addSp delSp modSp">
        <pc:chgData name="Staci Jones" userId="S::staci.jones@umb.edu::8493031c-935c-4567-bcd9-185995e08a61" providerId="AD" clId="Web-{A2240F93-728C-8BCE-ED87-E97046752C0B}" dt="2024-05-03T17:33:43.760" v="126" actId="20577"/>
        <pc:sldMkLst>
          <pc:docMk/>
          <pc:sldMk cId="3969120230" sldId="396"/>
        </pc:sldMkLst>
        <pc:spChg chg="add mod">
          <ac:chgData name="Staci Jones" userId="S::staci.jones@umb.edu::8493031c-935c-4567-bcd9-185995e08a61" providerId="AD" clId="Web-{A2240F93-728C-8BCE-ED87-E97046752C0B}" dt="2024-05-03T17:33:43.760" v="126" actId="20577"/>
          <ac:spMkLst>
            <pc:docMk/>
            <pc:sldMk cId="3969120230" sldId="396"/>
            <ac:spMk id="3" creationId="{A9B3B787-182D-F931-C25D-5E6322E4DC23}"/>
          </ac:spMkLst>
        </pc:spChg>
        <pc:picChg chg="del">
          <ac:chgData name="Staci Jones" userId="S::staci.jones@umb.edu::8493031c-935c-4567-bcd9-185995e08a61" providerId="AD" clId="Web-{A2240F93-728C-8BCE-ED87-E97046752C0B}" dt="2024-05-03T17:33:22.322" v="94"/>
          <ac:picMkLst>
            <pc:docMk/>
            <pc:sldMk cId="3969120230" sldId="396"/>
            <ac:picMk id="12" creationId="{6195A6BA-69A1-21D4-24F4-BE6AA38578FA}"/>
          </ac:picMkLst>
        </pc:picChg>
      </pc:sldChg>
      <pc:sldChg chg="add">
        <pc:chgData name="Staci Jones" userId="S::staci.jones@umb.edu::8493031c-935c-4567-bcd9-185995e08a61" providerId="AD" clId="Web-{A2240F93-728C-8BCE-ED87-E97046752C0B}" dt="2024-05-03T17:29:21.105" v="17"/>
        <pc:sldMkLst>
          <pc:docMk/>
          <pc:sldMk cId="2826362802" sldId="855"/>
        </pc:sldMkLst>
      </pc:sldChg>
      <pc:sldChg chg="add">
        <pc:chgData name="Staci Jones" userId="S::staci.jones@umb.edu::8493031c-935c-4567-bcd9-185995e08a61" providerId="AD" clId="Web-{A2240F93-728C-8BCE-ED87-E97046752C0B}" dt="2024-05-03T17:28:33.433" v="16"/>
        <pc:sldMkLst>
          <pc:docMk/>
          <pc:sldMk cId="2793086197" sldId="1290"/>
        </pc:sldMkLst>
      </pc:sldChg>
    </pc:docChg>
  </pc:docChgLst>
  <pc:docChgLst>
    <pc:chgData name="Amy C Gessert" userId="S::amy.gessert@umb.edu::959649af-45c5-487c-aa74-829e1b24d524" providerId="AD" clId="Web-{50B06597-E4C0-0419-2700-824DC05BD4F1}"/>
    <pc:docChg chg="modSld">
      <pc:chgData name="Amy C Gessert" userId="S::amy.gessert@umb.edu::959649af-45c5-487c-aa74-829e1b24d524" providerId="AD" clId="Web-{50B06597-E4C0-0419-2700-824DC05BD4F1}" dt="2024-05-13T13:43:37.155" v="116"/>
      <pc:docMkLst>
        <pc:docMk/>
      </pc:docMkLst>
      <pc:sldChg chg="addSp modSp modNotes">
        <pc:chgData name="Amy C Gessert" userId="S::amy.gessert@umb.edu::959649af-45c5-487c-aa74-829e1b24d524" providerId="AD" clId="Web-{50B06597-E4C0-0419-2700-824DC05BD4F1}" dt="2024-05-13T13:42:39.685" v="113"/>
        <pc:sldMkLst>
          <pc:docMk/>
          <pc:sldMk cId="2398401651" sldId="256"/>
        </pc:sldMkLst>
        <pc:spChg chg="add mod">
          <ac:chgData name="Amy C Gessert" userId="S::amy.gessert@umb.edu::959649af-45c5-487c-aa74-829e1b24d524" providerId="AD" clId="Web-{50B06597-E4C0-0419-2700-824DC05BD4F1}" dt="2024-05-13T13:41:15.260" v="46" actId="1076"/>
          <ac:spMkLst>
            <pc:docMk/>
            <pc:sldMk cId="2398401651" sldId="256"/>
            <ac:spMk id="4" creationId="{B836DA7A-6150-A776-A452-D01C9B69AF5A}"/>
          </ac:spMkLst>
        </pc:spChg>
      </pc:sldChg>
      <pc:sldChg chg="modSp">
        <pc:chgData name="Amy C Gessert" userId="S::amy.gessert@umb.edu::959649af-45c5-487c-aa74-829e1b24d524" providerId="AD" clId="Web-{50B06597-E4C0-0419-2700-824DC05BD4F1}" dt="2024-05-13T13:39:36.475" v="23" actId="20577"/>
        <pc:sldMkLst>
          <pc:docMk/>
          <pc:sldMk cId="2056442068" sldId="258"/>
        </pc:sldMkLst>
        <pc:spChg chg="mod">
          <ac:chgData name="Amy C Gessert" userId="S::amy.gessert@umb.edu::959649af-45c5-487c-aa74-829e1b24d524" providerId="AD" clId="Web-{50B06597-E4C0-0419-2700-824DC05BD4F1}" dt="2024-05-13T13:39:36.475" v="23" actId="20577"/>
          <ac:spMkLst>
            <pc:docMk/>
            <pc:sldMk cId="2056442068" sldId="258"/>
            <ac:spMk id="3" creationId="{D48150AD-77D9-9ADD-8744-57A350A28403}"/>
          </ac:spMkLst>
        </pc:spChg>
      </pc:sldChg>
      <pc:sldChg chg="modNotes">
        <pc:chgData name="Amy C Gessert" userId="S::amy.gessert@umb.edu::959649af-45c5-487c-aa74-829e1b24d524" providerId="AD" clId="Web-{50B06597-E4C0-0419-2700-824DC05BD4F1}" dt="2024-05-13T13:43:37.155" v="116"/>
        <pc:sldMkLst>
          <pc:docMk/>
          <pc:sldMk cId="1777566210" sldId="261"/>
        </pc:sldMkLst>
      </pc:sldChg>
    </pc:docChg>
  </pc:docChgLst>
  <pc:docChgLst>
    <pc:chgData name="Staci Jones" userId="S::staci.jones@umb.edu::8493031c-935c-4567-bcd9-185995e08a61" providerId="AD" clId="Web-{9DF69666-2D07-3008-FBB1-17655F38FA3D}"/>
    <pc:docChg chg="modSld">
      <pc:chgData name="Staci Jones" userId="S::staci.jones@umb.edu::8493031c-935c-4567-bcd9-185995e08a61" providerId="AD" clId="Web-{9DF69666-2D07-3008-FBB1-17655F38FA3D}" dt="2024-05-19T13:34:11.891" v="1"/>
      <pc:docMkLst>
        <pc:docMk/>
      </pc:docMkLst>
      <pc:sldChg chg="modNotes">
        <pc:chgData name="Staci Jones" userId="S::staci.jones@umb.edu::8493031c-935c-4567-bcd9-185995e08a61" providerId="AD" clId="Web-{9DF69666-2D07-3008-FBB1-17655F38FA3D}" dt="2024-05-19T13:34:11.891" v="1"/>
        <pc:sldMkLst>
          <pc:docMk/>
          <pc:sldMk cId="2793086197" sldId="1290"/>
        </pc:sldMkLst>
      </pc:sldChg>
    </pc:docChg>
  </pc:docChgLst>
  <pc:docChgLst>
    <pc:chgData name="Amy C Gessert" userId="S::amy.gessert@umb.edu::959649af-45c5-487c-aa74-829e1b24d524" providerId="AD" clId="Web-{13B6C3CF-5B41-974C-758C-839AAB9D9CCB}"/>
    <pc:docChg chg="modSld">
      <pc:chgData name="Amy C Gessert" userId="S::amy.gessert@umb.edu::959649af-45c5-487c-aa74-829e1b24d524" providerId="AD" clId="Web-{13B6C3CF-5B41-974C-758C-839AAB9D9CCB}" dt="2024-05-07T15:51:59.250" v="27"/>
      <pc:docMkLst>
        <pc:docMk/>
      </pc:docMkLst>
      <pc:sldChg chg="modSp">
        <pc:chgData name="Amy C Gessert" userId="S::amy.gessert@umb.edu::959649af-45c5-487c-aa74-829e1b24d524" providerId="AD" clId="Web-{13B6C3CF-5B41-974C-758C-839AAB9D9CCB}" dt="2024-05-07T15:51:13.499" v="22"/>
        <pc:sldMkLst>
          <pc:docMk/>
          <pc:sldMk cId="2077058215" sldId="260"/>
        </pc:sldMkLst>
        <pc:spChg chg="mod">
          <ac:chgData name="Amy C Gessert" userId="S::amy.gessert@umb.edu::959649af-45c5-487c-aa74-829e1b24d524" providerId="AD" clId="Web-{13B6C3CF-5B41-974C-758C-839AAB9D9CCB}" dt="2024-05-07T15:50:42.638" v="19" actId="1076"/>
          <ac:spMkLst>
            <pc:docMk/>
            <pc:sldMk cId="2077058215" sldId="260"/>
            <ac:spMk id="2" creationId="{973D9707-540F-4A42-3048-C9474B3F1C62}"/>
          </ac:spMkLst>
        </pc:spChg>
        <pc:spChg chg="mod">
          <ac:chgData name="Amy C Gessert" userId="S::amy.gessert@umb.edu::959649af-45c5-487c-aa74-829e1b24d524" providerId="AD" clId="Web-{13B6C3CF-5B41-974C-758C-839AAB9D9CCB}" dt="2024-05-07T15:50:47.545" v="20" actId="1076"/>
          <ac:spMkLst>
            <pc:docMk/>
            <pc:sldMk cId="2077058215" sldId="260"/>
            <ac:spMk id="3" creationId="{06D575B8-1FEB-C28C-2D0A-48AF9EDEAF9B}"/>
          </ac:spMkLst>
        </pc:spChg>
        <pc:picChg chg="mod modCrop">
          <ac:chgData name="Amy C Gessert" userId="S::amy.gessert@umb.edu::959649af-45c5-487c-aa74-829e1b24d524" providerId="AD" clId="Web-{13B6C3CF-5B41-974C-758C-839AAB9D9CCB}" dt="2024-05-07T15:51:13.499" v="22"/>
          <ac:picMkLst>
            <pc:docMk/>
            <pc:sldMk cId="2077058215" sldId="260"/>
            <ac:picMk id="7" creationId="{315EF733-7105-62AE-F1F4-D674238A94AB}"/>
          </ac:picMkLst>
        </pc:picChg>
      </pc:sldChg>
      <pc:sldChg chg="modSp">
        <pc:chgData name="Amy C Gessert" userId="S::amy.gessert@umb.edu::959649af-45c5-487c-aa74-829e1b24d524" providerId="AD" clId="Web-{13B6C3CF-5B41-974C-758C-839AAB9D9CCB}" dt="2024-05-07T15:51:59.250" v="27"/>
        <pc:sldMkLst>
          <pc:docMk/>
          <pc:sldMk cId="1777566210" sldId="261"/>
        </pc:sldMkLst>
        <pc:picChg chg="mod modCrop">
          <ac:chgData name="Amy C Gessert" userId="S::amy.gessert@umb.edu::959649af-45c5-487c-aa74-829e1b24d524" providerId="AD" clId="Web-{13B6C3CF-5B41-974C-758C-839AAB9D9CCB}" dt="2024-05-07T15:51:59.250" v="27"/>
          <ac:picMkLst>
            <pc:docMk/>
            <pc:sldMk cId="1777566210" sldId="261"/>
            <ac:picMk id="5" creationId="{6A8FD680-8330-7172-06A7-94BC6FD21D76}"/>
          </ac:picMkLst>
        </pc:picChg>
      </pc:sldChg>
    </pc:docChg>
  </pc:docChgLst>
  <pc:docChgLst>
    <pc:chgData name="Staci Jones" userId="S::staci.jones@umb.edu::8493031c-935c-4567-bcd9-185995e08a61" providerId="AD" clId="Web-{E93571A6-9D55-4411-1C26-1BDEE4331787}"/>
    <pc:docChg chg="addSld modSld">
      <pc:chgData name="Staci Jones" userId="S::staci.jones@umb.edu::8493031c-935c-4567-bcd9-185995e08a61" providerId="AD" clId="Web-{E93571A6-9D55-4411-1C26-1BDEE4331787}" dt="2024-05-13T19:55:20.728" v="173" actId="20577"/>
      <pc:docMkLst>
        <pc:docMk/>
      </pc:docMkLst>
      <pc:sldChg chg="modSp">
        <pc:chgData name="Staci Jones" userId="S::staci.jones@umb.edu::8493031c-935c-4567-bcd9-185995e08a61" providerId="AD" clId="Web-{E93571A6-9D55-4411-1C26-1BDEE4331787}" dt="2024-05-13T19:27:26.221" v="7" actId="20577"/>
        <pc:sldMkLst>
          <pc:docMk/>
          <pc:sldMk cId="860382083" sldId="399"/>
        </pc:sldMkLst>
        <pc:spChg chg="mod">
          <ac:chgData name="Staci Jones" userId="S::staci.jones@umb.edu::8493031c-935c-4567-bcd9-185995e08a61" providerId="AD" clId="Web-{E93571A6-9D55-4411-1C26-1BDEE4331787}" dt="2024-05-13T19:27:26.221" v="7" actId="20577"/>
          <ac:spMkLst>
            <pc:docMk/>
            <pc:sldMk cId="860382083" sldId="399"/>
            <ac:spMk id="9" creationId="{74509B9F-524F-4796-86FE-59BFD5C41877}"/>
          </ac:spMkLst>
        </pc:spChg>
      </pc:sldChg>
      <pc:sldChg chg="modSp new">
        <pc:chgData name="Staci Jones" userId="S::staci.jones@umb.edu::8493031c-935c-4567-bcd9-185995e08a61" providerId="AD" clId="Web-{E93571A6-9D55-4411-1C26-1BDEE4331787}" dt="2024-05-13T19:55:20.728" v="173" actId="20577"/>
        <pc:sldMkLst>
          <pc:docMk/>
          <pc:sldMk cId="2399303428" sldId="1292"/>
        </pc:sldMkLst>
        <pc:spChg chg="mod">
          <ac:chgData name="Staci Jones" userId="S::staci.jones@umb.edu::8493031c-935c-4567-bcd9-185995e08a61" providerId="AD" clId="Web-{E93571A6-9D55-4411-1C26-1BDEE4331787}" dt="2024-05-13T19:52:37.551" v="25" actId="1076"/>
          <ac:spMkLst>
            <pc:docMk/>
            <pc:sldMk cId="2399303428" sldId="1292"/>
            <ac:spMk id="2" creationId="{7F72FB80-3057-E3B7-A3FC-5147AE48A9D5}"/>
          </ac:spMkLst>
        </pc:spChg>
        <pc:spChg chg="mod">
          <ac:chgData name="Staci Jones" userId="S::staci.jones@umb.edu::8493031c-935c-4567-bcd9-185995e08a61" providerId="AD" clId="Web-{E93571A6-9D55-4411-1C26-1BDEE4331787}" dt="2024-05-13T19:55:20.728" v="173" actId="20577"/>
          <ac:spMkLst>
            <pc:docMk/>
            <pc:sldMk cId="2399303428" sldId="1292"/>
            <ac:spMk id="3" creationId="{3276CE1A-B428-0615-2546-FC837097B5AE}"/>
          </ac:spMkLst>
        </pc:spChg>
      </pc:sldChg>
    </pc:docChg>
  </pc:docChgLst>
  <pc:docChgLst>
    <pc:chgData name="Amy C Gessert" userId="S::amy.gessert@umb.edu::959649af-45c5-487c-aa74-829e1b24d524" providerId="AD" clId="Web-{8E4AB29F-8974-10E2-33DA-A236F9412087}"/>
    <pc:docChg chg="addSld modSld">
      <pc:chgData name="Amy C Gessert" userId="S::amy.gessert@umb.edu::959649af-45c5-487c-aa74-829e1b24d524" providerId="AD" clId="Web-{8E4AB29F-8974-10E2-33DA-A236F9412087}" dt="2024-05-03T19:09:47.010" v="47" actId="1076"/>
      <pc:docMkLst>
        <pc:docMk/>
      </pc:docMkLst>
      <pc:sldChg chg="modSp add">
        <pc:chgData name="Amy C Gessert" userId="S::amy.gessert@umb.edu::959649af-45c5-487c-aa74-829e1b24d524" providerId="AD" clId="Web-{8E4AB29F-8974-10E2-33DA-A236F9412087}" dt="2024-05-03T19:06:09.774" v="8" actId="14100"/>
        <pc:sldMkLst>
          <pc:docMk/>
          <pc:sldMk cId="2398401651" sldId="256"/>
        </pc:sldMkLst>
        <pc:picChg chg="mod">
          <ac:chgData name="Amy C Gessert" userId="S::amy.gessert@umb.edu::959649af-45c5-487c-aa74-829e1b24d524" providerId="AD" clId="Web-{8E4AB29F-8974-10E2-33DA-A236F9412087}" dt="2024-05-03T19:06:09.774" v="8" actId="14100"/>
          <ac:picMkLst>
            <pc:docMk/>
            <pc:sldMk cId="2398401651" sldId="256"/>
            <ac:picMk id="5" creationId="{A76796E2-D2F7-F87B-6009-019C561473EE}"/>
          </ac:picMkLst>
        </pc:picChg>
      </pc:sldChg>
      <pc:sldChg chg="modSp add">
        <pc:chgData name="Amy C Gessert" userId="S::amy.gessert@umb.edu::959649af-45c5-487c-aa74-829e1b24d524" providerId="AD" clId="Web-{8E4AB29F-8974-10E2-33DA-A236F9412087}" dt="2024-05-03T19:06:49.293" v="17" actId="20577"/>
        <pc:sldMkLst>
          <pc:docMk/>
          <pc:sldMk cId="3072150838" sldId="257"/>
        </pc:sldMkLst>
        <pc:spChg chg="mod">
          <ac:chgData name="Amy C Gessert" userId="S::amy.gessert@umb.edu::959649af-45c5-487c-aa74-829e1b24d524" providerId="AD" clId="Web-{8E4AB29F-8974-10E2-33DA-A236F9412087}" dt="2024-05-03T19:06:49.293" v="17" actId="20577"/>
          <ac:spMkLst>
            <pc:docMk/>
            <pc:sldMk cId="3072150838" sldId="257"/>
            <ac:spMk id="2" creationId="{0D250852-BE3E-7F82-234B-C6F95724D7A1}"/>
          </ac:spMkLst>
        </pc:spChg>
      </pc:sldChg>
      <pc:sldChg chg="modSp add">
        <pc:chgData name="Amy C Gessert" userId="S::amy.gessert@umb.edu::959649af-45c5-487c-aa74-829e1b24d524" providerId="AD" clId="Web-{8E4AB29F-8974-10E2-33DA-A236F9412087}" dt="2024-05-03T19:07:17.686" v="21" actId="20577"/>
        <pc:sldMkLst>
          <pc:docMk/>
          <pc:sldMk cId="2056442068" sldId="258"/>
        </pc:sldMkLst>
        <pc:spChg chg="mod">
          <ac:chgData name="Amy C Gessert" userId="S::amy.gessert@umb.edu::959649af-45c5-487c-aa74-829e1b24d524" providerId="AD" clId="Web-{8E4AB29F-8974-10E2-33DA-A236F9412087}" dt="2024-05-03T19:07:05.497" v="19" actId="14100"/>
          <ac:spMkLst>
            <pc:docMk/>
            <pc:sldMk cId="2056442068" sldId="258"/>
            <ac:spMk id="2" creationId="{74885DA7-0622-7833-7DF2-7B060D08E01C}"/>
          </ac:spMkLst>
        </pc:spChg>
        <pc:spChg chg="mod">
          <ac:chgData name="Amy C Gessert" userId="S::amy.gessert@umb.edu::959649af-45c5-487c-aa74-829e1b24d524" providerId="AD" clId="Web-{8E4AB29F-8974-10E2-33DA-A236F9412087}" dt="2024-05-03T19:07:17.686" v="21" actId="20577"/>
          <ac:spMkLst>
            <pc:docMk/>
            <pc:sldMk cId="2056442068" sldId="258"/>
            <ac:spMk id="3" creationId="{D48150AD-77D9-9ADD-8744-57A350A28403}"/>
          </ac:spMkLst>
        </pc:spChg>
        <pc:picChg chg="mod">
          <ac:chgData name="Amy C Gessert" userId="S::amy.gessert@umb.edu::959649af-45c5-487c-aa74-829e1b24d524" providerId="AD" clId="Web-{8E4AB29F-8974-10E2-33DA-A236F9412087}" dt="2024-05-03T19:07:00.372" v="18" actId="14100"/>
          <ac:picMkLst>
            <pc:docMk/>
            <pc:sldMk cId="2056442068" sldId="258"/>
            <ac:picMk id="5" creationId="{E0F2CA13-AEA6-4F73-F173-FFA64F0EB974}"/>
          </ac:picMkLst>
        </pc:picChg>
      </pc:sldChg>
      <pc:sldChg chg="modSp add">
        <pc:chgData name="Amy C Gessert" userId="S::amy.gessert@umb.edu::959649af-45c5-487c-aa74-829e1b24d524" providerId="AD" clId="Web-{8E4AB29F-8974-10E2-33DA-A236F9412087}" dt="2024-05-03T19:07:49.157" v="30" actId="14100"/>
        <pc:sldMkLst>
          <pc:docMk/>
          <pc:sldMk cId="3652189553" sldId="259"/>
        </pc:sldMkLst>
        <pc:spChg chg="mod">
          <ac:chgData name="Amy C Gessert" userId="S::amy.gessert@umb.edu::959649af-45c5-487c-aa74-829e1b24d524" providerId="AD" clId="Web-{8E4AB29F-8974-10E2-33DA-A236F9412087}" dt="2024-05-03T19:07:49.157" v="30" actId="14100"/>
          <ac:spMkLst>
            <pc:docMk/>
            <pc:sldMk cId="3652189553" sldId="259"/>
            <ac:spMk id="2" creationId="{E501E9B6-32C4-7E41-7842-8C9F33A1135F}"/>
          </ac:spMkLst>
        </pc:spChg>
        <pc:spChg chg="mod">
          <ac:chgData name="Amy C Gessert" userId="S::amy.gessert@umb.edu::959649af-45c5-487c-aa74-829e1b24d524" providerId="AD" clId="Web-{8E4AB29F-8974-10E2-33DA-A236F9412087}" dt="2024-05-03T19:07:41.609" v="29" actId="20577"/>
          <ac:spMkLst>
            <pc:docMk/>
            <pc:sldMk cId="3652189553" sldId="259"/>
            <ac:spMk id="3" creationId="{EBB73885-CF0A-0D21-81F9-1E93D3E73B19}"/>
          </ac:spMkLst>
        </pc:spChg>
      </pc:sldChg>
      <pc:sldChg chg="modSp add">
        <pc:chgData name="Amy C Gessert" userId="S::amy.gessert@umb.edu::959649af-45c5-487c-aa74-829e1b24d524" providerId="AD" clId="Web-{8E4AB29F-8974-10E2-33DA-A236F9412087}" dt="2024-05-03T19:08:25.066" v="33" actId="1076"/>
        <pc:sldMkLst>
          <pc:docMk/>
          <pc:sldMk cId="2077058215" sldId="260"/>
        </pc:sldMkLst>
        <pc:spChg chg="mod">
          <ac:chgData name="Amy C Gessert" userId="S::amy.gessert@umb.edu::959649af-45c5-487c-aa74-829e1b24d524" providerId="AD" clId="Web-{8E4AB29F-8974-10E2-33DA-A236F9412087}" dt="2024-05-03T19:08:17.878" v="32" actId="14100"/>
          <ac:spMkLst>
            <pc:docMk/>
            <pc:sldMk cId="2077058215" sldId="260"/>
            <ac:spMk id="2" creationId="{973D9707-540F-4A42-3048-C9474B3F1C62}"/>
          </ac:spMkLst>
        </pc:spChg>
        <pc:spChg chg="mod">
          <ac:chgData name="Amy C Gessert" userId="S::amy.gessert@umb.edu::959649af-45c5-487c-aa74-829e1b24d524" providerId="AD" clId="Web-{8E4AB29F-8974-10E2-33DA-A236F9412087}" dt="2024-05-03T19:08:25.066" v="33" actId="1076"/>
          <ac:spMkLst>
            <pc:docMk/>
            <pc:sldMk cId="2077058215" sldId="260"/>
            <ac:spMk id="3" creationId="{06D575B8-1FEB-C28C-2D0A-48AF9EDEAF9B}"/>
          </ac:spMkLst>
        </pc:spChg>
        <pc:picChg chg="mod">
          <ac:chgData name="Amy C Gessert" userId="S::amy.gessert@umb.edu::959649af-45c5-487c-aa74-829e1b24d524" providerId="AD" clId="Web-{8E4AB29F-8974-10E2-33DA-A236F9412087}" dt="2024-05-03T19:08:13.721" v="31" actId="1076"/>
          <ac:picMkLst>
            <pc:docMk/>
            <pc:sldMk cId="2077058215" sldId="260"/>
            <ac:picMk id="7" creationId="{315EF733-7105-62AE-F1F4-D674238A94AB}"/>
          </ac:picMkLst>
        </pc:picChg>
      </pc:sldChg>
      <pc:sldChg chg="modSp add">
        <pc:chgData name="Amy C Gessert" userId="S::amy.gessert@umb.edu::959649af-45c5-487c-aa74-829e1b24d524" providerId="AD" clId="Web-{8E4AB29F-8974-10E2-33DA-A236F9412087}" dt="2024-05-03T19:08:35.926" v="34" actId="1076"/>
        <pc:sldMkLst>
          <pc:docMk/>
          <pc:sldMk cId="1777566210" sldId="261"/>
        </pc:sldMkLst>
        <pc:picChg chg="mod">
          <ac:chgData name="Amy C Gessert" userId="S::amy.gessert@umb.edu::959649af-45c5-487c-aa74-829e1b24d524" providerId="AD" clId="Web-{8E4AB29F-8974-10E2-33DA-A236F9412087}" dt="2024-05-03T19:08:35.926" v="34" actId="1076"/>
          <ac:picMkLst>
            <pc:docMk/>
            <pc:sldMk cId="1777566210" sldId="261"/>
            <ac:picMk id="5" creationId="{6A8FD680-8330-7172-06A7-94BC6FD21D76}"/>
          </ac:picMkLst>
        </pc:picChg>
      </pc:sldChg>
      <pc:sldChg chg="modSp add">
        <pc:chgData name="Amy C Gessert" userId="S::amy.gessert@umb.edu::959649af-45c5-487c-aa74-829e1b24d524" providerId="AD" clId="Web-{8E4AB29F-8974-10E2-33DA-A236F9412087}" dt="2024-05-03T19:09:47.010" v="47" actId="1076"/>
        <pc:sldMkLst>
          <pc:docMk/>
          <pc:sldMk cId="3329640101" sldId="262"/>
        </pc:sldMkLst>
        <pc:spChg chg="mod">
          <ac:chgData name="Amy C Gessert" userId="S::amy.gessert@umb.edu::959649af-45c5-487c-aa74-829e1b24d524" providerId="AD" clId="Web-{8E4AB29F-8974-10E2-33DA-A236F9412087}" dt="2024-05-03T19:09:37.103" v="43" actId="20577"/>
          <ac:spMkLst>
            <pc:docMk/>
            <pc:sldMk cId="3329640101" sldId="262"/>
            <ac:spMk id="3" creationId="{431B4179-7BE8-8372-9E5E-67C43713C288}"/>
          </ac:spMkLst>
        </pc:spChg>
        <pc:picChg chg="mod">
          <ac:chgData name="Amy C Gessert" userId="S::amy.gessert@umb.edu::959649af-45c5-487c-aa74-829e1b24d524" providerId="AD" clId="Web-{8E4AB29F-8974-10E2-33DA-A236F9412087}" dt="2024-05-03T19:09:47.010" v="47" actId="1076"/>
          <ac:picMkLst>
            <pc:docMk/>
            <pc:sldMk cId="3329640101" sldId="262"/>
            <ac:picMk id="5" creationId="{38B03C0B-3EC2-229F-35A7-8764DE618C85}"/>
          </ac:picMkLst>
        </pc:picChg>
      </pc:sldChg>
      <pc:sldChg chg="add">
        <pc:chgData name="Amy C Gessert" userId="S::amy.gessert@umb.edu::959649af-45c5-487c-aa74-829e1b24d524" providerId="AD" clId="Web-{8E4AB29F-8974-10E2-33DA-A236F9412087}" dt="2024-05-03T19:05:55.820" v="4"/>
        <pc:sldMkLst>
          <pc:docMk/>
          <pc:sldMk cId="3733536378" sldId="263"/>
        </pc:sldMkLst>
      </pc:sldChg>
    </pc:docChg>
  </pc:docChgLst>
  <pc:docChgLst>
    <pc:chgData name="Staci Jones" userId="S::staci.jones@umb.edu::8493031c-935c-4567-bcd9-185995e08a61" providerId="AD" clId="Web-{948F53C9-C3BF-EC38-B8F7-8C157168DD3F}"/>
    <pc:docChg chg="modSld">
      <pc:chgData name="Staci Jones" userId="S::staci.jones@umb.edu::8493031c-935c-4567-bcd9-185995e08a61" providerId="AD" clId="Web-{948F53C9-C3BF-EC38-B8F7-8C157168DD3F}" dt="2024-05-15T12:43:29.024" v="0"/>
      <pc:docMkLst>
        <pc:docMk/>
      </pc:docMkLst>
      <pc:sldChg chg="addSp">
        <pc:chgData name="Staci Jones" userId="S::staci.jones@umb.edu::8493031c-935c-4567-bcd9-185995e08a61" providerId="AD" clId="Web-{948F53C9-C3BF-EC38-B8F7-8C157168DD3F}" dt="2024-05-15T12:43:29.024" v="0"/>
        <pc:sldMkLst>
          <pc:docMk/>
          <pc:sldMk cId="376982649" sldId="322"/>
        </pc:sldMkLst>
        <pc:picChg chg="add">
          <ac:chgData name="Staci Jones" userId="S::staci.jones@umb.edu::8493031c-935c-4567-bcd9-185995e08a61" providerId="AD" clId="Web-{948F53C9-C3BF-EC38-B8F7-8C157168DD3F}" dt="2024-05-15T12:43:29.024" v="0"/>
          <ac:picMkLst>
            <pc:docMk/>
            <pc:sldMk cId="376982649" sldId="322"/>
            <ac:picMk id="8" creationId="{4E6FD8C5-823F-09DE-114C-164765C06ADB}"/>
          </ac:picMkLst>
        </pc:picChg>
      </pc:sldChg>
    </pc:docChg>
  </pc:docChgLst>
  <pc:docChgLst>
    <pc:chgData name="Staci Jones" userId="S::staci.jones@umb.edu::8493031c-935c-4567-bcd9-185995e08a61" providerId="AD" clId="Web-{FF51CF12-0ED9-CA4D-AB27-96B8A5E7AF49}"/>
    <pc:docChg chg="addSld modSld sldOrd">
      <pc:chgData name="Staci Jones" userId="S::staci.jones@umb.edu::8493031c-935c-4567-bcd9-185995e08a61" providerId="AD" clId="Web-{FF51CF12-0ED9-CA4D-AB27-96B8A5E7AF49}" dt="2024-05-10T19:41:50.710" v="509" actId="20577"/>
      <pc:docMkLst>
        <pc:docMk/>
      </pc:docMkLst>
      <pc:sldChg chg="modSp add">
        <pc:chgData name="Staci Jones" userId="S::staci.jones@umb.edu::8493031c-935c-4567-bcd9-185995e08a61" providerId="AD" clId="Web-{FF51CF12-0ED9-CA4D-AB27-96B8A5E7AF49}" dt="2024-05-10T19:03:46.598" v="255" actId="1076"/>
        <pc:sldMkLst>
          <pc:docMk/>
          <pc:sldMk cId="376982649" sldId="322"/>
        </pc:sldMkLst>
        <pc:spChg chg="mod">
          <ac:chgData name="Staci Jones" userId="S::staci.jones@umb.edu::8493031c-935c-4567-bcd9-185995e08a61" providerId="AD" clId="Web-{FF51CF12-0ED9-CA4D-AB27-96B8A5E7AF49}" dt="2024-05-10T18:54:42.736" v="195"/>
          <ac:spMkLst>
            <pc:docMk/>
            <pc:sldMk cId="376982649" sldId="322"/>
            <ac:spMk id="2" creationId="{8E230357-4C90-A91A-CEDB-036B86D5648E}"/>
          </ac:spMkLst>
        </pc:spChg>
        <pc:spChg chg="mod">
          <ac:chgData name="Staci Jones" userId="S::staci.jones@umb.edu::8493031c-935c-4567-bcd9-185995e08a61" providerId="AD" clId="Web-{FF51CF12-0ED9-CA4D-AB27-96B8A5E7AF49}" dt="2024-05-10T19:03:40.348" v="253" actId="1076"/>
          <ac:spMkLst>
            <pc:docMk/>
            <pc:sldMk cId="376982649" sldId="322"/>
            <ac:spMk id="4" creationId="{EB706571-E786-D759-A894-CF86DBA3A396}"/>
          </ac:spMkLst>
        </pc:spChg>
        <pc:spChg chg="mod">
          <ac:chgData name="Staci Jones" userId="S::staci.jones@umb.edu::8493031c-935c-4567-bcd9-185995e08a61" providerId="AD" clId="Web-{FF51CF12-0ED9-CA4D-AB27-96B8A5E7AF49}" dt="2024-05-10T19:03:46.598" v="255" actId="1076"/>
          <ac:spMkLst>
            <pc:docMk/>
            <pc:sldMk cId="376982649" sldId="322"/>
            <ac:spMk id="7" creationId="{7E1D17A8-D5BD-A508-F218-D9F5F7AC7A57}"/>
          </ac:spMkLst>
        </pc:spChg>
        <pc:picChg chg="mod">
          <ac:chgData name="Staci Jones" userId="S::staci.jones@umb.edu::8493031c-935c-4567-bcd9-185995e08a61" providerId="AD" clId="Web-{FF51CF12-0ED9-CA4D-AB27-96B8A5E7AF49}" dt="2024-05-10T19:03:43.286" v="254" actId="1076"/>
          <ac:picMkLst>
            <pc:docMk/>
            <pc:sldMk cId="376982649" sldId="322"/>
            <ac:picMk id="6" creationId="{C32D6C7D-6052-306C-7FF9-0DDC44801416}"/>
          </ac:picMkLst>
        </pc:picChg>
      </pc:sldChg>
      <pc:sldChg chg="modSp ord">
        <pc:chgData name="Staci Jones" userId="S::staci.jones@umb.edu::8493031c-935c-4567-bcd9-185995e08a61" providerId="AD" clId="Web-{FF51CF12-0ED9-CA4D-AB27-96B8A5E7AF49}" dt="2024-05-10T19:04:23.147" v="259" actId="20577"/>
        <pc:sldMkLst>
          <pc:docMk/>
          <pc:sldMk cId="3067168388" sldId="362"/>
        </pc:sldMkLst>
        <pc:spChg chg="mod">
          <ac:chgData name="Staci Jones" userId="S::staci.jones@umb.edu::8493031c-935c-4567-bcd9-185995e08a61" providerId="AD" clId="Web-{FF51CF12-0ED9-CA4D-AB27-96B8A5E7AF49}" dt="2024-05-10T19:04:23.147" v="259" actId="20577"/>
          <ac:spMkLst>
            <pc:docMk/>
            <pc:sldMk cId="3067168388" sldId="362"/>
            <ac:spMk id="7" creationId="{BBF4A1AB-DAC1-6C8C-2F03-78CF305B7286}"/>
          </ac:spMkLst>
        </pc:spChg>
      </pc:sldChg>
      <pc:sldChg chg="modSp">
        <pc:chgData name="Staci Jones" userId="S::staci.jones@umb.edu::8493031c-935c-4567-bcd9-185995e08a61" providerId="AD" clId="Web-{FF51CF12-0ED9-CA4D-AB27-96B8A5E7AF49}" dt="2024-05-10T19:22:38.810" v="316" actId="1076"/>
        <pc:sldMkLst>
          <pc:docMk/>
          <pc:sldMk cId="893546006" sldId="365"/>
        </pc:sldMkLst>
        <pc:spChg chg="mod">
          <ac:chgData name="Staci Jones" userId="S::staci.jones@umb.edu::8493031c-935c-4567-bcd9-185995e08a61" providerId="AD" clId="Web-{FF51CF12-0ED9-CA4D-AB27-96B8A5E7AF49}" dt="2024-05-10T19:22:37.029" v="315" actId="20577"/>
          <ac:spMkLst>
            <pc:docMk/>
            <pc:sldMk cId="893546006" sldId="365"/>
            <ac:spMk id="6" creationId="{613746A5-E289-14F2-80DD-75689A562CF0}"/>
          </ac:spMkLst>
        </pc:spChg>
        <pc:picChg chg="mod">
          <ac:chgData name="Staci Jones" userId="S::staci.jones@umb.edu::8493031c-935c-4567-bcd9-185995e08a61" providerId="AD" clId="Web-{FF51CF12-0ED9-CA4D-AB27-96B8A5E7AF49}" dt="2024-05-10T19:22:38.810" v="316" actId="1076"/>
          <ac:picMkLst>
            <pc:docMk/>
            <pc:sldMk cId="893546006" sldId="365"/>
            <ac:picMk id="7" creationId="{6EF0FE70-AAD7-051C-BC13-6684CB662714}"/>
          </ac:picMkLst>
        </pc:picChg>
      </pc:sldChg>
      <pc:sldChg chg="addSp delSp modSp">
        <pc:chgData name="Staci Jones" userId="S::staci.jones@umb.edu::8493031c-935c-4567-bcd9-185995e08a61" providerId="AD" clId="Web-{FF51CF12-0ED9-CA4D-AB27-96B8A5E7AF49}" dt="2024-05-10T18:44:47.605" v="86" actId="1076"/>
        <pc:sldMkLst>
          <pc:docMk/>
          <pc:sldMk cId="4185207939" sldId="378"/>
        </pc:sldMkLst>
        <pc:spChg chg="add mod">
          <ac:chgData name="Staci Jones" userId="S::staci.jones@umb.edu::8493031c-935c-4567-bcd9-185995e08a61" providerId="AD" clId="Web-{FF51CF12-0ED9-CA4D-AB27-96B8A5E7AF49}" dt="2024-05-10T18:44:28.167" v="77" actId="20577"/>
          <ac:spMkLst>
            <pc:docMk/>
            <pc:sldMk cId="4185207939" sldId="378"/>
            <ac:spMk id="2" creationId="{87FB65EC-2D25-DA7B-622C-027DE7C5EB3F}"/>
          </ac:spMkLst>
        </pc:spChg>
        <pc:spChg chg="add mod">
          <ac:chgData name="Staci Jones" userId="S::staci.jones@umb.edu::8493031c-935c-4567-bcd9-185995e08a61" providerId="AD" clId="Web-{FF51CF12-0ED9-CA4D-AB27-96B8A5E7AF49}" dt="2024-05-10T18:44:47.605" v="86" actId="1076"/>
          <ac:spMkLst>
            <pc:docMk/>
            <pc:sldMk cId="4185207939" sldId="378"/>
            <ac:spMk id="3" creationId="{584E510C-61F3-B4DA-1BBA-CA9083574D29}"/>
          </ac:spMkLst>
        </pc:spChg>
        <pc:spChg chg="del mod">
          <ac:chgData name="Staci Jones" userId="S::staci.jones@umb.edu::8493031c-935c-4567-bcd9-185995e08a61" providerId="AD" clId="Web-{FF51CF12-0ED9-CA4D-AB27-96B8A5E7AF49}" dt="2024-05-10T18:43:38.040" v="43"/>
          <ac:spMkLst>
            <pc:docMk/>
            <pc:sldMk cId="4185207939" sldId="378"/>
            <ac:spMk id="3074" creationId="{00000000-0000-0000-0000-000000000000}"/>
          </ac:spMkLst>
        </pc:spChg>
      </pc:sldChg>
      <pc:sldChg chg="modSp">
        <pc:chgData name="Staci Jones" userId="S::staci.jones@umb.edu::8493031c-935c-4567-bcd9-185995e08a61" providerId="AD" clId="Web-{FF51CF12-0ED9-CA4D-AB27-96B8A5E7AF49}" dt="2024-05-10T18:45:45.310" v="97" actId="1076"/>
        <pc:sldMkLst>
          <pc:docMk/>
          <pc:sldMk cId="997696850" sldId="382"/>
        </pc:sldMkLst>
        <pc:spChg chg="mod">
          <ac:chgData name="Staci Jones" userId="S::staci.jones@umb.edu::8493031c-935c-4567-bcd9-185995e08a61" providerId="AD" clId="Web-{FF51CF12-0ED9-CA4D-AB27-96B8A5E7AF49}" dt="2024-05-10T18:45:45.310" v="97" actId="1076"/>
          <ac:spMkLst>
            <pc:docMk/>
            <pc:sldMk cId="997696850" sldId="382"/>
            <ac:spMk id="3" creationId="{F1AD4D84-0AE4-423C-9050-F3010EBBCC94}"/>
          </ac:spMkLst>
        </pc:spChg>
        <pc:spChg chg="mod">
          <ac:chgData name="Staci Jones" userId="S::staci.jones@umb.edu::8493031c-935c-4567-bcd9-185995e08a61" providerId="AD" clId="Web-{FF51CF12-0ED9-CA4D-AB27-96B8A5E7AF49}" dt="2024-05-10T18:45:36.638" v="95" actId="1076"/>
          <ac:spMkLst>
            <pc:docMk/>
            <pc:sldMk cId="997696850" sldId="382"/>
            <ac:spMk id="5" creationId="{16F9F537-CF62-91BF-6E8E-09A33D4E38DC}"/>
          </ac:spMkLst>
        </pc:spChg>
        <pc:spChg chg="mod">
          <ac:chgData name="Staci Jones" userId="S::staci.jones@umb.edu::8493031c-935c-4567-bcd9-185995e08a61" providerId="AD" clId="Web-{FF51CF12-0ED9-CA4D-AB27-96B8A5E7AF49}" dt="2024-05-10T18:40:00.158" v="7" actId="1076"/>
          <ac:spMkLst>
            <pc:docMk/>
            <pc:sldMk cId="997696850" sldId="382"/>
            <ac:spMk id="6" creationId="{DC970EC0-DCA1-A89C-EBE7-F4386DDEFE5D}"/>
          </ac:spMkLst>
        </pc:spChg>
        <pc:spChg chg="mod">
          <ac:chgData name="Staci Jones" userId="S::staci.jones@umb.edu::8493031c-935c-4567-bcd9-185995e08a61" providerId="AD" clId="Web-{FF51CF12-0ED9-CA4D-AB27-96B8A5E7AF49}" dt="2024-05-10T18:40:03.548" v="8" actId="1076"/>
          <ac:spMkLst>
            <pc:docMk/>
            <pc:sldMk cId="997696850" sldId="382"/>
            <ac:spMk id="10" creationId="{B2F7DDAC-D3AA-416E-9A2A-F6AAD8D6603A}"/>
          </ac:spMkLst>
        </pc:spChg>
        <pc:picChg chg="mod">
          <ac:chgData name="Staci Jones" userId="S::staci.jones@umb.edu::8493031c-935c-4567-bcd9-185995e08a61" providerId="AD" clId="Web-{FF51CF12-0ED9-CA4D-AB27-96B8A5E7AF49}" dt="2024-05-10T18:45:39.810" v="96" actId="1076"/>
          <ac:picMkLst>
            <pc:docMk/>
            <pc:sldMk cId="997696850" sldId="382"/>
            <ac:picMk id="4" creationId="{E371D2A5-035B-A9BC-80C2-70F8DCB40194}"/>
          </ac:picMkLst>
        </pc:picChg>
        <pc:picChg chg="mod">
          <ac:chgData name="Staci Jones" userId="S::staci.jones@umb.edu::8493031c-935c-4567-bcd9-185995e08a61" providerId="AD" clId="Web-{FF51CF12-0ED9-CA4D-AB27-96B8A5E7AF49}" dt="2024-05-10T18:45:26.372" v="93" actId="1076"/>
          <ac:picMkLst>
            <pc:docMk/>
            <pc:sldMk cId="997696850" sldId="382"/>
            <ac:picMk id="7" creationId="{8B79C10A-D76F-90AD-8E75-A413350230B0}"/>
          </ac:picMkLst>
        </pc:picChg>
      </pc:sldChg>
      <pc:sldChg chg="addSp delSp modSp mod setBg">
        <pc:chgData name="Staci Jones" userId="S::staci.jones@umb.edu::8493031c-935c-4567-bcd9-185995e08a61" providerId="AD" clId="Web-{FF51CF12-0ED9-CA4D-AB27-96B8A5E7AF49}" dt="2024-05-10T19:16:32.219" v="301" actId="20577"/>
        <pc:sldMkLst>
          <pc:docMk/>
          <pc:sldMk cId="1357473970" sldId="383"/>
        </pc:sldMkLst>
        <pc:spChg chg="mod ord">
          <ac:chgData name="Staci Jones" userId="S::staci.jones@umb.edu::8493031c-935c-4567-bcd9-185995e08a61" providerId="AD" clId="Web-{FF51CF12-0ED9-CA4D-AB27-96B8A5E7AF49}" dt="2024-05-10T19:16:24.734" v="299"/>
          <ac:spMkLst>
            <pc:docMk/>
            <pc:sldMk cId="1357473970" sldId="383"/>
            <ac:spMk id="2" creationId="{31E93D5D-81D9-C50B-2EFF-10EACAEC88EF}"/>
          </ac:spMkLst>
        </pc:spChg>
        <pc:spChg chg="mod">
          <ac:chgData name="Staci Jones" userId="S::staci.jones@umb.edu::8493031c-935c-4567-bcd9-185995e08a61" providerId="AD" clId="Web-{FF51CF12-0ED9-CA4D-AB27-96B8A5E7AF49}" dt="2024-05-10T19:16:32.219" v="301" actId="20577"/>
          <ac:spMkLst>
            <pc:docMk/>
            <pc:sldMk cId="1357473970" sldId="383"/>
            <ac:spMk id="4" creationId="{012AB944-9E99-1741-D753-FBE82A33EC0B}"/>
          </ac:spMkLst>
        </pc:spChg>
        <pc:spChg chg="mod">
          <ac:chgData name="Staci Jones" userId="S::staci.jones@umb.edu::8493031c-935c-4567-bcd9-185995e08a61" providerId="AD" clId="Web-{FF51CF12-0ED9-CA4D-AB27-96B8A5E7AF49}" dt="2024-05-10T19:16:24.734" v="299"/>
          <ac:spMkLst>
            <pc:docMk/>
            <pc:sldMk cId="1357473970" sldId="383"/>
            <ac:spMk id="5" creationId="{89890C36-9E9C-CC1D-B4A9-AAD987E17E75}"/>
          </ac:spMkLst>
        </pc:spChg>
        <pc:spChg chg="del">
          <ac:chgData name="Staci Jones" userId="S::staci.jones@umb.edu::8493031c-935c-4567-bcd9-185995e08a61" providerId="AD" clId="Web-{FF51CF12-0ED9-CA4D-AB27-96B8A5E7AF49}" dt="2024-05-10T19:06:11.603" v="269"/>
          <ac:spMkLst>
            <pc:docMk/>
            <pc:sldMk cId="1357473970" sldId="383"/>
            <ac:spMk id="7" creationId="{66FA2670-D3A9-695D-E91A-86FA3AE62AC4}"/>
          </ac:spMkLst>
        </pc:spChg>
        <pc:spChg chg="add del mod">
          <ac:chgData name="Staci Jones" userId="S::staci.jones@umb.edu::8493031c-935c-4567-bcd9-185995e08a61" providerId="AD" clId="Web-{FF51CF12-0ED9-CA4D-AB27-96B8A5E7AF49}" dt="2024-05-10T19:06:15.822" v="270"/>
          <ac:spMkLst>
            <pc:docMk/>
            <pc:sldMk cId="1357473970" sldId="383"/>
            <ac:spMk id="9" creationId="{E5D471AA-6E1A-5008-97D2-897580C0BE1C}"/>
          </ac:spMkLst>
        </pc:spChg>
        <pc:spChg chg="add del mod">
          <ac:chgData name="Staci Jones" userId="S::staci.jones@umb.edu::8493031c-935c-4567-bcd9-185995e08a61" providerId="AD" clId="Web-{FF51CF12-0ED9-CA4D-AB27-96B8A5E7AF49}" dt="2024-05-10T19:11:35.302" v="284"/>
          <ac:spMkLst>
            <pc:docMk/>
            <pc:sldMk cId="1357473970" sldId="383"/>
            <ac:spMk id="11" creationId="{14C2D68B-DF63-5F28-F17A-C4896B796A29}"/>
          </ac:spMkLst>
        </pc:spChg>
        <pc:spChg chg="add">
          <ac:chgData name="Staci Jones" userId="S::staci.jones@umb.edu::8493031c-935c-4567-bcd9-185995e08a61" providerId="AD" clId="Web-{FF51CF12-0ED9-CA4D-AB27-96B8A5E7AF49}" dt="2024-05-10T19:16:24.734" v="299"/>
          <ac:spMkLst>
            <pc:docMk/>
            <pc:sldMk cId="1357473970" sldId="383"/>
            <ac:spMk id="19" creationId="{45D37F4E-DDB4-456B-97E0-9937730A039F}"/>
          </ac:spMkLst>
        </pc:spChg>
        <pc:spChg chg="add">
          <ac:chgData name="Staci Jones" userId="S::staci.jones@umb.edu::8493031c-935c-4567-bcd9-185995e08a61" providerId="AD" clId="Web-{FF51CF12-0ED9-CA4D-AB27-96B8A5E7AF49}" dt="2024-05-10T19:16:24.734" v="299"/>
          <ac:spMkLst>
            <pc:docMk/>
            <pc:sldMk cId="1357473970" sldId="383"/>
            <ac:spMk id="21" creationId="{B2DD41CD-8F47-4F56-AD12-4E2FF7696987}"/>
          </ac:spMkLst>
        </pc:spChg>
        <pc:picChg chg="del">
          <ac:chgData name="Staci Jones" userId="S::staci.jones@umb.edu::8493031c-935c-4567-bcd9-185995e08a61" providerId="AD" clId="Web-{FF51CF12-0ED9-CA4D-AB27-96B8A5E7AF49}" dt="2024-05-10T19:06:11.603" v="269"/>
          <ac:picMkLst>
            <pc:docMk/>
            <pc:sldMk cId="1357473970" sldId="383"/>
            <ac:picMk id="6" creationId="{ECDEC1B3-CC57-CAC8-25D6-184F71944C06}"/>
          </ac:picMkLst>
        </pc:picChg>
        <pc:picChg chg="add del mod">
          <ac:chgData name="Staci Jones" userId="S::staci.jones@umb.edu::8493031c-935c-4567-bcd9-185995e08a61" providerId="AD" clId="Web-{FF51CF12-0ED9-CA4D-AB27-96B8A5E7AF49}" dt="2024-05-10T19:11:35.302" v="284"/>
          <ac:picMkLst>
            <pc:docMk/>
            <pc:sldMk cId="1357473970" sldId="383"/>
            <ac:picMk id="10" creationId="{116AA7E0-538E-9591-0561-647365AA5C9B}"/>
          </ac:picMkLst>
        </pc:picChg>
        <pc:picChg chg="add del mod modCrop">
          <ac:chgData name="Staci Jones" userId="S::staci.jones@umb.edu::8493031c-935c-4567-bcd9-185995e08a61" providerId="AD" clId="Web-{FF51CF12-0ED9-CA4D-AB27-96B8A5E7AF49}" dt="2024-05-10T19:13:09.368" v="291"/>
          <ac:picMkLst>
            <pc:docMk/>
            <pc:sldMk cId="1357473970" sldId="383"/>
            <ac:picMk id="13" creationId="{539F6ECB-F0A4-9BF5-1181-35227AF15A5C}"/>
          </ac:picMkLst>
        </pc:picChg>
        <pc:picChg chg="add mod ord">
          <ac:chgData name="Staci Jones" userId="S::staci.jones@umb.edu::8493031c-935c-4567-bcd9-185995e08a61" providerId="AD" clId="Web-{FF51CF12-0ED9-CA4D-AB27-96B8A5E7AF49}" dt="2024-05-10T19:16:24.734" v="299"/>
          <ac:picMkLst>
            <pc:docMk/>
            <pc:sldMk cId="1357473970" sldId="383"/>
            <ac:picMk id="14" creationId="{ABFD06E0-F7AE-89A1-82F6-1B8F9E8F14A9}"/>
          </ac:picMkLst>
        </pc:picChg>
      </pc:sldChg>
      <pc:sldChg chg="modSp">
        <pc:chgData name="Staci Jones" userId="S::staci.jones@umb.edu::8493031c-935c-4567-bcd9-185995e08a61" providerId="AD" clId="Web-{FF51CF12-0ED9-CA4D-AB27-96B8A5E7AF49}" dt="2024-05-10T19:26:47.866" v="325" actId="20577"/>
        <pc:sldMkLst>
          <pc:docMk/>
          <pc:sldMk cId="2666927581" sldId="385"/>
        </pc:sldMkLst>
        <pc:spChg chg="mod">
          <ac:chgData name="Staci Jones" userId="S::staci.jones@umb.edu::8493031c-935c-4567-bcd9-185995e08a61" providerId="AD" clId="Web-{FF51CF12-0ED9-CA4D-AB27-96B8A5E7AF49}" dt="2024-05-10T19:26:47.866" v="325" actId="20577"/>
          <ac:spMkLst>
            <pc:docMk/>
            <pc:sldMk cId="2666927581" sldId="385"/>
            <ac:spMk id="2" creationId="{52ADA11C-18F2-5385-D9CC-B551925C05B6}"/>
          </ac:spMkLst>
        </pc:spChg>
      </pc:sldChg>
      <pc:sldChg chg="modSp">
        <pc:chgData name="Staci Jones" userId="S::staci.jones@umb.edu::8493031c-935c-4567-bcd9-185995e08a61" providerId="AD" clId="Web-{FF51CF12-0ED9-CA4D-AB27-96B8A5E7AF49}" dt="2024-05-10T19:27:23.492" v="327" actId="1076"/>
        <pc:sldMkLst>
          <pc:docMk/>
          <pc:sldMk cId="2145046852" sldId="387"/>
        </pc:sldMkLst>
        <pc:spChg chg="mod">
          <ac:chgData name="Staci Jones" userId="S::staci.jones@umb.edu::8493031c-935c-4567-bcd9-185995e08a61" providerId="AD" clId="Web-{FF51CF12-0ED9-CA4D-AB27-96B8A5E7AF49}" dt="2024-05-10T19:27:20.632" v="326" actId="1076"/>
          <ac:spMkLst>
            <pc:docMk/>
            <pc:sldMk cId="2145046852" sldId="387"/>
            <ac:spMk id="2" creationId="{17D2908A-430E-4E02-AF6F-23065E642D05}"/>
          </ac:spMkLst>
        </pc:spChg>
        <pc:spChg chg="mod">
          <ac:chgData name="Staci Jones" userId="S::staci.jones@umb.edu::8493031c-935c-4567-bcd9-185995e08a61" providerId="AD" clId="Web-{FF51CF12-0ED9-CA4D-AB27-96B8A5E7AF49}" dt="2024-05-10T19:27:23.492" v="327" actId="1076"/>
          <ac:spMkLst>
            <pc:docMk/>
            <pc:sldMk cId="2145046852" sldId="387"/>
            <ac:spMk id="4" creationId="{DF3E72F6-C2BF-CB1B-9E61-F296A1DBDE1E}"/>
          </ac:spMkLst>
        </pc:spChg>
      </pc:sldChg>
      <pc:sldChg chg="modSp">
        <pc:chgData name="Staci Jones" userId="S::staci.jones@umb.edu::8493031c-935c-4567-bcd9-185995e08a61" providerId="AD" clId="Web-{FF51CF12-0ED9-CA4D-AB27-96B8A5E7AF49}" dt="2024-05-10T19:41:50.710" v="509" actId="20577"/>
        <pc:sldMkLst>
          <pc:docMk/>
          <pc:sldMk cId="826906438" sldId="395"/>
        </pc:sldMkLst>
        <pc:spChg chg="mod">
          <ac:chgData name="Staci Jones" userId="S::staci.jones@umb.edu::8493031c-935c-4567-bcd9-185995e08a61" providerId="AD" clId="Web-{FF51CF12-0ED9-CA4D-AB27-96B8A5E7AF49}" dt="2024-05-10T19:41:50.710" v="509" actId="20577"/>
          <ac:spMkLst>
            <pc:docMk/>
            <pc:sldMk cId="826906438" sldId="395"/>
            <ac:spMk id="9" creationId="{74509B9F-524F-4796-86FE-59BFD5C41877}"/>
          </ac:spMkLst>
        </pc:spChg>
      </pc:sldChg>
      <pc:sldChg chg="addSp delSp modSp modNotes">
        <pc:chgData name="Staci Jones" userId="S::staci.jones@umb.edu::8493031c-935c-4567-bcd9-185995e08a61" providerId="AD" clId="Web-{FF51CF12-0ED9-CA4D-AB27-96B8A5E7AF49}" dt="2024-05-10T19:33:46.834" v="380"/>
        <pc:sldMkLst>
          <pc:docMk/>
          <pc:sldMk cId="3969120230" sldId="396"/>
        </pc:sldMkLst>
        <pc:spChg chg="del mod">
          <ac:chgData name="Staci Jones" userId="S::staci.jones@umb.edu::8493031c-935c-4567-bcd9-185995e08a61" providerId="AD" clId="Web-{FF51CF12-0ED9-CA4D-AB27-96B8A5E7AF49}" dt="2024-05-10T18:39:37.782" v="6"/>
          <ac:spMkLst>
            <pc:docMk/>
            <pc:sldMk cId="3969120230" sldId="396"/>
            <ac:spMk id="3" creationId="{A9B3B787-182D-F931-C25D-5E6322E4DC23}"/>
          </ac:spMkLst>
        </pc:spChg>
        <pc:spChg chg="mod">
          <ac:chgData name="Staci Jones" userId="S::staci.jones@umb.edu::8493031c-935c-4567-bcd9-185995e08a61" providerId="AD" clId="Web-{FF51CF12-0ED9-CA4D-AB27-96B8A5E7AF49}" dt="2024-05-10T19:32:54.894" v="336" actId="14100"/>
          <ac:spMkLst>
            <pc:docMk/>
            <pc:sldMk cId="3969120230" sldId="396"/>
            <ac:spMk id="15" creationId="{89FBDC85-E386-C023-5EDD-E11DB0A61073}"/>
          </ac:spMkLst>
        </pc:spChg>
        <pc:picChg chg="add mod">
          <ac:chgData name="Staci Jones" userId="S::staci.jones@umb.edu::8493031c-935c-4567-bcd9-185995e08a61" providerId="AD" clId="Web-{FF51CF12-0ED9-CA4D-AB27-96B8A5E7AF49}" dt="2024-05-10T19:31:02.843" v="330" actId="1076"/>
          <ac:picMkLst>
            <pc:docMk/>
            <pc:sldMk cId="3969120230" sldId="396"/>
            <ac:picMk id="4" creationId="{283F6135-DDE0-D282-4510-75217FD43BAF}"/>
          </ac:picMkLst>
        </pc:picChg>
      </pc:sldChg>
      <pc:sldChg chg="ord">
        <pc:chgData name="Staci Jones" userId="S::staci.jones@umb.edu::8493031c-935c-4567-bcd9-185995e08a61" providerId="AD" clId="Web-{FF51CF12-0ED9-CA4D-AB27-96B8A5E7AF49}" dt="2024-05-10T19:30:38.936" v="329"/>
        <pc:sldMkLst>
          <pc:docMk/>
          <pc:sldMk cId="2591184509" sldId="398"/>
        </pc:sldMkLst>
      </pc:sldChg>
      <pc:sldChg chg="ord">
        <pc:chgData name="Staci Jones" userId="S::staci.jones@umb.edu::8493031c-935c-4567-bcd9-185995e08a61" providerId="AD" clId="Web-{FF51CF12-0ED9-CA4D-AB27-96B8A5E7AF49}" dt="2024-05-10T19:40:49.223" v="507"/>
        <pc:sldMkLst>
          <pc:docMk/>
          <pc:sldMk cId="1845760891" sldId="400"/>
        </pc:sldMkLst>
      </pc:sldChg>
      <pc:sldChg chg="modSp">
        <pc:chgData name="Staci Jones" userId="S::staci.jones@umb.edu::8493031c-935c-4567-bcd9-185995e08a61" providerId="AD" clId="Web-{FF51CF12-0ED9-CA4D-AB27-96B8A5E7AF49}" dt="2024-05-10T19:26:29.490" v="322" actId="1076"/>
        <pc:sldMkLst>
          <pc:docMk/>
          <pc:sldMk cId="1169807890" sldId="405"/>
        </pc:sldMkLst>
        <pc:spChg chg="mod">
          <ac:chgData name="Staci Jones" userId="S::staci.jones@umb.edu::8493031c-935c-4567-bcd9-185995e08a61" providerId="AD" clId="Web-{FF51CF12-0ED9-CA4D-AB27-96B8A5E7AF49}" dt="2024-05-10T19:26:29.490" v="322" actId="1076"/>
          <ac:spMkLst>
            <pc:docMk/>
            <pc:sldMk cId="1169807890" sldId="405"/>
            <ac:spMk id="6" creationId="{613746A5-E289-14F2-80DD-75689A562CF0}"/>
          </ac:spMkLst>
        </pc:spChg>
        <pc:picChg chg="mod">
          <ac:chgData name="Staci Jones" userId="S::staci.jones@umb.edu::8493031c-935c-4567-bcd9-185995e08a61" providerId="AD" clId="Web-{FF51CF12-0ED9-CA4D-AB27-96B8A5E7AF49}" dt="2024-05-10T19:26:20.380" v="321" actId="1076"/>
          <ac:picMkLst>
            <pc:docMk/>
            <pc:sldMk cId="1169807890" sldId="405"/>
            <ac:picMk id="7" creationId="{6EF0FE70-AAD7-051C-BC13-6684CB662714}"/>
          </ac:picMkLst>
        </pc:picChg>
      </pc:sldChg>
      <pc:sldChg chg="modSp">
        <pc:chgData name="Staci Jones" userId="S::staci.jones@umb.edu::8493031c-935c-4567-bcd9-185995e08a61" providerId="AD" clId="Web-{FF51CF12-0ED9-CA4D-AB27-96B8A5E7AF49}" dt="2024-05-10T19:36:12.010" v="426"/>
        <pc:sldMkLst>
          <pc:docMk/>
          <pc:sldMk cId="1915569768" sldId="409"/>
        </pc:sldMkLst>
        <pc:spChg chg="mod">
          <ac:chgData name="Staci Jones" userId="S::staci.jones@umb.edu::8493031c-935c-4567-bcd9-185995e08a61" providerId="AD" clId="Web-{FF51CF12-0ED9-CA4D-AB27-96B8A5E7AF49}" dt="2024-05-10T19:36:12.010" v="426"/>
          <ac:spMkLst>
            <pc:docMk/>
            <pc:sldMk cId="1915569768" sldId="409"/>
            <ac:spMk id="7" creationId="{4FCC8698-5463-EC08-A41D-0B4E08F7F81B}"/>
          </ac:spMkLst>
        </pc:spChg>
      </pc:sldChg>
      <pc:sldChg chg="delSp modSp">
        <pc:chgData name="Staci Jones" userId="S::staci.jones@umb.edu::8493031c-935c-4567-bcd9-185995e08a61" providerId="AD" clId="Web-{FF51CF12-0ED9-CA4D-AB27-96B8A5E7AF49}" dt="2024-05-10T19:34:43.945" v="392" actId="20577"/>
        <pc:sldMkLst>
          <pc:docMk/>
          <pc:sldMk cId="2706444036" sldId="410"/>
        </pc:sldMkLst>
        <pc:graphicFrameChg chg="mod modGraphic">
          <ac:chgData name="Staci Jones" userId="S::staci.jones@umb.edu::8493031c-935c-4567-bcd9-185995e08a61" providerId="AD" clId="Web-{FF51CF12-0ED9-CA4D-AB27-96B8A5E7AF49}" dt="2024-05-10T19:34:43.945" v="392" actId="20577"/>
          <ac:graphicFrameMkLst>
            <pc:docMk/>
            <pc:sldMk cId="2706444036" sldId="410"/>
            <ac:graphicFrameMk id="9" creationId="{5146015D-F9F1-3FD3-3CB8-595C6FE5FD98}"/>
          </ac:graphicFrameMkLst>
        </pc:graphicFrameChg>
        <pc:picChg chg="del">
          <ac:chgData name="Staci Jones" userId="S::staci.jones@umb.edu::8493031c-935c-4567-bcd9-185995e08a61" providerId="AD" clId="Web-{FF51CF12-0ED9-CA4D-AB27-96B8A5E7AF49}" dt="2024-05-10T19:34:13.334" v="381"/>
          <ac:picMkLst>
            <pc:docMk/>
            <pc:sldMk cId="2706444036" sldId="410"/>
            <ac:picMk id="7" creationId="{9CE2AAC9-118E-1818-F514-6CB4DDF2155D}"/>
          </ac:picMkLst>
        </pc:picChg>
      </pc:sldChg>
      <pc:sldChg chg="delSp modSp">
        <pc:chgData name="Staci Jones" userId="S::staci.jones@umb.edu::8493031c-935c-4567-bcd9-185995e08a61" providerId="AD" clId="Web-{FF51CF12-0ED9-CA4D-AB27-96B8A5E7AF49}" dt="2024-05-10T18:53:07.795" v="189" actId="20577"/>
        <pc:sldMkLst>
          <pc:docMk/>
          <pc:sldMk cId="2826362802" sldId="855"/>
        </pc:sldMkLst>
        <pc:spChg chg="mod">
          <ac:chgData name="Staci Jones" userId="S::staci.jones@umb.edu::8493031c-935c-4567-bcd9-185995e08a61" providerId="AD" clId="Web-{FF51CF12-0ED9-CA4D-AB27-96B8A5E7AF49}" dt="2024-05-10T18:49:25.662" v="136" actId="14100"/>
          <ac:spMkLst>
            <pc:docMk/>
            <pc:sldMk cId="2826362802" sldId="855"/>
            <ac:spMk id="2" creationId="{17D2908A-430E-4E02-AF6F-23065E642D05}"/>
          </ac:spMkLst>
        </pc:spChg>
        <pc:spChg chg="del mod">
          <ac:chgData name="Staci Jones" userId="S::staci.jones@umb.edu::8493031c-935c-4567-bcd9-185995e08a61" providerId="AD" clId="Web-{FF51CF12-0ED9-CA4D-AB27-96B8A5E7AF49}" dt="2024-05-10T18:49:33.178" v="138"/>
          <ac:spMkLst>
            <pc:docMk/>
            <pc:sldMk cId="2826362802" sldId="855"/>
            <ac:spMk id="8" creationId="{8DE44F31-3F27-40B3-993A-73BA85FEEDBB}"/>
          </ac:spMkLst>
        </pc:spChg>
        <pc:graphicFrameChg chg="modGraphic">
          <ac:chgData name="Staci Jones" userId="S::staci.jones@umb.edu::8493031c-935c-4567-bcd9-185995e08a61" providerId="AD" clId="Web-{FF51CF12-0ED9-CA4D-AB27-96B8A5E7AF49}" dt="2024-05-10T18:53:07.795" v="189" actId="20577"/>
          <ac:graphicFrameMkLst>
            <pc:docMk/>
            <pc:sldMk cId="2826362802" sldId="855"/>
            <ac:graphicFrameMk id="12" creationId="{156F1923-DC68-FCE5-8EF4-6D844F46553F}"/>
          </ac:graphicFrameMkLst>
        </pc:graphicFrameChg>
        <pc:picChg chg="mod">
          <ac:chgData name="Staci Jones" userId="S::staci.jones@umb.edu::8493031c-935c-4567-bcd9-185995e08a61" providerId="AD" clId="Web-{FF51CF12-0ED9-CA4D-AB27-96B8A5E7AF49}" dt="2024-05-10T18:50:20.836" v="158" actId="1076"/>
          <ac:picMkLst>
            <pc:docMk/>
            <pc:sldMk cId="2826362802" sldId="855"/>
            <ac:picMk id="10" creationId="{094C8DE2-283A-CE22-FA12-03DA5D1F9238}"/>
          </ac:picMkLst>
        </pc:picChg>
      </pc:sldChg>
      <pc:sldChg chg="modSp add">
        <pc:chgData name="Staci Jones" userId="S::staci.jones@umb.edu::8493031c-935c-4567-bcd9-185995e08a61" providerId="AD" clId="Web-{FF51CF12-0ED9-CA4D-AB27-96B8A5E7AF49}" dt="2024-05-10T18:47:12.345" v="102" actId="1076"/>
        <pc:sldMkLst>
          <pc:docMk/>
          <pc:sldMk cId="4027527085" sldId="872"/>
        </pc:sldMkLst>
        <pc:spChg chg="mod">
          <ac:chgData name="Staci Jones" userId="S::staci.jones@umb.edu::8493031c-935c-4567-bcd9-185995e08a61" providerId="AD" clId="Web-{FF51CF12-0ED9-CA4D-AB27-96B8A5E7AF49}" dt="2024-05-10T18:47:12.345" v="102" actId="1076"/>
          <ac:spMkLst>
            <pc:docMk/>
            <pc:sldMk cId="4027527085" sldId="872"/>
            <ac:spMk id="2" creationId="{00000000-0000-0000-0000-000000000000}"/>
          </ac:spMkLst>
        </pc:spChg>
        <pc:spChg chg="mod">
          <ac:chgData name="Staci Jones" userId="S::staci.jones@umb.edu::8493031c-935c-4567-bcd9-185995e08a61" providerId="AD" clId="Web-{FF51CF12-0ED9-CA4D-AB27-96B8A5E7AF49}" dt="2024-05-10T18:46:55.719" v="101" actId="20577"/>
          <ac:spMkLst>
            <pc:docMk/>
            <pc:sldMk cId="4027527085" sldId="872"/>
            <ac:spMk id="8" creationId="{D29F3F1E-CA9B-4143-872E-BD513DE16557}"/>
          </ac:spMkLst>
        </pc:spChg>
      </pc:sldChg>
      <pc:sldChg chg="addSp modSp">
        <pc:chgData name="Staci Jones" userId="S::staci.jones@umb.edu::8493031c-935c-4567-bcd9-185995e08a61" providerId="AD" clId="Web-{FF51CF12-0ED9-CA4D-AB27-96B8A5E7AF49}" dt="2024-05-10T18:41:33.817" v="21" actId="1076"/>
        <pc:sldMkLst>
          <pc:docMk/>
          <pc:sldMk cId="2793086197" sldId="1290"/>
        </pc:sldMkLst>
        <pc:spChg chg="mod">
          <ac:chgData name="Staci Jones" userId="S::staci.jones@umb.edu::8493031c-935c-4567-bcd9-185995e08a61" providerId="AD" clId="Web-{FF51CF12-0ED9-CA4D-AB27-96B8A5E7AF49}" dt="2024-05-10T18:41:33.817" v="21" actId="1076"/>
          <ac:spMkLst>
            <pc:docMk/>
            <pc:sldMk cId="2793086197" sldId="1290"/>
            <ac:spMk id="3" creationId="{4B8889F6-E94E-4B5B-3C64-922DDEE26BAD}"/>
          </ac:spMkLst>
        </pc:spChg>
        <pc:picChg chg="add mod">
          <ac:chgData name="Staci Jones" userId="S::staci.jones@umb.edu::8493031c-935c-4567-bcd9-185995e08a61" providerId="AD" clId="Web-{FF51CF12-0ED9-CA4D-AB27-96B8A5E7AF49}" dt="2024-05-10T18:41:05.082" v="15" actId="1076"/>
          <ac:picMkLst>
            <pc:docMk/>
            <pc:sldMk cId="2793086197" sldId="1290"/>
            <ac:picMk id="6" creationId="{DDA538DF-A52B-6143-1459-23D3133599B6}"/>
          </ac:picMkLst>
        </pc:picChg>
        <pc:picChg chg="mod modCrop">
          <ac:chgData name="Staci Jones" userId="S::staci.jones@umb.edu::8493031c-935c-4567-bcd9-185995e08a61" providerId="AD" clId="Web-{FF51CF12-0ED9-CA4D-AB27-96B8A5E7AF49}" dt="2024-05-10T18:41:27.551" v="20" actId="1076"/>
          <ac:picMkLst>
            <pc:docMk/>
            <pc:sldMk cId="2793086197" sldId="1290"/>
            <ac:picMk id="1028" creationId="{2A4F46B7-0F6A-8E52-9E6C-D4B483FA6DF5}"/>
          </ac:picMkLst>
        </pc:picChg>
      </pc:sldChg>
      <pc:sldChg chg="addSp delSp modSp new mod setBg">
        <pc:chgData name="Staci Jones" userId="S::staci.jones@umb.edu::8493031c-935c-4567-bcd9-185995e08a61" providerId="AD" clId="Web-{FF51CF12-0ED9-CA4D-AB27-96B8A5E7AF49}" dt="2024-05-10T19:40:26.551" v="506"/>
        <pc:sldMkLst>
          <pc:docMk/>
          <pc:sldMk cId="1123868246" sldId="1291"/>
        </pc:sldMkLst>
        <pc:spChg chg="mod">
          <ac:chgData name="Staci Jones" userId="S::staci.jones@umb.edu::8493031c-935c-4567-bcd9-185995e08a61" providerId="AD" clId="Web-{FF51CF12-0ED9-CA4D-AB27-96B8A5E7AF49}" dt="2024-05-10T19:39:16.017" v="454" actId="20577"/>
          <ac:spMkLst>
            <pc:docMk/>
            <pc:sldMk cId="1123868246" sldId="1291"/>
            <ac:spMk id="2" creationId="{BC0DAABD-E317-38D4-2227-0DDECCCB763A}"/>
          </ac:spMkLst>
        </pc:spChg>
        <pc:spChg chg="mod">
          <ac:chgData name="Staci Jones" userId="S::staci.jones@umb.edu::8493031c-935c-4567-bcd9-185995e08a61" providerId="AD" clId="Web-{FF51CF12-0ED9-CA4D-AB27-96B8A5E7AF49}" dt="2024-05-10T19:39:59.315" v="501" actId="20577"/>
          <ac:spMkLst>
            <pc:docMk/>
            <pc:sldMk cId="1123868246" sldId="1291"/>
            <ac:spMk id="3" creationId="{AEA1791D-A7BA-9C04-D733-23F8533A2D8D}"/>
          </ac:spMkLst>
        </pc:spChg>
        <pc:spChg chg="mod">
          <ac:chgData name="Staci Jones" userId="S::staci.jones@umb.edu::8493031c-935c-4567-bcd9-185995e08a61" providerId="AD" clId="Web-{FF51CF12-0ED9-CA4D-AB27-96B8A5E7AF49}" dt="2024-05-10T19:39:11.626" v="453"/>
          <ac:spMkLst>
            <pc:docMk/>
            <pc:sldMk cId="1123868246" sldId="1291"/>
            <ac:spMk id="4" creationId="{387EAA61-142C-80DF-8EDF-540446DCEA8B}"/>
          </ac:spMkLst>
        </pc:spChg>
        <pc:spChg chg="add">
          <ac:chgData name="Staci Jones" userId="S::staci.jones@umb.edu::8493031c-935c-4567-bcd9-185995e08a61" providerId="AD" clId="Web-{FF51CF12-0ED9-CA4D-AB27-96B8A5E7AF49}" dt="2024-05-10T19:39:11.626" v="453"/>
          <ac:spMkLst>
            <pc:docMk/>
            <pc:sldMk cId="1123868246" sldId="1291"/>
            <ac:spMk id="7" creationId="{311973C2-EB8B-452A-A698-4A252FD3AE28}"/>
          </ac:spMkLst>
        </pc:spChg>
        <pc:spChg chg="add">
          <ac:chgData name="Staci Jones" userId="S::staci.jones@umb.edu::8493031c-935c-4567-bcd9-185995e08a61" providerId="AD" clId="Web-{FF51CF12-0ED9-CA4D-AB27-96B8A5E7AF49}" dt="2024-05-10T19:39:11.626" v="453"/>
          <ac:spMkLst>
            <pc:docMk/>
            <pc:sldMk cId="1123868246" sldId="1291"/>
            <ac:spMk id="8" creationId="{10162E77-11AD-44A7-84EC-40C59EEFBD2E}"/>
          </ac:spMkLst>
        </pc:spChg>
        <pc:spChg chg="add del">
          <ac:chgData name="Staci Jones" userId="S::staci.jones@umb.edu::8493031c-935c-4567-bcd9-185995e08a61" providerId="AD" clId="Web-{FF51CF12-0ED9-CA4D-AB27-96B8A5E7AF49}" dt="2024-05-10T19:38:11.937" v="449"/>
          <ac:spMkLst>
            <pc:docMk/>
            <pc:sldMk cId="1123868246" sldId="1291"/>
            <ac:spMk id="9" creationId="{3558DB37-9FEE-48A2-8578-ED0401573943}"/>
          </ac:spMkLst>
        </pc:spChg>
        <pc:spChg chg="add del">
          <ac:chgData name="Staci Jones" userId="S::staci.jones@umb.edu::8493031c-935c-4567-bcd9-185995e08a61" providerId="AD" clId="Web-{FF51CF12-0ED9-CA4D-AB27-96B8A5E7AF49}" dt="2024-05-10T19:38:26.281" v="451"/>
          <ac:spMkLst>
            <pc:docMk/>
            <pc:sldMk cId="1123868246" sldId="1291"/>
            <ac:spMk id="10" creationId="{990D0034-F768-41E7-85D4-F38C4DE85770}"/>
          </ac:spMkLst>
        </pc:spChg>
        <pc:spChg chg="add del">
          <ac:chgData name="Staci Jones" userId="S::staci.jones@umb.edu::8493031c-935c-4567-bcd9-185995e08a61" providerId="AD" clId="Web-{FF51CF12-0ED9-CA4D-AB27-96B8A5E7AF49}" dt="2024-05-10T19:38:11.937" v="449"/>
          <ac:spMkLst>
            <pc:docMk/>
            <pc:sldMk cId="1123868246" sldId="1291"/>
            <ac:spMk id="11" creationId="{5F7FCCA6-00E2-4F74-A105-0D769872F243}"/>
          </ac:spMkLst>
        </pc:spChg>
        <pc:spChg chg="add del">
          <ac:chgData name="Staci Jones" userId="S::staci.jones@umb.edu::8493031c-935c-4567-bcd9-185995e08a61" providerId="AD" clId="Web-{FF51CF12-0ED9-CA4D-AB27-96B8A5E7AF49}" dt="2024-05-10T19:38:26.281" v="451"/>
          <ac:spMkLst>
            <pc:docMk/>
            <pc:sldMk cId="1123868246" sldId="1291"/>
            <ac:spMk id="12" creationId="{C4F7E42D-8B5A-4FC8-81CD-9E60171F7FA8}"/>
          </ac:spMkLst>
        </pc:spChg>
        <pc:spChg chg="add del">
          <ac:chgData name="Staci Jones" userId="S::staci.jones@umb.edu::8493031c-935c-4567-bcd9-185995e08a61" providerId="AD" clId="Web-{FF51CF12-0ED9-CA4D-AB27-96B8A5E7AF49}" dt="2024-05-10T19:38:11.937" v="449"/>
          <ac:spMkLst>
            <pc:docMk/>
            <pc:sldMk cId="1123868246" sldId="1291"/>
            <ac:spMk id="13" creationId="{5E1ED12F-9F06-4B37-87B7-F98F52937F86}"/>
          </ac:spMkLst>
        </pc:spChg>
        <pc:spChg chg="add del">
          <ac:chgData name="Staci Jones" userId="S::staci.jones@umb.edu::8493031c-935c-4567-bcd9-185995e08a61" providerId="AD" clId="Web-{FF51CF12-0ED9-CA4D-AB27-96B8A5E7AF49}" dt="2024-05-10T19:38:26.281" v="451"/>
          <ac:spMkLst>
            <pc:docMk/>
            <pc:sldMk cId="1123868246" sldId="1291"/>
            <ac:spMk id="14" creationId="{8C04651D-B9F4-4935-A02D-364153FBDF54}"/>
          </ac:spMkLst>
        </pc:spChg>
        <pc:picChg chg="add mod ord">
          <ac:chgData name="Staci Jones" userId="S::staci.jones@umb.edu::8493031c-935c-4567-bcd9-185995e08a61" providerId="AD" clId="Web-{FF51CF12-0ED9-CA4D-AB27-96B8A5E7AF49}" dt="2024-05-10T19:40:26.551" v="506"/>
          <ac:picMkLst>
            <pc:docMk/>
            <pc:sldMk cId="1123868246" sldId="1291"/>
            <ac:picMk id="5" creationId="{7AD65816-6A75-2326-055C-E5DD52512E7B}"/>
          </ac:picMkLst>
        </pc:picChg>
        <pc:picChg chg="add del">
          <ac:chgData name="Staci Jones" userId="S::staci.jones@umb.edu::8493031c-935c-4567-bcd9-185995e08a61" providerId="AD" clId="Web-{FF51CF12-0ED9-CA4D-AB27-96B8A5E7AF49}" dt="2024-05-10T19:38:26.281" v="451"/>
          <ac:picMkLst>
            <pc:docMk/>
            <pc:sldMk cId="1123868246" sldId="1291"/>
            <ac:picMk id="6" creationId="{50A2B00E-00B7-AC61-8FAD-15934384D43E}"/>
          </ac:picMkLst>
        </pc:picChg>
        <pc:cxnChg chg="add">
          <ac:chgData name="Staci Jones" userId="S::staci.jones@umb.edu::8493031c-935c-4567-bcd9-185995e08a61" providerId="AD" clId="Web-{FF51CF12-0ED9-CA4D-AB27-96B8A5E7AF49}" dt="2024-05-10T19:39:11.626" v="453"/>
          <ac:cxnSpMkLst>
            <pc:docMk/>
            <pc:sldMk cId="1123868246" sldId="1291"/>
            <ac:cxnSpMk id="15" creationId="{5AB158E9-1B40-4CD6-95F0-95CA11DF7B7A}"/>
          </ac:cxnSpMkLst>
        </pc:cxnChg>
      </pc:sldChg>
    </pc:docChg>
  </pc:docChgLst>
  <pc:docChgLst>
    <pc:chgData name="Amy C Gessert" userId="S::amy.gessert@umb.edu::959649af-45c5-487c-aa74-829e1b24d524" providerId="AD" clId="Web-{361AEEF9-C819-F1C0-DBAD-53448968FF6B}"/>
    <pc:docChg chg="modSld">
      <pc:chgData name="Amy C Gessert" userId="S::amy.gessert@umb.edu::959649af-45c5-487c-aa74-829e1b24d524" providerId="AD" clId="Web-{361AEEF9-C819-F1C0-DBAD-53448968FF6B}" dt="2024-05-23T00:07:51.814" v="56"/>
      <pc:docMkLst>
        <pc:docMk/>
      </pc:docMkLst>
      <pc:sldChg chg="delSp modSp">
        <pc:chgData name="Amy C Gessert" userId="S::amy.gessert@umb.edu::959649af-45c5-487c-aa74-829e1b24d524" providerId="AD" clId="Web-{361AEEF9-C819-F1C0-DBAD-53448968FF6B}" dt="2024-05-22T23:57:25.259" v="49"/>
        <pc:sldMkLst>
          <pc:docMk/>
          <pc:sldMk cId="2398401651" sldId="256"/>
        </pc:sldMkLst>
        <pc:spChg chg="del mod">
          <ac:chgData name="Amy C Gessert" userId="S::amy.gessert@umb.edu::959649af-45c5-487c-aa74-829e1b24d524" providerId="AD" clId="Web-{361AEEF9-C819-F1C0-DBAD-53448968FF6B}" dt="2024-05-22T23:57:25.259" v="49"/>
          <ac:spMkLst>
            <pc:docMk/>
            <pc:sldMk cId="2398401651" sldId="256"/>
            <ac:spMk id="3" creationId="{2485E747-FBF3-C73F-D758-08D2A051DBCE}"/>
          </ac:spMkLst>
        </pc:spChg>
      </pc:sldChg>
      <pc:sldChg chg="modSp">
        <pc:chgData name="Amy C Gessert" userId="S::amy.gessert@umb.edu::959649af-45c5-487c-aa74-829e1b24d524" providerId="AD" clId="Web-{361AEEF9-C819-F1C0-DBAD-53448968FF6B}" dt="2024-05-22T20:06:43.534" v="5" actId="20577"/>
        <pc:sldMkLst>
          <pc:docMk/>
          <pc:sldMk cId="2056442068" sldId="258"/>
        </pc:sldMkLst>
        <pc:spChg chg="mod">
          <ac:chgData name="Amy C Gessert" userId="S::amy.gessert@umb.edu::959649af-45c5-487c-aa74-829e1b24d524" providerId="AD" clId="Web-{361AEEF9-C819-F1C0-DBAD-53448968FF6B}" dt="2024-05-22T20:06:43.534" v="5" actId="20577"/>
          <ac:spMkLst>
            <pc:docMk/>
            <pc:sldMk cId="2056442068" sldId="258"/>
            <ac:spMk id="3" creationId="{D48150AD-77D9-9ADD-8744-57A350A28403}"/>
          </ac:spMkLst>
        </pc:spChg>
      </pc:sldChg>
      <pc:sldChg chg="modSp modNotes">
        <pc:chgData name="Amy C Gessert" userId="S::amy.gessert@umb.edu::959649af-45c5-487c-aa74-829e1b24d524" providerId="AD" clId="Web-{361AEEF9-C819-F1C0-DBAD-53448968FF6B}" dt="2024-05-22T23:56:18.427" v="47" actId="20577"/>
        <pc:sldMkLst>
          <pc:docMk/>
          <pc:sldMk cId="3652189553" sldId="259"/>
        </pc:sldMkLst>
        <pc:spChg chg="mod">
          <ac:chgData name="Amy C Gessert" userId="S::amy.gessert@umb.edu::959649af-45c5-487c-aa74-829e1b24d524" providerId="AD" clId="Web-{361AEEF9-C819-F1C0-DBAD-53448968FF6B}" dt="2024-05-22T23:56:18.427" v="47" actId="20577"/>
          <ac:spMkLst>
            <pc:docMk/>
            <pc:sldMk cId="3652189553" sldId="259"/>
            <ac:spMk id="3" creationId="{EBB73885-CF0A-0D21-81F9-1E93D3E73B19}"/>
          </ac:spMkLst>
        </pc:spChg>
      </pc:sldChg>
      <pc:sldChg chg="modSp modNotes">
        <pc:chgData name="Amy C Gessert" userId="S::amy.gessert@umb.edu::959649af-45c5-487c-aa74-829e1b24d524" providerId="AD" clId="Web-{361AEEF9-C819-F1C0-DBAD-53448968FF6B}" dt="2024-05-23T00:07:51.814" v="56"/>
        <pc:sldMkLst>
          <pc:docMk/>
          <pc:sldMk cId="2077058215" sldId="260"/>
        </pc:sldMkLst>
        <pc:spChg chg="mod">
          <ac:chgData name="Amy C Gessert" userId="S::amy.gessert@umb.edu::959649af-45c5-487c-aa74-829e1b24d524" providerId="AD" clId="Web-{361AEEF9-C819-F1C0-DBAD-53448968FF6B}" dt="2024-05-22T23:53:35.593" v="11" actId="20577"/>
          <ac:spMkLst>
            <pc:docMk/>
            <pc:sldMk cId="2077058215" sldId="260"/>
            <ac:spMk id="3" creationId="{06D575B8-1FEB-C28C-2D0A-48AF9EDEAF9B}"/>
          </ac:spMkLst>
        </pc:spChg>
      </pc:sldChg>
    </pc:docChg>
  </pc:docChgLst>
  <pc:docChgLst>
    <pc:chgData name="Staci Jones" userId="S::staci.jones@umb.edu::8493031c-935c-4567-bcd9-185995e08a61" providerId="AD" clId="Web-{C73E1A77-BEF9-2E6D-4B8C-2A860844789F}"/>
    <pc:docChg chg="modSld">
      <pc:chgData name="Staci Jones" userId="S::staci.jones@umb.edu::8493031c-935c-4567-bcd9-185995e08a61" providerId="AD" clId="Web-{C73E1A77-BEF9-2E6D-4B8C-2A860844789F}" dt="2024-05-14T19:38:13.715" v="90" actId="20577"/>
      <pc:docMkLst>
        <pc:docMk/>
      </pc:docMkLst>
      <pc:sldChg chg="addSp modSp">
        <pc:chgData name="Staci Jones" userId="S::staci.jones@umb.edu::8493031c-935c-4567-bcd9-185995e08a61" providerId="AD" clId="Web-{C73E1A77-BEF9-2E6D-4B8C-2A860844789F}" dt="2024-05-14T19:38:13.715" v="90" actId="20577"/>
        <pc:sldMkLst>
          <pc:docMk/>
          <pc:sldMk cId="2399303428" sldId="1292"/>
        </pc:sldMkLst>
        <pc:spChg chg="mod">
          <ac:chgData name="Staci Jones" userId="S::staci.jones@umb.edu::8493031c-935c-4567-bcd9-185995e08a61" providerId="AD" clId="Web-{C73E1A77-BEF9-2E6D-4B8C-2A860844789F}" dt="2024-05-14T19:38:13.715" v="90" actId="20577"/>
          <ac:spMkLst>
            <pc:docMk/>
            <pc:sldMk cId="2399303428" sldId="1292"/>
            <ac:spMk id="3" creationId="{3276CE1A-B428-0615-2546-FC837097B5AE}"/>
          </ac:spMkLst>
        </pc:spChg>
        <pc:picChg chg="add">
          <ac:chgData name="Staci Jones" userId="S::staci.jones@umb.edu::8493031c-935c-4567-bcd9-185995e08a61" providerId="AD" clId="Web-{C73E1A77-BEF9-2E6D-4B8C-2A860844789F}" dt="2024-05-14T19:38:04.714" v="89"/>
          <ac:picMkLst>
            <pc:docMk/>
            <pc:sldMk cId="2399303428" sldId="1292"/>
            <ac:picMk id="6" creationId="{D70EB65F-0735-8F29-7D65-C50790C7437A}"/>
          </ac:picMkLst>
        </pc:pic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51340E-F118-4ED1-A879-9522FD3FFDB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6B8E1D36-181D-432B-A4E9-2411B082BAED}">
      <dgm:prSet/>
      <dgm:spPr/>
      <dgm:t>
        <a:bodyPr/>
        <a:lstStyle/>
        <a:p>
          <a:r>
            <a:rPr lang="en-US" b="1"/>
            <a:t>Comprehensive, community-based, person-centered and time-limited discovery</a:t>
          </a:r>
        </a:p>
      </dgm:t>
    </dgm:pt>
    <dgm:pt modelId="{ADE0CB4B-494E-403A-BBCC-966E3079A06E}" type="parTrans" cxnId="{69AFED13-BDA6-4EE3-999B-24C49F6DF096}">
      <dgm:prSet/>
      <dgm:spPr/>
      <dgm:t>
        <a:bodyPr/>
        <a:lstStyle/>
        <a:p>
          <a:endParaRPr lang="en-US"/>
        </a:p>
      </dgm:t>
    </dgm:pt>
    <dgm:pt modelId="{DEF440BD-2E2C-4430-B3EF-59C7888E9DAC}" type="sibTrans" cxnId="{69AFED13-BDA6-4EE3-999B-24C49F6DF096}">
      <dgm:prSet/>
      <dgm:spPr/>
      <dgm:t>
        <a:bodyPr/>
        <a:lstStyle/>
        <a:p>
          <a:endParaRPr lang="en-US"/>
        </a:p>
      </dgm:t>
    </dgm:pt>
    <dgm:pt modelId="{1286D1CA-8CF8-4F52-823B-C45B9DFD486F}">
      <dgm:prSet/>
      <dgm:spPr/>
      <dgm:t>
        <a:bodyPr/>
        <a:lstStyle/>
        <a:p>
          <a:pPr rtl="0"/>
          <a:r>
            <a:rPr lang="en-US" b="1">
              <a:latin typeface="Calibri Light" panose="020F0302020204030204"/>
            </a:rPr>
            <a:t>Zero exclusion </a:t>
          </a:r>
          <a:endParaRPr lang="en-US" b="1"/>
        </a:p>
      </dgm:t>
    </dgm:pt>
    <dgm:pt modelId="{52359F15-392D-4ACD-83B1-900DA6AAAE16}" type="parTrans" cxnId="{C6E1A4DB-3110-404C-8C11-9175074471BA}">
      <dgm:prSet/>
      <dgm:spPr/>
      <dgm:t>
        <a:bodyPr/>
        <a:lstStyle/>
        <a:p>
          <a:endParaRPr lang="en-US"/>
        </a:p>
      </dgm:t>
    </dgm:pt>
    <dgm:pt modelId="{AC68A73D-7C97-439D-912B-853F78C4EE96}" type="sibTrans" cxnId="{C6E1A4DB-3110-404C-8C11-9175074471BA}">
      <dgm:prSet/>
      <dgm:spPr/>
      <dgm:t>
        <a:bodyPr/>
        <a:lstStyle/>
        <a:p>
          <a:endParaRPr lang="en-US"/>
        </a:p>
      </dgm:t>
    </dgm:pt>
    <dgm:pt modelId="{35746861-14C2-46D5-B9E7-1D554FD321B5}">
      <dgm:prSet/>
      <dgm:spPr/>
      <dgm:t>
        <a:bodyPr/>
        <a:lstStyle/>
        <a:p>
          <a:pPr rtl="0"/>
          <a:r>
            <a:rPr lang="en-US" b="1"/>
            <a:t>Build </a:t>
          </a:r>
          <a:r>
            <a:rPr lang="en-US" b="1">
              <a:latin typeface="Calibri Light" panose="020F0302020204030204"/>
            </a:rPr>
            <a:t>relationships &amp; skills </a:t>
          </a:r>
          <a:endParaRPr lang="en-US" b="1"/>
        </a:p>
      </dgm:t>
    </dgm:pt>
    <dgm:pt modelId="{D92A07D3-FDE9-4D42-88C0-73E8CE99BC3E}" type="parTrans" cxnId="{024B798D-987F-42EB-A531-96A534FE884D}">
      <dgm:prSet/>
      <dgm:spPr/>
      <dgm:t>
        <a:bodyPr/>
        <a:lstStyle/>
        <a:p>
          <a:endParaRPr lang="en-US"/>
        </a:p>
      </dgm:t>
    </dgm:pt>
    <dgm:pt modelId="{729D0FD9-662F-4978-BA62-DD4B9AF8FA72}" type="sibTrans" cxnId="{024B798D-987F-42EB-A531-96A534FE884D}">
      <dgm:prSet/>
      <dgm:spPr/>
      <dgm:t>
        <a:bodyPr/>
        <a:lstStyle/>
        <a:p>
          <a:endParaRPr lang="en-US"/>
        </a:p>
      </dgm:t>
    </dgm:pt>
    <dgm:pt modelId="{82D6C5B2-DD5D-4138-8E86-1A1B3B8635E6}">
      <dgm:prSet/>
      <dgm:spPr/>
      <dgm:t>
        <a:bodyPr/>
        <a:lstStyle/>
        <a:p>
          <a:r>
            <a:rPr lang="en-US" b="1"/>
            <a:t>Work directly with local employers to develop jobs that meet a person’s ideal conditions for employment</a:t>
          </a:r>
        </a:p>
      </dgm:t>
    </dgm:pt>
    <dgm:pt modelId="{59F8B68B-D640-4B01-9456-C4E04D23FA7B}" type="parTrans" cxnId="{8B06EAFB-79B9-450E-9760-E1EBB47F0459}">
      <dgm:prSet/>
      <dgm:spPr/>
      <dgm:t>
        <a:bodyPr/>
        <a:lstStyle/>
        <a:p>
          <a:endParaRPr lang="en-US"/>
        </a:p>
      </dgm:t>
    </dgm:pt>
    <dgm:pt modelId="{178E2B95-26FB-4C39-871E-D261BB29D91E}" type="sibTrans" cxnId="{8B06EAFB-79B9-450E-9760-E1EBB47F0459}">
      <dgm:prSet/>
      <dgm:spPr/>
      <dgm:t>
        <a:bodyPr/>
        <a:lstStyle/>
        <a:p>
          <a:endParaRPr lang="en-US"/>
        </a:p>
      </dgm:t>
    </dgm:pt>
    <dgm:pt modelId="{2F4AB193-D510-48D9-89E4-2FB254CA8AC6}">
      <dgm:prSet phldr="0"/>
      <dgm:spPr/>
      <dgm:t>
        <a:bodyPr/>
        <a:lstStyle/>
        <a:p>
          <a:r>
            <a:rPr lang="en-US" b="1">
              <a:latin typeface="Calibri Light" panose="020F0302020204030204"/>
            </a:rPr>
            <a:t>Active, Individualized Job Placement Process </a:t>
          </a:r>
          <a:endParaRPr lang="en-US" b="1"/>
        </a:p>
      </dgm:t>
    </dgm:pt>
    <dgm:pt modelId="{1AC85132-5342-427C-98FD-701AF5C35384}" type="parTrans" cxnId="{578D543E-A596-4B29-B018-3B2D28A37020}">
      <dgm:prSet/>
      <dgm:spPr/>
    </dgm:pt>
    <dgm:pt modelId="{1416EAD8-D2A6-4E42-8BDE-309BC33AB121}" type="sibTrans" cxnId="{578D543E-A596-4B29-B018-3B2D28A37020}">
      <dgm:prSet/>
      <dgm:spPr/>
    </dgm:pt>
    <dgm:pt modelId="{EF7E706C-E5EE-445D-8F6D-C4D5412AFBC2}">
      <dgm:prSet phldr="0"/>
      <dgm:spPr/>
      <dgm:t>
        <a:bodyPr/>
        <a:lstStyle/>
        <a:p>
          <a:pPr rtl="0"/>
          <a:r>
            <a:rPr lang="en-US" b="1">
              <a:latin typeface="Calibri Light" panose="020F0302020204030204"/>
            </a:rPr>
            <a:t>One person at a time</a:t>
          </a:r>
        </a:p>
      </dgm:t>
    </dgm:pt>
    <dgm:pt modelId="{9CD123FC-99A5-479E-98DE-6341E1192A65}" type="parTrans" cxnId="{A2D492B9-FE4D-49B4-8D48-B341A2B1C912}">
      <dgm:prSet/>
      <dgm:spPr/>
    </dgm:pt>
    <dgm:pt modelId="{1F9EA355-270E-4758-9C49-BD7D7F50A92B}" type="sibTrans" cxnId="{A2D492B9-FE4D-49B4-8D48-B341A2B1C912}">
      <dgm:prSet/>
      <dgm:spPr/>
    </dgm:pt>
    <dgm:pt modelId="{DB1F885A-7767-49D6-BC06-8244BD492D4B}" type="pres">
      <dgm:prSet presAssocID="{5651340E-F118-4ED1-A879-9522FD3FFDB5}" presName="vert0" presStyleCnt="0">
        <dgm:presLayoutVars>
          <dgm:dir/>
          <dgm:animOne val="branch"/>
          <dgm:animLvl val="lvl"/>
        </dgm:presLayoutVars>
      </dgm:prSet>
      <dgm:spPr/>
    </dgm:pt>
    <dgm:pt modelId="{E584F48D-BAC0-4114-AD9D-10C4568AE354}" type="pres">
      <dgm:prSet presAssocID="{EF7E706C-E5EE-445D-8F6D-C4D5412AFBC2}" presName="thickLine" presStyleLbl="alignNode1" presStyleIdx="0" presStyleCnt="6"/>
      <dgm:spPr/>
    </dgm:pt>
    <dgm:pt modelId="{3B554B35-2A38-4F2A-B1E4-35F9E2B61680}" type="pres">
      <dgm:prSet presAssocID="{EF7E706C-E5EE-445D-8F6D-C4D5412AFBC2}" presName="horz1" presStyleCnt="0"/>
      <dgm:spPr/>
    </dgm:pt>
    <dgm:pt modelId="{C48CF8A6-D347-440D-A82F-DA6F1436AB03}" type="pres">
      <dgm:prSet presAssocID="{EF7E706C-E5EE-445D-8F6D-C4D5412AFBC2}" presName="tx1" presStyleLbl="revTx" presStyleIdx="0" presStyleCnt="6"/>
      <dgm:spPr/>
    </dgm:pt>
    <dgm:pt modelId="{0584A635-CE0C-47F9-8C9A-5C5205446E35}" type="pres">
      <dgm:prSet presAssocID="{EF7E706C-E5EE-445D-8F6D-C4D5412AFBC2}" presName="vert1" presStyleCnt="0"/>
      <dgm:spPr/>
    </dgm:pt>
    <dgm:pt modelId="{A576C1F6-4779-4FE7-8744-16D0221CBCF6}" type="pres">
      <dgm:prSet presAssocID="{2F4AB193-D510-48D9-89E4-2FB254CA8AC6}" presName="thickLine" presStyleLbl="alignNode1" presStyleIdx="1" presStyleCnt="6"/>
      <dgm:spPr/>
    </dgm:pt>
    <dgm:pt modelId="{9F470C23-045B-498D-83C2-EF9361BE493D}" type="pres">
      <dgm:prSet presAssocID="{2F4AB193-D510-48D9-89E4-2FB254CA8AC6}" presName="horz1" presStyleCnt="0"/>
      <dgm:spPr/>
    </dgm:pt>
    <dgm:pt modelId="{41FB9D27-DCDA-42D5-992E-2857913A60E8}" type="pres">
      <dgm:prSet presAssocID="{2F4AB193-D510-48D9-89E4-2FB254CA8AC6}" presName="tx1" presStyleLbl="revTx" presStyleIdx="1" presStyleCnt="6"/>
      <dgm:spPr/>
    </dgm:pt>
    <dgm:pt modelId="{9C36896E-3363-4A99-9199-2079F8B82215}" type="pres">
      <dgm:prSet presAssocID="{2F4AB193-D510-48D9-89E4-2FB254CA8AC6}" presName="vert1" presStyleCnt="0"/>
      <dgm:spPr/>
    </dgm:pt>
    <dgm:pt modelId="{3D712C98-B9D5-4340-BC0A-3D58EE6636B3}" type="pres">
      <dgm:prSet presAssocID="{6B8E1D36-181D-432B-A4E9-2411B082BAED}" presName="thickLine" presStyleLbl="alignNode1" presStyleIdx="2" presStyleCnt="6"/>
      <dgm:spPr/>
    </dgm:pt>
    <dgm:pt modelId="{51C5FCA9-DEF4-451D-939E-EF33D41C2605}" type="pres">
      <dgm:prSet presAssocID="{6B8E1D36-181D-432B-A4E9-2411B082BAED}" presName="horz1" presStyleCnt="0"/>
      <dgm:spPr/>
    </dgm:pt>
    <dgm:pt modelId="{6B11A89B-F1D4-4540-9A9D-F0431343792D}" type="pres">
      <dgm:prSet presAssocID="{6B8E1D36-181D-432B-A4E9-2411B082BAED}" presName="tx1" presStyleLbl="revTx" presStyleIdx="2" presStyleCnt="6"/>
      <dgm:spPr/>
    </dgm:pt>
    <dgm:pt modelId="{B257ACA8-AE53-4F98-8C49-F2CFF2B2B538}" type="pres">
      <dgm:prSet presAssocID="{6B8E1D36-181D-432B-A4E9-2411B082BAED}" presName="vert1" presStyleCnt="0"/>
      <dgm:spPr/>
    </dgm:pt>
    <dgm:pt modelId="{2AA618A6-73B5-4D32-A694-A065EFA0554D}" type="pres">
      <dgm:prSet presAssocID="{1286D1CA-8CF8-4F52-823B-C45B9DFD486F}" presName="thickLine" presStyleLbl="alignNode1" presStyleIdx="3" presStyleCnt="6"/>
      <dgm:spPr/>
    </dgm:pt>
    <dgm:pt modelId="{10D3973C-1AA5-4A16-802B-E063C72595A3}" type="pres">
      <dgm:prSet presAssocID="{1286D1CA-8CF8-4F52-823B-C45B9DFD486F}" presName="horz1" presStyleCnt="0"/>
      <dgm:spPr/>
    </dgm:pt>
    <dgm:pt modelId="{1A1C2406-8DD5-45A3-B743-B41A3A8FCEB0}" type="pres">
      <dgm:prSet presAssocID="{1286D1CA-8CF8-4F52-823B-C45B9DFD486F}" presName="tx1" presStyleLbl="revTx" presStyleIdx="3" presStyleCnt="6"/>
      <dgm:spPr/>
    </dgm:pt>
    <dgm:pt modelId="{068E829C-E2D5-440E-80B7-5A3319B1798C}" type="pres">
      <dgm:prSet presAssocID="{1286D1CA-8CF8-4F52-823B-C45B9DFD486F}" presName="vert1" presStyleCnt="0"/>
      <dgm:spPr/>
    </dgm:pt>
    <dgm:pt modelId="{F107FDFE-EE0B-4002-B578-2428ADA576C0}" type="pres">
      <dgm:prSet presAssocID="{35746861-14C2-46D5-B9E7-1D554FD321B5}" presName="thickLine" presStyleLbl="alignNode1" presStyleIdx="4" presStyleCnt="6"/>
      <dgm:spPr/>
    </dgm:pt>
    <dgm:pt modelId="{23FDC087-6319-4CDD-B2B9-5E728D96A9C9}" type="pres">
      <dgm:prSet presAssocID="{35746861-14C2-46D5-B9E7-1D554FD321B5}" presName="horz1" presStyleCnt="0"/>
      <dgm:spPr/>
    </dgm:pt>
    <dgm:pt modelId="{8AD921A9-84D7-446F-8583-BCB4E5E400ED}" type="pres">
      <dgm:prSet presAssocID="{35746861-14C2-46D5-B9E7-1D554FD321B5}" presName="tx1" presStyleLbl="revTx" presStyleIdx="4" presStyleCnt="6"/>
      <dgm:spPr/>
    </dgm:pt>
    <dgm:pt modelId="{8254ACE0-7C9A-4CB2-8F4D-1E0369A14AE0}" type="pres">
      <dgm:prSet presAssocID="{35746861-14C2-46D5-B9E7-1D554FD321B5}" presName="vert1" presStyleCnt="0"/>
      <dgm:spPr/>
    </dgm:pt>
    <dgm:pt modelId="{1C7A9702-8CD0-4889-BF70-8938946D224B}" type="pres">
      <dgm:prSet presAssocID="{82D6C5B2-DD5D-4138-8E86-1A1B3B8635E6}" presName="thickLine" presStyleLbl="alignNode1" presStyleIdx="5" presStyleCnt="6"/>
      <dgm:spPr/>
    </dgm:pt>
    <dgm:pt modelId="{DCBA04DC-B6AA-41D7-99AC-B6B19AB2097D}" type="pres">
      <dgm:prSet presAssocID="{82D6C5B2-DD5D-4138-8E86-1A1B3B8635E6}" presName="horz1" presStyleCnt="0"/>
      <dgm:spPr/>
    </dgm:pt>
    <dgm:pt modelId="{1C1D060B-0FC0-4222-AFDA-30B275A18B31}" type="pres">
      <dgm:prSet presAssocID="{82D6C5B2-DD5D-4138-8E86-1A1B3B8635E6}" presName="tx1" presStyleLbl="revTx" presStyleIdx="5" presStyleCnt="6"/>
      <dgm:spPr/>
    </dgm:pt>
    <dgm:pt modelId="{A194B7DD-9EEB-4F83-8FC2-79A68629FAD7}" type="pres">
      <dgm:prSet presAssocID="{82D6C5B2-DD5D-4138-8E86-1A1B3B8635E6}" presName="vert1" presStyleCnt="0"/>
      <dgm:spPr/>
    </dgm:pt>
  </dgm:ptLst>
  <dgm:cxnLst>
    <dgm:cxn modelId="{69AFED13-BDA6-4EE3-999B-24C49F6DF096}" srcId="{5651340E-F118-4ED1-A879-9522FD3FFDB5}" destId="{6B8E1D36-181D-432B-A4E9-2411B082BAED}" srcOrd="2" destOrd="0" parTransId="{ADE0CB4B-494E-403A-BBCC-966E3079A06E}" sibTransId="{DEF440BD-2E2C-4430-B3EF-59C7888E9DAC}"/>
    <dgm:cxn modelId="{724C0A3A-BE52-48CD-B213-FA0CFFEAB211}" type="presOf" srcId="{2F4AB193-D510-48D9-89E4-2FB254CA8AC6}" destId="{41FB9D27-DCDA-42D5-992E-2857913A60E8}" srcOrd="0" destOrd="0" presId="urn:microsoft.com/office/officeart/2008/layout/LinedList"/>
    <dgm:cxn modelId="{578D543E-A596-4B29-B018-3B2D28A37020}" srcId="{5651340E-F118-4ED1-A879-9522FD3FFDB5}" destId="{2F4AB193-D510-48D9-89E4-2FB254CA8AC6}" srcOrd="1" destOrd="0" parTransId="{1AC85132-5342-427C-98FD-701AF5C35384}" sibTransId="{1416EAD8-D2A6-4E42-8BDE-309BC33AB121}"/>
    <dgm:cxn modelId="{2F2B4F7D-37CD-457C-8456-F2D452288F5A}" type="presOf" srcId="{1286D1CA-8CF8-4F52-823B-C45B9DFD486F}" destId="{1A1C2406-8DD5-45A3-B743-B41A3A8FCEB0}" srcOrd="0" destOrd="0" presId="urn:microsoft.com/office/officeart/2008/layout/LinedList"/>
    <dgm:cxn modelId="{024B798D-987F-42EB-A531-96A534FE884D}" srcId="{5651340E-F118-4ED1-A879-9522FD3FFDB5}" destId="{35746861-14C2-46D5-B9E7-1D554FD321B5}" srcOrd="4" destOrd="0" parTransId="{D92A07D3-FDE9-4D42-88C0-73E8CE99BC3E}" sibTransId="{729D0FD9-662F-4978-BA62-DD4B9AF8FA72}"/>
    <dgm:cxn modelId="{F578178F-E83D-4BE4-A19A-B8E63E2A720B}" type="presOf" srcId="{EF7E706C-E5EE-445D-8F6D-C4D5412AFBC2}" destId="{C48CF8A6-D347-440D-A82F-DA6F1436AB03}" srcOrd="0" destOrd="0" presId="urn:microsoft.com/office/officeart/2008/layout/LinedList"/>
    <dgm:cxn modelId="{2F796797-8347-42CE-959C-08AFF842EF01}" type="presOf" srcId="{82D6C5B2-DD5D-4138-8E86-1A1B3B8635E6}" destId="{1C1D060B-0FC0-4222-AFDA-30B275A18B31}" srcOrd="0" destOrd="0" presId="urn:microsoft.com/office/officeart/2008/layout/LinedList"/>
    <dgm:cxn modelId="{A2D492B9-FE4D-49B4-8D48-B341A2B1C912}" srcId="{5651340E-F118-4ED1-A879-9522FD3FFDB5}" destId="{EF7E706C-E5EE-445D-8F6D-C4D5412AFBC2}" srcOrd="0" destOrd="0" parTransId="{9CD123FC-99A5-479E-98DE-6341E1192A65}" sibTransId="{1F9EA355-270E-4758-9C49-BD7D7F50A92B}"/>
    <dgm:cxn modelId="{B527E8C7-4DAE-478D-8BED-3C1B25FD11A9}" type="presOf" srcId="{6B8E1D36-181D-432B-A4E9-2411B082BAED}" destId="{6B11A89B-F1D4-4540-9A9D-F0431343792D}" srcOrd="0" destOrd="0" presId="urn:microsoft.com/office/officeart/2008/layout/LinedList"/>
    <dgm:cxn modelId="{A95DB8D2-5E05-47CB-AE08-B77BC3F894C1}" type="presOf" srcId="{5651340E-F118-4ED1-A879-9522FD3FFDB5}" destId="{DB1F885A-7767-49D6-BC06-8244BD492D4B}" srcOrd="0" destOrd="0" presId="urn:microsoft.com/office/officeart/2008/layout/LinedList"/>
    <dgm:cxn modelId="{C6E1A4DB-3110-404C-8C11-9175074471BA}" srcId="{5651340E-F118-4ED1-A879-9522FD3FFDB5}" destId="{1286D1CA-8CF8-4F52-823B-C45B9DFD486F}" srcOrd="3" destOrd="0" parTransId="{52359F15-392D-4ACD-83B1-900DA6AAAE16}" sibTransId="{AC68A73D-7C97-439D-912B-853F78C4EE96}"/>
    <dgm:cxn modelId="{8B06EAFB-79B9-450E-9760-E1EBB47F0459}" srcId="{5651340E-F118-4ED1-A879-9522FD3FFDB5}" destId="{82D6C5B2-DD5D-4138-8E86-1A1B3B8635E6}" srcOrd="5" destOrd="0" parTransId="{59F8B68B-D640-4B01-9456-C4E04D23FA7B}" sibTransId="{178E2B95-26FB-4C39-871E-D261BB29D91E}"/>
    <dgm:cxn modelId="{D61C2AFD-1923-4C99-B04C-77F715B9F7B4}" type="presOf" srcId="{35746861-14C2-46D5-B9E7-1D554FD321B5}" destId="{8AD921A9-84D7-446F-8583-BCB4E5E400ED}" srcOrd="0" destOrd="0" presId="urn:microsoft.com/office/officeart/2008/layout/LinedList"/>
    <dgm:cxn modelId="{4DE8630B-7CA1-4EA8-BC6D-226EEA7379BF}" type="presParOf" srcId="{DB1F885A-7767-49D6-BC06-8244BD492D4B}" destId="{E584F48D-BAC0-4114-AD9D-10C4568AE354}" srcOrd="0" destOrd="0" presId="urn:microsoft.com/office/officeart/2008/layout/LinedList"/>
    <dgm:cxn modelId="{CE0E3A0D-F52B-466A-8DFE-A79DECE151B3}" type="presParOf" srcId="{DB1F885A-7767-49D6-BC06-8244BD492D4B}" destId="{3B554B35-2A38-4F2A-B1E4-35F9E2B61680}" srcOrd="1" destOrd="0" presId="urn:microsoft.com/office/officeart/2008/layout/LinedList"/>
    <dgm:cxn modelId="{501466A6-0ED3-4752-B120-C0D6672CF49C}" type="presParOf" srcId="{3B554B35-2A38-4F2A-B1E4-35F9E2B61680}" destId="{C48CF8A6-D347-440D-A82F-DA6F1436AB03}" srcOrd="0" destOrd="0" presId="urn:microsoft.com/office/officeart/2008/layout/LinedList"/>
    <dgm:cxn modelId="{7F42FF37-6F4B-4755-A751-62AFF1CEBB05}" type="presParOf" srcId="{3B554B35-2A38-4F2A-B1E4-35F9E2B61680}" destId="{0584A635-CE0C-47F9-8C9A-5C5205446E35}" srcOrd="1" destOrd="0" presId="urn:microsoft.com/office/officeart/2008/layout/LinedList"/>
    <dgm:cxn modelId="{4086C55F-BD9B-4DF8-9171-4978028DD51B}" type="presParOf" srcId="{DB1F885A-7767-49D6-BC06-8244BD492D4B}" destId="{A576C1F6-4779-4FE7-8744-16D0221CBCF6}" srcOrd="2" destOrd="0" presId="urn:microsoft.com/office/officeart/2008/layout/LinedList"/>
    <dgm:cxn modelId="{CFDD9F1F-933B-42A7-B234-E92F61762289}" type="presParOf" srcId="{DB1F885A-7767-49D6-BC06-8244BD492D4B}" destId="{9F470C23-045B-498D-83C2-EF9361BE493D}" srcOrd="3" destOrd="0" presId="urn:microsoft.com/office/officeart/2008/layout/LinedList"/>
    <dgm:cxn modelId="{6DE348D9-8D8E-4BE8-8D2F-31E0CB4B3529}" type="presParOf" srcId="{9F470C23-045B-498D-83C2-EF9361BE493D}" destId="{41FB9D27-DCDA-42D5-992E-2857913A60E8}" srcOrd="0" destOrd="0" presId="urn:microsoft.com/office/officeart/2008/layout/LinedList"/>
    <dgm:cxn modelId="{B7F682FF-1627-4531-AC88-9B641A285EC9}" type="presParOf" srcId="{9F470C23-045B-498D-83C2-EF9361BE493D}" destId="{9C36896E-3363-4A99-9199-2079F8B82215}" srcOrd="1" destOrd="0" presId="urn:microsoft.com/office/officeart/2008/layout/LinedList"/>
    <dgm:cxn modelId="{3582C3D8-4B76-4D32-8E46-3D5ACB521CF0}" type="presParOf" srcId="{DB1F885A-7767-49D6-BC06-8244BD492D4B}" destId="{3D712C98-B9D5-4340-BC0A-3D58EE6636B3}" srcOrd="4" destOrd="0" presId="urn:microsoft.com/office/officeart/2008/layout/LinedList"/>
    <dgm:cxn modelId="{DD3E8FDE-7164-453F-921C-8D28505B9548}" type="presParOf" srcId="{DB1F885A-7767-49D6-BC06-8244BD492D4B}" destId="{51C5FCA9-DEF4-451D-939E-EF33D41C2605}" srcOrd="5" destOrd="0" presId="urn:microsoft.com/office/officeart/2008/layout/LinedList"/>
    <dgm:cxn modelId="{5709B947-17B0-48E9-B5E7-0B1FD5DDB769}" type="presParOf" srcId="{51C5FCA9-DEF4-451D-939E-EF33D41C2605}" destId="{6B11A89B-F1D4-4540-9A9D-F0431343792D}" srcOrd="0" destOrd="0" presId="urn:microsoft.com/office/officeart/2008/layout/LinedList"/>
    <dgm:cxn modelId="{99A1B987-F184-4AB9-B44F-D5F1B466DB55}" type="presParOf" srcId="{51C5FCA9-DEF4-451D-939E-EF33D41C2605}" destId="{B257ACA8-AE53-4F98-8C49-F2CFF2B2B538}" srcOrd="1" destOrd="0" presId="urn:microsoft.com/office/officeart/2008/layout/LinedList"/>
    <dgm:cxn modelId="{753409BE-F0B6-45E2-B11B-23CA66AD852E}" type="presParOf" srcId="{DB1F885A-7767-49D6-BC06-8244BD492D4B}" destId="{2AA618A6-73B5-4D32-A694-A065EFA0554D}" srcOrd="6" destOrd="0" presId="urn:microsoft.com/office/officeart/2008/layout/LinedList"/>
    <dgm:cxn modelId="{12B9DC7D-EBD4-4BF0-A895-B500A16ADE0C}" type="presParOf" srcId="{DB1F885A-7767-49D6-BC06-8244BD492D4B}" destId="{10D3973C-1AA5-4A16-802B-E063C72595A3}" srcOrd="7" destOrd="0" presId="urn:microsoft.com/office/officeart/2008/layout/LinedList"/>
    <dgm:cxn modelId="{A353E4AA-FBB3-4F38-8B29-7E9CF744A822}" type="presParOf" srcId="{10D3973C-1AA5-4A16-802B-E063C72595A3}" destId="{1A1C2406-8DD5-45A3-B743-B41A3A8FCEB0}" srcOrd="0" destOrd="0" presId="urn:microsoft.com/office/officeart/2008/layout/LinedList"/>
    <dgm:cxn modelId="{E8AD44FB-0424-4FD8-964E-52527B81E955}" type="presParOf" srcId="{10D3973C-1AA5-4A16-802B-E063C72595A3}" destId="{068E829C-E2D5-440E-80B7-5A3319B1798C}" srcOrd="1" destOrd="0" presId="urn:microsoft.com/office/officeart/2008/layout/LinedList"/>
    <dgm:cxn modelId="{9B0446E7-F6A9-4739-B07B-C723447956F7}" type="presParOf" srcId="{DB1F885A-7767-49D6-BC06-8244BD492D4B}" destId="{F107FDFE-EE0B-4002-B578-2428ADA576C0}" srcOrd="8" destOrd="0" presId="urn:microsoft.com/office/officeart/2008/layout/LinedList"/>
    <dgm:cxn modelId="{B074037E-A2E4-4293-90D3-3AC44DA08BC0}" type="presParOf" srcId="{DB1F885A-7767-49D6-BC06-8244BD492D4B}" destId="{23FDC087-6319-4CDD-B2B9-5E728D96A9C9}" srcOrd="9" destOrd="0" presId="urn:microsoft.com/office/officeart/2008/layout/LinedList"/>
    <dgm:cxn modelId="{1A789719-122C-4249-AB35-3F5EE63905D4}" type="presParOf" srcId="{23FDC087-6319-4CDD-B2B9-5E728D96A9C9}" destId="{8AD921A9-84D7-446F-8583-BCB4E5E400ED}" srcOrd="0" destOrd="0" presId="urn:microsoft.com/office/officeart/2008/layout/LinedList"/>
    <dgm:cxn modelId="{DD4D34CE-666A-45EE-AD9B-BBEA32EF2A5C}" type="presParOf" srcId="{23FDC087-6319-4CDD-B2B9-5E728D96A9C9}" destId="{8254ACE0-7C9A-4CB2-8F4D-1E0369A14AE0}" srcOrd="1" destOrd="0" presId="urn:microsoft.com/office/officeart/2008/layout/LinedList"/>
    <dgm:cxn modelId="{A9B32EF8-8786-45AF-B77A-F65BA620DF41}" type="presParOf" srcId="{DB1F885A-7767-49D6-BC06-8244BD492D4B}" destId="{1C7A9702-8CD0-4889-BF70-8938946D224B}" srcOrd="10" destOrd="0" presId="urn:microsoft.com/office/officeart/2008/layout/LinedList"/>
    <dgm:cxn modelId="{503632E7-AE7F-44B1-A564-B5486E2DB426}" type="presParOf" srcId="{DB1F885A-7767-49D6-BC06-8244BD492D4B}" destId="{DCBA04DC-B6AA-41D7-99AC-B6B19AB2097D}" srcOrd="11" destOrd="0" presId="urn:microsoft.com/office/officeart/2008/layout/LinedList"/>
    <dgm:cxn modelId="{EFD4A1EA-7376-4CB3-8532-37904413D0A4}" type="presParOf" srcId="{DCBA04DC-B6AA-41D7-99AC-B6B19AB2097D}" destId="{1C1D060B-0FC0-4222-AFDA-30B275A18B31}" srcOrd="0" destOrd="0" presId="urn:microsoft.com/office/officeart/2008/layout/LinedList"/>
    <dgm:cxn modelId="{B18FBE82-6ACE-468E-AAB8-72E387E74865}" type="presParOf" srcId="{DCBA04DC-B6AA-41D7-99AC-B6B19AB2097D}" destId="{A194B7DD-9EEB-4F83-8FC2-79A68629FAD7}" srcOrd="1" destOrd="0" presId="urn:microsoft.com/office/officeart/2008/layout/Lin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77FBA0-23FE-4931-90C1-66AE72F12B2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7FD6E2B-004B-4931-A1BB-CE5B387CA3D3}">
      <dgm:prSet/>
      <dgm:spPr/>
      <dgm:t>
        <a:bodyPr/>
        <a:lstStyle/>
        <a:p>
          <a:pPr>
            <a:lnSpc>
              <a:spcPct val="100000"/>
            </a:lnSpc>
          </a:pPr>
          <a:r>
            <a:rPr lang="en-US"/>
            <a:t>Use positive and person first language (not program language)</a:t>
          </a:r>
        </a:p>
      </dgm:t>
    </dgm:pt>
    <dgm:pt modelId="{09B1A138-CF28-4A83-ABBD-B397F65F3C2E}" type="parTrans" cxnId="{4B90679B-3D79-4B30-B2A4-0DBAC8A07B56}">
      <dgm:prSet/>
      <dgm:spPr/>
      <dgm:t>
        <a:bodyPr/>
        <a:lstStyle/>
        <a:p>
          <a:endParaRPr lang="en-US"/>
        </a:p>
      </dgm:t>
    </dgm:pt>
    <dgm:pt modelId="{15E7B316-BE16-4E5B-81FD-1E1AA552B87F}" type="sibTrans" cxnId="{4B90679B-3D79-4B30-B2A4-0DBAC8A07B56}">
      <dgm:prSet/>
      <dgm:spPr/>
      <dgm:t>
        <a:bodyPr/>
        <a:lstStyle/>
        <a:p>
          <a:endParaRPr lang="en-US"/>
        </a:p>
      </dgm:t>
    </dgm:pt>
    <dgm:pt modelId="{3F22887F-714A-4ACB-BCBE-85C16AFE0BD0}">
      <dgm:prSet/>
      <dgm:spPr/>
      <dgm:t>
        <a:bodyPr/>
        <a:lstStyle/>
        <a:p>
          <a:pPr>
            <a:lnSpc>
              <a:spcPct val="100000"/>
            </a:lnSpc>
          </a:pPr>
          <a:r>
            <a:rPr lang="en-US"/>
            <a:t>Be specific and clear</a:t>
          </a:r>
        </a:p>
      </dgm:t>
    </dgm:pt>
    <dgm:pt modelId="{4F952096-D177-4F92-A85F-DBBC529099A6}" type="parTrans" cxnId="{4A7C7E0E-BDC5-4382-B136-DD36D89C1C15}">
      <dgm:prSet/>
      <dgm:spPr/>
      <dgm:t>
        <a:bodyPr/>
        <a:lstStyle/>
        <a:p>
          <a:endParaRPr lang="en-US"/>
        </a:p>
      </dgm:t>
    </dgm:pt>
    <dgm:pt modelId="{3FEF0B5E-8ADB-46EE-9966-E200AEB23DD0}" type="sibTrans" cxnId="{4A7C7E0E-BDC5-4382-B136-DD36D89C1C15}">
      <dgm:prSet/>
      <dgm:spPr/>
      <dgm:t>
        <a:bodyPr/>
        <a:lstStyle/>
        <a:p>
          <a:endParaRPr lang="en-US"/>
        </a:p>
      </dgm:t>
    </dgm:pt>
    <dgm:pt modelId="{3C2A22FF-D1D7-422A-BEA6-84C54C40C6E8}">
      <dgm:prSet/>
      <dgm:spPr/>
      <dgm:t>
        <a:bodyPr/>
        <a:lstStyle/>
        <a:p>
          <a:pPr>
            <a:lnSpc>
              <a:spcPct val="100000"/>
            </a:lnSpc>
          </a:pPr>
          <a:r>
            <a:rPr lang="en-US"/>
            <a:t>Be thorough </a:t>
          </a:r>
        </a:p>
      </dgm:t>
    </dgm:pt>
    <dgm:pt modelId="{8890C9AC-50CB-4E1F-8FF8-F2B800EC0C78}" type="parTrans" cxnId="{ED4C9CE7-A746-41F6-945E-0DCCB8927136}">
      <dgm:prSet/>
      <dgm:spPr/>
      <dgm:t>
        <a:bodyPr/>
        <a:lstStyle/>
        <a:p>
          <a:endParaRPr lang="en-US"/>
        </a:p>
      </dgm:t>
    </dgm:pt>
    <dgm:pt modelId="{5635E3B5-5747-4353-AD7D-6BDAD3CA9583}" type="sibTrans" cxnId="{ED4C9CE7-A746-41F6-945E-0DCCB8927136}">
      <dgm:prSet/>
      <dgm:spPr/>
      <dgm:t>
        <a:bodyPr/>
        <a:lstStyle/>
        <a:p>
          <a:endParaRPr lang="en-US"/>
        </a:p>
      </dgm:t>
    </dgm:pt>
    <dgm:pt modelId="{DC0F4048-5745-42D3-A14C-EAD40FE4C18E}">
      <dgm:prSet/>
      <dgm:spPr/>
      <dgm:t>
        <a:bodyPr/>
        <a:lstStyle/>
        <a:p>
          <a:pPr rtl="0">
            <a:lnSpc>
              <a:spcPct val="100000"/>
            </a:lnSpc>
          </a:pPr>
          <a:r>
            <a:rPr lang="en-US"/>
            <a:t>Focus on </a:t>
          </a:r>
          <a:r>
            <a:rPr lang="en-US">
              <a:latin typeface="Calibri Light" panose="020F0302020204030204"/>
            </a:rPr>
            <a:t>HOW to</a:t>
          </a:r>
          <a:r>
            <a:rPr lang="en-US"/>
            <a:t> support people</a:t>
          </a:r>
        </a:p>
      </dgm:t>
    </dgm:pt>
    <dgm:pt modelId="{74B7EDAF-7846-4F14-A39E-5D7F58E19DBD}" type="parTrans" cxnId="{40DC517D-C855-4A1B-9E98-98A804CAA0FB}">
      <dgm:prSet/>
      <dgm:spPr/>
      <dgm:t>
        <a:bodyPr/>
        <a:lstStyle/>
        <a:p>
          <a:endParaRPr lang="en-US"/>
        </a:p>
      </dgm:t>
    </dgm:pt>
    <dgm:pt modelId="{70CD3B32-B1CE-4A04-840A-37E01ED4F7F7}" type="sibTrans" cxnId="{40DC517D-C855-4A1B-9E98-98A804CAA0FB}">
      <dgm:prSet/>
      <dgm:spPr/>
      <dgm:t>
        <a:bodyPr/>
        <a:lstStyle/>
        <a:p>
          <a:endParaRPr lang="en-US"/>
        </a:p>
      </dgm:t>
    </dgm:pt>
    <dgm:pt modelId="{A9C9CD7E-A052-4873-8B84-424D5BDA9441}">
      <dgm:prSet phldr="0"/>
      <dgm:spPr/>
      <dgm:t>
        <a:bodyPr/>
        <a:lstStyle/>
        <a:p>
          <a:pPr>
            <a:lnSpc>
              <a:spcPct val="100000"/>
            </a:lnSpc>
          </a:pPr>
          <a:r>
            <a:rPr lang="en-US">
              <a:latin typeface="Calibri Light" panose="020F0302020204030204"/>
            </a:rPr>
            <a:t>Focus on outcomes (employment and community life engagement)</a:t>
          </a:r>
        </a:p>
      </dgm:t>
    </dgm:pt>
    <dgm:pt modelId="{A8256519-516D-438C-B8A2-1334963EBD53}" type="parTrans" cxnId="{6BEE365D-5AA0-4246-A576-BFA9D7B7C7AA}">
      <dgm:prSet/>
      <dgm:spPr/>
    </dgm:pt>
    <dgm:pt modelId="{81E1F7C9-2740-428A-830E-ED2331505CBD}" type="sibTrans" cxnId="{6BEE365D-5AA0-4246-A576-BFA9D7B7C7AA}">
      <dgm:prSet/>
      <dgm:spPr/>
    </dgm:pt>
    <dgm:pt modelId="{D5187D82-AC4B-4E3F-AE64-721223FF0C6B}">
      <dgm:prSet phldr="0"/>
      <dgm:spPr/>
      <dgm:t>
        <a:bodyPr/>
        <a:lstStyle/>
        <a:p>
          <a:pPr rtl="0">
            <a:lnSpc>
              <a:spcPct val="100000"/>
            </a:lnSpc>
          </a:pPr>
          <a:r>
            <a:rPr lang="en-US">
              <a:latin typeface="Calibri Light" panose="020F0302020204030204"/>
            </a:rPr>
            <a:t>Update with new info</a:t>
          </a:r>
        </a:p>
      </dgm:t>
    </dgm:pt>
    <dgm:pt modelId="{5112F539-63C8-405E-8483-F2FFC7704AB1}" type="parTrans" cxnId="{91E42D13-E785-4061-9D91-52734C8EA405}">
      <dgm:prSet/>
      <dgm:spPr/>
    </dgm:pt>
    <dgm:pt modelId="{60DEE24C-1774-4346-BFCA-69B2AC764351}" type="sibTrans" cxnId="{91E42D13-E785-4061-9D91-52734C8EA405}">
      <dgm:prSet/>
      <dgm:spPr/>
    </dgm:pt>
    <dgm:pt modelId="{87724480-8EEE-4645-9B38-9B46BEBBD235}" type="pres">
      <dgm:prSet presAssocID="{8677FBA0-23FE-4931-90C1-66AE72F12B2D}" presName="root" presStyleCnt="0">
        <dgm:presLayoutVars>
          <dgm:dir/>
          <dgm:resizeHandles val="exact"/>
        </dgm:presLayoutVars>
      </dgm:prSet>
      <dgm:spPr/>
    </dgm:pt>
    <dgm:pt modelId="{B99175A7-5158-46DA-836F-D78E94BBFA06}" type="pres">
      <dgm:prSet presAssocID="{47FD6E2B-004B-4931-A1BB-CE5B387CA3D3}" presName="compNode" presStyleCnt="0"/>
      <dgm:spPr/>
    </dgm:pt>
    <dgm:pt modelId="{B8D45C28-0520-4D31-84A6-95A330D09267}" type="pres">
      <dgm:prSet presAssocID="{47FD6E2B-004B-4931-A1BB-CE5B387CA3D3}" presName="bgRect" presStyleLbl="bgShp" presStyleIdx="0" presStyleCnt="6"/>
      <dgm:spPr/>
    </dgm:pt>
    <dgm:pt modelId="{BFB68667-D733-4B0F-8AFE-9B213ED221F6}" type="pres">
      <dgm:prSet presAssocID="{47FD6E2B-004B-4931-A1BB-CE5B387CA3D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grammer"/>
        </a:ext>
      </dgm:extLst>
    </dgm:pt>
    <dgm:pt modelId="{C7079CE7-76A6-4E36-89CA-B6ACA3525EA7}" type="pres">
      <dgm:prSet presAssocID="{47FD6E2B-004B-4931-A1BB-CE5B387CA3D3}" presName="spaceRect" presStyleCnt="0"/>
      <dgm:spPr/>
    </dgm:pt>
    <dgm:pt modelId="{E9E3AC04-407E-49BB-828A-36784B0EF649}" type="pres">
      <dgm:prSet presAssocID="{47FD6E2B-004B-4931-A1BB-CE5B387CA3D3}" presName="parTx" presStyleLbl="revTx" presStyleIdx="0" presStyleCnt="6">
        <dgm:presLayoutVars>
          <dgm:chMax val="0"/>
          <dgm:chPref val="0"/>
        </dgm:presLayoutVars>
      </dgm:prSet>
      <dgm:spPr/>
    </dgm:pt>
    <dgm:pt modelId="{DB86B8A7-BE70-4A8E-B303-B96979C14C32}" type="pres">
      <dgm:prSet presAssocID="{15E7B316-BE16-4E5B-81FD-1E1AA552B87F}" presName="sibTrans" presStyleCnt="0"/>
      <dgm:spPr/>
    </dgm:pt>
    <dgm:pt modelId="{779727C3-6EA2-4290-931C-83B8226B130C}" type="pres">
      <dgm:prSet presAssocID="{3F22887F-714A-4ACB-BCBE-85C16AFE0BD0}" presName="compNode" presStyleCnt="0"/>
      <dgm:spPr/>
    </dgm:pt>
    <dgm:pt modelId="{708E2B5E-286E-4672-B90E-C7F346F8E3F6}" type="pres">
      <dgm:prSet presAssocID="{3F22887F-714A-4ACB-BCBE-85C16AFE0BD0}" presName="bgRect" presStyleLbl="bgShp" presStyleIdx="1" presStyleCnt="6"/>
      <dgm:spPr/>
    </dgm:pt>
    <dgm:pt modelId="{AD959002-46C6-4E2A-AF2D-E9CE1B095AB3}" type="pres">
      <dgm:prSet presAssocID="{3F22887F-714A-4ACB-BCBE-85C16AFE0BD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llseye"/>
        </a:ext>
      </dgm:extLst>
    </dgm:pt>
    <dgm:pt modelId="{44DF87B6-B8D0-491B-8202-9B9284961DFC}" type="pres">
      <dgm:prSet presAssocID="{3F22887F-714A-4ACB-BCBE-85C16AFE0BD0}" presName="spaceRect" presStyleCnt="0"/>
      <dgm:spPr/>
    </dgm:pt>
    <dgm:pt modelId="{D7B21C1B-283B-4206-87D4-00FD09FB54D9}" type="pres">
      <dgm:prSet presAssocID="{3F22887F-714A-4ACB-BCBE-85C16AFE0BD0}" presName="parTx" presStyleLbl="revTx" presStyleIdx="1" presStyleCnt="6">
        <dgm:presLayoutVars>
          <dgm:chMax val="0"/>
          <dgm:chPref val="0"/>
        </dgm:presLayoutVars>
      </dgm:prSet>
      <dgm:spPr/>
    </dgm:pt>
    <dgm:pt modelId="{C8CF4213-5F28-42EF-B8CD-2CE6DA3B9E3E}" type="pres">
      <dgm:prSet presAssocID="{3FEF0B5E-8ADB-46EE-9966-E200AEB23DD0}" presName="sibTrans" presStyleCnt="0"/>
      <dgm:spPr/>
    </dgm:pt>
    <dgm:pt modelId="{587F3F0C-D9B4-4DA5-996D-9C4BF7580C63}" type="pres">
      <dgm:prSet presAssocID="{3C2A22FF-D1D7-422A-BEA6-84C54C40C6E8}" presName="compNode" presStyleCnt="0"/>
      <dgm:spPr/>
    </dgm:pt>
    <dgm:pt modelId="{00AFCC49-2A68-438D-8FAD-7526E88F7A85}" type="pres">
      <dgm:prSet presAssocID="{3C2A22FF-D1D7-422A-BEA6-84C54C40C6E8}" presName="bgRect" presStyleLbl="bgShp" presStyleIdx="2" presStyleCnt="6"/>
      <dgm:spPr/>
    </dgm:pt>
    <dgm:pt modelId="{0E3608E0-F187-4595-B2D2-859A5B3929C6}" type="pres">
      <dgm:prSet presAssocID="{3C2A22FF-D1D7-422A-BEA6-84C54C40C6E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4EC67726-E260-43D2-B5FD-7ADD658072BE}" type="pres">
      <dgm:prSet presAssocID="{3C2A22FF-D1D7-422A-BEA6-84C54C40C6E8}" presName="spaceRect" presStyleCnt="0"/>
      <dgm:spPr/>
    </dgm:pt>
    <dgm:pt modelId="{16737103-F946-4C2A-9407-1E06A56AD899}" type="pres">
      <dgm:prSet presAssocID="{3C2A22FF-D1D7-422A-BEA6-84C54C40C6E8}" presName="parTx" presStyleLbl="revTx" presStyleIdx="2" presStyleCnt="6">
        <dgm:presLayoutVars>
          <dgm:chMax val="0"/>
          <dgm:chPref val="0"/>
        </dgm:presLayoutVars>
      </dgm:prSet>
      <dgm:spPr/>
    </dgm:pt>
    <dgm:pt modelId="{422913C5-19A2-4569-A92F-F54EDCDBED0D}" type="pres">
      <dgm:prSet presAssocID="{5635E3B5-5747-4353-AD7D-6BDAD3CA9583}" presName="sibTrans" presStyleCnt="0"/>
      <dgm:spPr/>
    </dgm:pt>
    <dgm:pt modelId="{F7959A78-09E9-4A07-942E-BC780CF43E54}" type="pres">
      <dgm:prSet presAssocID="{DC0F4048-5745-42D3-A14C-EAD40FE4C18E}" presName="compNode" presStyleCnt="0"/>
      <dgm:spPr/>
    </dgm:pt>
    <dgm:pt modelId="{49F2CA00-C30F-4E46-AC11-90AC9AA2B5F2}" type="pres">
      <dgm:prSet presAssocID="{DC0F4048-5745-42D3-A14C-EAD40FE4C18E}" presName="bgRect" presStyleLbl="bgShp" presStyleIdx="3" presStyleCnt="6"/>
      <dgm:spPr/>
    </dgm:pt>
    <dgm:pt modelId="{C0F1E2EB-B5EE-4FA7-9BB5-0EFEB6DA9AB0}" type="pres">
      <dgm:prSet presAssocID="{DC0F4048-5745-42D3-A14C-EAD40FE4C18E}"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sers"/>
        </a:ext>
      </dgm:extLst>
    </dgm:pt>
    <dgm:pt modelId="{1539563B-8088-4CCB-858B-ECF0C569A632}" type="pres">
      <dgm:prSet presAssocID="{DC0F4048-5745-42D3-A14C-EAD40FE4C18E}" presName="spaceRect" presStyleCnt="0"/>
      <dgm:spPr/>
    </dgm:pt>
    <dgm:pt modelId="{6893988B-040C-43FE-99C0-253C9CCF391E}" type="pres">
      <dgm:prSet presAssocID="{DC0F4048-5745-42D3-A14C-EAD40FE4C18E}" presName="parTx" presStyleLbl="revTx" presStyleIdx="3" presStyleCnt="6">
        <dgm:presLayoutVars>
          <dgm:chMax val="0"/>
          <dgm:chPref val="0"/>
        </dgm:presLayoutVars>
      </dgm:prSet>
      <dgm:spPr/>
    </dgm:pt>
    <dgm:pt modelId="{67B93DF6-B0CB-4B40-9801-D53AD313D298}" type="pres">
      <dgm:prSet presAssocID="{70CD3B32-B1CE-4A04-840A-37E01ED4F7F7}" presName="sibTrans" presStyleCnt="0"/>
      <dgm:spPr/>
    </dgm:pt>
    <dgm:pt modelId="{30A4F9EE-1D7C-41E4-8B41-95BE0DC16683}" type="pres">
      <dgm:prSet presAssocID="{A9C9CD7E-A052-4873-8B84-424D5BDA9441}" presName="compNode" presStyleCnt="0"/>
      <dgm:spPr/>
    </dgm:pt>
    <dgm:pt modelId="{6ADD3AEF-34E3-42E4-82B3-B3C6961A6BD2}" type="pres">
      <dgm:prSet presAssocID="{A9C9CD7E-A052-4873-8B84-424D5BDA9441}" presName="bgRect" presStyleLbl="bgShp" presStyleIdx="4" presStyleCnt="6"/>
      <dgm:spPr/>
    </dgm:pt>
    <dgm:pt modelId="{EB904FA9-03FF-4DC8-BD3F-47241D89EDDF}" type="pres">
      <dgm:prSet presAssocID="{A9C9CD7E-A052-4873-8B84-424D5BDA9441}" presName="iconRect" presStyleLbl="node1" presStyleIdx="4" presStyleCnt="6"/>
      <dgm:spPr/>
    </dgm:pt>
    <dgm:pt modelId="{0897A401-7747-4FAE-AC64-6F397F2EF377}" type="pres">
      <dgm:prSet presAssocID="{A9C9CD7E-A052-4873-8B84-424D5BDA9441}" presName="spaceRect" presStyleCnt="0"/>
      <dgm:spPr/>
    </dgm:pt>
    <dgm:pt modelId="{31B130E1-114B-4A0B-8A05-AA7762938D1C}" type="pres">
      <dgm:prSet presAssocID="{A9C9CD7E-A052-4873-8B84-424D5BDA9441}" presName="parTx" presStyleLbl="revTx" presStyleIdx="4" presStyleCnt="6">
        <dgm:presLayoutVars>
          <dgm:chMax val="0"/>
          <dgm:chPref val="0"/>
        </dgm:presLayoutVars>
      </dgm:prSet>
      <dgm:spPr/>
    </dgm:pt>
    <dgm:pt modelId="{C6605946-0654-4501-829D-3CD8DA34C1D3}" type="pres">
      <dgm:prSet presAssocID="{81E1F7C9-2740-428A-830E-ED2331505CBD}" presName="sibTrans" presStyleCnt="0"/>
      <dgm:spPr/>
    </dgm:pt>
    <dgm:pt modelId="{588CAA9D-3C11-420C-BCCD-64A705B4767D}" type="pres">
      <dgm:prSet presAssocID="{D5187D82-AC4B-4E3F-AE64-721223FF0C6B}" presName="compNode" presStyleCnt="0"/>
      <dgm:spPr/>
    </dgm:pt>
    <dgm:pt modelId="{1DCBDAED-F533-4FC8-AD7E-AEA0E82C7F21}" type="pres">
      <dgm:prSet presAssocID="{D5187D82-AC4B-4E3F-AE64-721223FF0C6B}" presName="bgRect" presStyleLbl="bgShp" presStyleIdx="5" presStyleCnt="6"/>
      <dgm:spPr/>
    </dgm:pt>
    <dgm:pt modelId="{00178BF7-E1EA-4089-8AEA-2984ECB0347C}" type="pres">
      <dgm:prSet presAssocID="{D5187D82-AC4B-4E3F-AE64-721223FF0C6B}" presName="iconRect" presStyleLbl="node1" presStyleIdx="5" presStyleCnt="6"/>
      <dgm:spPr/>
    </dgm:pt>
    <dgm:pt modelId="{BC1EE010-6D01-411E-A221-8A65EC48E637}" type="pres">
      <dgm:prSet presAssocID="{D5187D82-AC4B-4E3F-AE64-721223FF0C6B}" presName="spaceRect" presStyleCnt="0"/>
      <dgm:spPr/>
    </dgm:pt>
    <dgm:pt modelId="{87C37EF7-55E8-405C-869F-3B04C04CE8D2}" type="pres">
      <dgm:prSet presAssocID="{D5187D82-AC4B-4E3F-AE64-721223FF0C6B}" presName="parTx" presStyleLbl="revTx" presStyleIdx="5" presStyleCnt="6">
        <dgm:presLayoutVars>
          <dgm:chMax val="0"/>
          <dgm:chPref val="0"/>
        </dgm:presLayoutVars>
      </dgm:prSet>
      <dgm:spPr/>
    </dgm:pt>
  </dgm:ptLst>
  <dgm:cxnLst>
    <dgm:cxn modelId="{C044040C-BBB6-4B73-9FE3-48DEF567142D}" type="presOf" srcId="{A9C9CD7E-A052-4873-8B84-424D5BDA9441}" destId="{31B130E1-114B-4A0B-8A05-AA7762938D1C}" srcOrd="0" destOrd="0" presId="urn:microsoft.com/office/officeart/2018/2/layout/IconVerticalSolidList"/>
    <dgm:cxn modelId="{4A7C7E0E-BDC5-4382-B136-DD36D89C1C15}" srcId="{8677FBA0-23FE-4931-90C1-66AE72F12B2D}" destId="{3F22887F-714A-4ACB-BCBE-85C16AFE0BD0}" srcOrd="1" destOrd="0" parTransId="{4F952096-D177-4F92-A85F-DBBC529099A6}" sibTransId="{3FEF0B5E-8ADB-46EE-9966-E200AEB23DD0}"/>
    <dgm:cxn modelId="{91E42D13-E785-4061-9D91-52734C8EA405}" srcId="{8677FBA0-23FE-4931-90C1-66AE72F12B2D}" destId="{D5187D82-AC4B-4E3F-AE64-721223FF0C6B}" srcOrd="5" destOrd="0" parTransId="{5112F539-63C8-405E-8483-F2FFC7704AB1}" sibTransId="{60DEE24C-1774-4346-BFCA-69B2AC764351}"/>
    <dgm:cxn modelId="{B4B0EB2F-1965-4A75-B490-D6908C98B5F2}" type="presOf" srcId="{3F22887F-714A-4ACB-BCBE-85C16AFE0BD0}" destId="{D7B21C1B-283B-4206-87D4-00FD09FB54D9}" srcOrd="0" destOrd="0" presId="urn:microsoft.com/office/officeart/2018/2/layout/IconVerticalSolidList"/>
    <dgm:cxn modelId="{6BEE365D-5AA0-4246-A576-BFA9D7B7C7AA}" srcId="{8677FBA0-23FE-4931-90C1-66AE72F12B2D}" destId="{A9C9CD7E-A052-4873-8B84-424D5BDA9441}" srcOrd="4" destOrd="0" parTransId="{A8256519-516D-438C-B8A2-1334963EBD53}" sibTransId="{81E1F7C9-2740-428A-830E-ED2331505CBD}"/>
    <dgm:cxn modelId="{AFB59355-8F7F-4C80-9CDF-ADA9FE843D69}" type="presOf" srcId="{D5187D82-AC4B-4E3F-AE64-721223FF0C6B}" destId="{87C37EF7-55E8-405C-869F-3B04C04CE8D2}" srcOrd="0" destOrd="0" presId="urn:microsoft.com/office/officeart/2018/2/layout/IconVerticalSolidList"/>
    <dgm:cxn modelId="{40DC517D-C855-4A1B-9E98-98A804CAA0FB}" srcId="{8677FBA0-23FE-4931-90C1-66AE72F12B2D}" destId="{DC0F4048-5745-42D3-A14C-EAD40FE4C18E}" srcOrd="3" destOrd="0" parTransId="{74B7EDAF-7846-4F14-A39E-5D7F58E19DBD}" sibTransId="{70CD3B32-B1CE-4A04-840A-37E01ED4F7F7}"/>
    <dgm:cxn modelId="{1D921294-DB35-4989-9319-E46F62BE3DBB}" type="presOf" srcId="{3C2A22FF-D1D7-422A-BEA6-84C54C40C6E8}" destId="{16737103-F946-4C2A-9407-1E06A56AD899}" srcOrd="0" destOrd="0" presId="urn:microsoft.com/office/officeart/2018/2/layout/IconVerticalSolidList"/>
    <dgm:cxn modelId="{4B90679B-3D79-4B30-B2A4-0DBAC8A07B56}" srcId="{8677FBA0-23FE-4931-90C1-66AE72F12B2D}" destId="{47FD6E2B-004B-4931-A1BB-CE5B387CA3D3}" srcOrd="0" destOrd="0" parTransId="{09B1A138-CF28-4A83-ABBD-B397F65F3C2E}" sibTransId="{15E7B316-BE16-4E5B-81FD-1E1AA552B87F}"/>
    <dgm:cxn modelId="{1A77A7C9-A358-447D-9C35-C1DA153B27CB}" type="presOf" srcId="{47FD6E2B-004B-4931-A1BB-CE5B387CA3D3}" destId="{E9E3AC04-407E-49BB-828A-36784B0EF649}" srcOrd="0" destOrd="0" presId="urn:microsoft.com/office/officeart/2018/2/layout/IconVerticalSolidList"/>
    <dgm:cxn modelId="{24A6E3DA-9271-4097-AD99-B59D547D0246}" type="presOf" srcId="{8677FBA0-23FE-4931-90C1-66AE72F12B2D}" destId="{87724480-8EEE-4645-9B38-9B46BEBBD235}" srcOrd="0" destOrd="0" presId="urn:microsoft.com/office/officeart/2018/2/layout/IconVerticalSolidList"/>
    <dgm:cxn modelId="{ED4C9CE7-A746-41F6-945E-0DCCB8927136}" srcId="{8677FBA0-23FE-4931-90C1-66AE72F12B2D}" destId="{3C2A22FF-D1D7-422A-BEA6-84C54C40C6E8}" srcOrd="2" destOrd="0" parTransId="{8890C9AC-50CB-4E1F-8FF8-F2B800EC0C78}" sibTransId="{5635E3B5-5747-4353-AD7D-6BDAD3CA9583}"/>
    <dgm:cxn modelId="{466F3EEF-5C7C-44E7-BE6D-32FBE2A76646}" type="presOf" srcId="{DC0F4048-5745-42D3-A14C-EAD40FE4C18E}" destId="{6893988B-040C-43FE-99C0-253C9CCF391E}" srcOrd="0" destOrd="0" presId="urn:microsoft.com/office/officeart/2018/2/layout/IconVerticalSolidList"/>
    <dgm:cxn modelId="{496E9F33-11BC-451E-9558-3B06B44F526D}" type="presParOf" srcId="{87724480-8EEE-4645-9B38-9B46BEBBD235}" destId="{B99175A7-5158-46DA-836F-D78E94BBFA06}" srcOrd="0" destOrd="0" presId="urn:microsoft.com/office/officeart/2018/2/layout/IconVerticalSolidList"/>
    <dgm:cxn modelId="{3F649491-45A5-4B18-B431-1F3B6EF649A0}" type="presParOf" srcId="{B99175A7-5158-46DA-836F-D78E94BBFA06}" destId="{B8D45C28-0520-4D31-84A6-95A330D09267}" srcOrd="0" destOrd="0" presId="urn:microsoft.com/office/officeart/2018/2/layout/IconVerticalSolidList"/>
    <dgm:cxn modelId="{B5979394-64EF-4D97-BFAB-43EBEB1A7DD7}" type="presParOf" srcId="{B99175A7-5158-46DA-836F-D78E94BBFA06}" destId="{BFB68667-D733-4B0F-8AFE-9B213ED221F6}" srcOrd="1" destOrd="0" presId="urn:microsoft.com/office/officeart/2018/2/layout/IconVerticalSolidList"/>
    <dgm:cxn modelId="{C0C07E80-14A8-4A95-AECA-0FC95972A398}" type="presParOf" srcId="{B99175A7-5158-46DA-836F-D78E94BBFA06}" destId="{C7079CE7-76A6-4E36-89CA-B6ACA3525EA7}" srcOrd="2" destOrd="0" presId="urn:microsoft.com/office/officeart/2018/2/layout/IconVerticalSolidList"/>
    <dgm:cxn modelId="{2AAB6C44-21BA-4FF0-ADC0-5E466D6C6A67}" type="presParOf" srcId="{B99175A7-5158-46DA-836F-D78E94BBFA06}" destId="{E9E3AC04-407E-49BB-828A-36784B0EF649}" srcOrd="3" destOrd="0" presId="urn:microsoft.com/office/officeart/2018/2/layout/IconVerticalSolidList"/>
    <dgm:cxn modelId="{8CB225AC-7FFE-43EB-880B-B0AB61B2C342}" type="presParOf" srcId="{87724480-8EEE-4645-9B38-9B46BEBBD235}" destId="{DB86B8A7-BE70-4A8E-B303-B96979C14C32}" srcOrd="1" destOrd="0" presId="urn:microsoft.com/office/officeart/2018/2/layout/IconVerticalSolidList"/>
    <dgm:cxn modelId="{7FEED7FF-EF50-404D-A6F1-9BA09134031F}" type="presParOf" srcId="{87724480-8EEE-4645-9B38-9B46BEBBD235}" destId="{779727C3-6EA2-4290-931C-83B8226B130C}" srcOrd="2" destOrd="0" presId="urn:microsoft.com/office/officeart/2018/2/layout/IconVerticalSolidList"/>
    <dgm:cxn modelId="{AE0D64ED-5E28-4BF9-B15D-636946603F9E}" type="presParOf" srcId="{779727C3-6EA2-4290-931C-83B8226B130C}" destId="{708E2B5E-286E-4672-B90E-C7F346F8E3F6}" srcOrd="0" destOrd="0" presId="urn:microsoft.com/office/officeart/2018/2/layout/IconVerticalSolidList"/>
    <dgm:cxn modelId="{6EFD7BF7-46EB-46B1-86AB-C64128544A12}" type="presParOf" srcId="{779727C3-6EA2-4290-931C-83B8226B130C}" destId="{AD959002-46C6-4E2A-AF2D-E9CE1B095AB3}" srcOrd="1" destOrd="0" presId="urn:microsoft.com/office/officeart/2018/2/layout/IconVerticalSolidList"/>
    <dgm:cxn modelId="{D4EB7A4D-E5A5-4750-BBA2-73607FD92801}" type="presParOf" srcId="{779727C3-6EA2-4290-931C-83B8226B130C}" destId="{44DF87B6-B8D0-491B-8202-9B9284961DFC}" srcOrd="2" destOrd="0" presId="urn:microsoft.com/office/officeart/2018/2/layout/IconVerticalSolidList"/>
    <dgm:cxn modelId="{1881071A-A2B6-4237-89F8-BD0CFFB8F77F}" type="presParOf" srcId="{779727C3-6EA2-4290-931C-83B8226B130C}" destId="{D7B21C1B-283B-4206-87D4-00FD09FB54D9}" srcOrd="3" destOrd="0" presId="urn:microsoft.com/office/officeart/2018/2/layout/IconVerticalSolidList"/>
    <dgm:cxn modelId="{B515D1F5-4331-4E2E-BB25-8CFF65834821}" type="presParOf" srcId="{87724480-8EEE-4645-9B38-9B46BEBBD235}" destId="{C8CF4213-5F28-42EF-B8CD-2CE6DA3B9E3E}" srcOrd="3" destOrd="0" presId="urn:microsoft.com/office/officeart/2018/2/layout/IconVerticalSolidList"/>
    <dgm:cxn modelId="{439F8E25-24F8-4A25-82A6-B70D7A3AB294}" type="presParOf" srcId="{87724480-8EEE-4645-9B38-9B46BEBBD235}" destId="{587F3F0C-D9B4-4DA5-996D-9C4BF7580C63}" srcOrd="4" destOrd="0" presId="urn:microsoft.com/office/officeart/2018/2/layout/IconVerticalSolidList"/>
    <dgm:cxn modelId="{AC58C215-0B92-4D31-8984-EF30072720FF}" type="presParOf" srcId="{587F3F0C-D9B4-4DA5-996D-9C4BF7580C63}" destId="{00AFCC49-2A68-438D-8FAD-7526E88F7A85}" srcOrd="0" destOrd="0" presId="urn:microsoft.com/office/officeart/2018/2/layout/IconVerticalSolidList"/>
    <dgm:cxn modelId="{D60D9B23-2E77-4B07-BDEC-6DB252400E73}" type="presParOf" srcId="{587F3F0C-D9B4-4DA5-996D-9C4BF7580C63}" destId="{0E3608E0-F187-4595-B2D2-859A5B3929C6}" srcOrd="1" destOrd="0" presId="urn:microsoft.com/office/officeart/2018/2/layout/IconVerticalSolidList"/>
    <dgm:cxn modelId="{9D25C3F3-3CBD-4016-B49E-12BB4D7D5F6B}" type="presParOf" srcId="{587F3F0C-D9B4-4DA5-996D-9C4BF7580C63}" destId="{4EC67726-E260-43D2-B5FD-7ADD658072BE}" srcOrd="2" destOrd="0" presId="urn:microsoft.com/office/officeart/2018/2/layout/IconVerticalSolidList"/>
    <dgm:cxn modelId="{32F3CF4F-C283-4C8F-9C5F-61316C38118B}" type="presParOf" srcId="{587F3F0C-D9B4-4DA5-996D-9C4BF7580C63}" destId="{16737103-F946-4C2A-9407-1E06A56AD899}" srcOrd="3" destOrd="0" presId="urn:microsoft.com/office/officeart/2018/2/layout/IconVerticalSolidList"/>
    <dgm:cxn modelId="{5984120B-FBB0-4C64-999D-9042CDE9430B}" type="presParOf" srcId="{87724480-8EEE-4645-9B38-9B46BEBBD235}" destId="{422913C5-19A2-4569-A92F-F54EDCDBED0D}" srcOrd="5" destOrd="0" presId="urn:microsoft.com/office/officeart/2018/2/layout/IconVerticalSolidList"/>
    <dgm:cxn modelId="{29ECE508-B23A-4D21-BC77-D36532817AE4}" type="presParOf" srcId="{87724480-8EEE-4645-9B38-9B46BEBBD235}" destId="{F7959A78-09E9-4A07-942E-BC780CF43E54}" srcOrd="6" destOrd="0" presId="urn:microsoft.com/office/officeart/2018/2/layout/IconVerticalSolidList"/>
    <dgm:cxn modelId="{7E12C624-375D-4CD0-A790-C283E484887A}" type="presParOf" srcId="{F7959A78-09E9-4A07-942E-BC780CF43E54}" destId="{49F2CA00-C30F-4E46-AC11-90AC9AA2B5F2}" srcOrd="0" destOrd="0" presId="urn:microsoft.com/office/officeart/2018/2/layout/IconVerticalSolidList"/>
    <dgm:cxn modelId="{EE71DD5C-B112-4DA1-9D49-D346927EE36C}" type="presParOf" srcId="{F7959A78-09E9-4A07-942E-BC780CF43E54}" destId="{C0F1E2EB-B5EE-4FA7-9BB5-0EFEB6DA9AB0}" srcOrd="1" destOrd="0" presId="urn:microsoft.com/office/officeart/2018/2/layout/IconVerticalSolidList"/>
    <dgm:cxn modelId="{E2FF6E0B-0C78-4252-B13F-007904F09B47}" type="presParOf" srcId="{F7959A78-09E9-4A07-942E-BC780CF43E54}" destId="{1539563B-8088-4CCB-858B-ECF0C569A632}" srcOrd="2" destOrd="0" presId="urn:microsoft.com/office/officeart/2018/2/layout/IconVerticalSolidList"/>
    <dgm:cxn modelId="{63F54257-B4CC-4AE8-A841-3054209005B6}" type="presParOf" srcId="{F7959A78-09E9-4A07-942E-BC780CF43E54}" destId="{6893988B-040C-43FE-99C0-253C9CCF391E}" srcOrd="3" destOrd="0" presId="urn:microsoft.com/office/officeart/2018/2/layout/IconVerticalSolidList"/>
    <dgm:cxn modelId="{C6528379-804B-4857-A8B1-DC457DBFDFE0}" type="presParOf" srcId="{87724480-8EEE-4645-9B38-9B46BEBBD235}" destId="{67B93DF6-B0CB-4B40-9801-D53AD313D298}" srcOrd="7" destOrd="0" presId="urn:microsoft.com/office/officeart/2018/2/layout/IconVerticalSolidList"/>
    <dgm:cxn modelId="{F7275245-FFC8-4FDD-8CB0-4C3D45BDC269}" type="presParOf" srcId="{87724480-8EEE-4645-9B38-9B46BEBBD235}" destId="{30A4F9EE-1D7C-41E4-8B41-95BE0DC16683}" srcOrd="8" destOrd="0" presId="urn:microsoft.com/office/officeart/2018/2/layout/IconVerticalSolidList"/>
    <dgm:cxn modelId="{5989523F-8277-424D-AAE4-0AB99B16EE98}" type="presParOf" srcId="{30A4F9EE-1D7C-41E4-8B41-95BE0DC16683}" destId="{6ADD3AEF-34E3-42E4-82B3-B3C6961A6BD2}" srcOrd="0" destOrd="0" presId="urn:microsoft.com/office/officeart/2018/2/layout/IconVerticalSolidList"/>
    <dgm:cxn modelId="{8C35B615-6C51-43B9-AE08-4E5A69DF378B}" type="presParOf" srcId="{30A4F9EE-1D7C-41E4-8B41-95BE0DC16683}" destId="{EB904FA9-03FF-4DC8-BD3F-47241D89EDDF}" srcOrd="1" destOrd="0" presId="urn:microsoft.com/office/officeart/2018/2/layout/IconVerticalSolidList"/>
    <dgm:cxn modelId="{79C1D17F-8C71-477A-973A-170A68AD69EC}" type="presParOf" srcId="{30A4F9EE-1D7C-41E4-8B41-95BE0DC16683}" destId="{0897A401-7747-4FAE-AC64-6F397F2EF377}" srcOrd="2" destOrd="0" presId="urn:microsoft.com/office/officeart/2018/2/layout/IconVerticalSolidList"/>
    <dgm:cxn modelId="{7041A235-5C80-4112-9ABF-C39474C9164A}" type="presParOf" srcId="{30A4F9EE-1D7C-41E4-8B41-95BE0DC16683}" destId="{31B130E1-114B-4A0B-8A05-AA7762938D1C}" srcOrd="3" destOrd="0" presId="urn:microsoft.com/office/officeart/2018/2/layout/IconVerticalSolidList"/>
    <dgm:cxn modelId="{D39B45B2-97B2-4E14-B09E-A8E30701E188}" type="presParOf" srcId="{87724480-8EEE-4645-9B38-9B46BEBBD235}" destId="{C6605946-0654-4501-829D-3CD8DA34C1D3}" srcOrd="9" destOrd="0" presId="urn:microsoft.com/office/officeart/2018/2/layout/IconVerticalSolidList"/>
    <dgm:cxn modelId="{6C3C33EC-4E54-4368-BDE5-06317A223FC3}" type="presParOf" srcId="{87724480-8EEE-4645-9B38-9B46BEBBD235}" destId="{588CAA9D-3C11-420C-BCCD-64A705B4767D}" srcOrd="10" destOrd="0" presId="urn:microsoft.com/office/officeart/2018/2/layout/IconVerticalSolidList"/>
    <dgm:cxn modelId="{F7352449-76A3-46C2-808D-19B93DB47B89}" type="presParOf" srcId="{588CAA9D-3C11-420C-BCCD-64A705B4767D}" destId="{1DCBDAED-F533-4FC8-AD7E-AEA0E82C7F21}" srcOrd="0" destOrd="0" presId="urn:microsoft.com/office/officeart/2018/2/layout/IconVerticalSolidList"/>
    <dgm:cxn modelId="{B873C0C8-11C7-497C-A642-51631E6E8836}" type="presParOf" srcId="{588CAA9D-3C11-420C-BCCD-64A705B4767D}" destId="{00178BF7-E1EA-4089-8AEA-2984ECB0347C}" srcOrd="1" destOrd="0" presId="urn:microsoft.com/office/officeart/2018/2/layout/IconVerticalSolidList"/>
    <dgm:cxn modelId="{CC03C934-9DD1-4DB0-98DE-190DAD209A62}" type="presParOf" srcId="{588CAA9D-3C11-420C-BCCD-64A705B4767D}" destId="{BC1EE010-6D01-411E-A221-8A65EC48E637}" srcOrd="2" destOrd="0" presId="urn:microsoft.com/office/officeart/2018/2/layout/IconVerticalSolidList"/>
    <dgm:cxn modelId="{D45CB527-26C1-486A-B426-BF283EE73C49}" type="presParOf" srcId="{588CAA9D-3C11-420C-BCCD-64A705B4767D}" destId="{87C37EF7-55E8-405C-869F-3B04C04CE8D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C1A5684-A87A-4185-8552-6CBFF995D0D6}"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en-US"/>
        </a:p>
      </dgm:t>
    </dgm:pt>
    <dgm:pt modelId="{2BB8379E-D29E-48B6-87A0-E8F4F55D8834}">
      <dgm:prSet phldrT="[Text]"/>
      <dgm:spPr/>
      <dgm:t>
        <a:bodyPr/>
        <a:lstStyle/>
        <a:p>
          <a:pPr rtl="0"/>
          <a:r>
            <a:rPr lang="en-US">
              <a:latin typeface="Calibri Light" panose="020F0302020204030204"/>
            </a:rPr>
            <a:t>Learn new things about people</a:t>
          </a:r>
          <a:endParaRPr lang="en-US"/>
        </a:p>
      </dgm:t>
    </dgm:pt>
    <dgm:pt modelId="{5FDE2A3E-2859-43D5-970E-CD685A65AE03}" type="parTrans" cxnId="{26E7CE39-E038-45B8-865B-76C70A33649E}">
      <dgm:prSet/>
      <dgm:spPr/>
      <dgm:t>
        <a:bodyPr/>
        <a:lstStyle/>
        <a:p>
          <a:endParaRPr lang="en-US"/>
        </a:p>
      </dgm:t>
    </dgm:pt>
    <dgm:pt modelId="{A6FD2B90-4BC3-4120-8540-E6246D1F3110}" type="sibTrans" cxnId="{26E7CE39-E038-45B8-865B-76C70A33649E}">
      <dgm:prSet/>
      <dgm:spPr>
        <a:solidFill>
          <a:schemeClr val="bg2">
            <a:lumMod val="75000"/>
          </a:schemeClr>
        </a:solidFill>
      </dgm:spPr>
      <dgm:t>
        <a:bodyPr/>
        <a:lstStyle/>
        <a:p>
          <a:endParaRPr lang="en-US"/>
        </a:p>
      </dgm:t>
    </dgm:pt>
    <dgm:pt modelId="{DFD0B24F-0512-4191-BB54-B36CFCFEA5E7}">
      <dgm:prSet phldrT="[Text]" phldr="0"/>
      <dgm:spPr/>
      <dgm:t>
        <a:bodyPr/>
        <a:lstStyle/>
        <a:p>
          <a:pPr rtl="0"/>
          <a:r>
            <a:rPr lang="en-US">
              <a:latin typeface="Calibri Light" panose="020F0302020204030204"/>
            </a:rPr>
            <a:t>Update profiles</a:t>
          </a:r>
          <a:endParaRPr lang="en-US"/>
        </a:p>
      </dgm:t>
    </dgm:pt>
    <dgm:pt modelId="{D4DF8AD4-888C-457C-B9AB-51153F58AE64}" type="parTrans" cxnId="{168AF668-294D-4E8A-9AF9-AEE0C1F33B3F}">
      <dgm:prSet/>
      <dgm:spPr/>
      <dgm:t>
        <a:bodyPr/>
        <a:lstStyle/>
        <a:p>
          <a:endParaRPr lang="en-US"/>
        </a:p>
      </dgm:t>
    </dgm:pt>
    <dgm:pt modelId="{C4718F65-C96F-4E09-93BD-566EC1C5E588}" type="sibTrans" cxnId="{168AF668-294D-4E8A-9AF9-AEE0C1F33B3F}">
      <dgm:prSet/>
      <dgm:spPr>
        <a:solidFill>
          <a:schemeClr val="bg2">
            <a:lumMod val="50000"/>
          </a:schemeClr>
        </a:solidFill>
      </dgm:spPr>
      <dgm:t>
        <a:bodyPr/>
        <a:lstStyle/>
        <a:p>
          <a:endParaRPr lang="en-US"/>
        </a:p>
      </dgm:t>
    </dgm:pt>
    <dgm:pt modelId="{81F2F67E-0290-4BD2-BE0D-3CA8F7A36600}">
      <dgm:prSet phldrT="[Text]"/>
      <dgm:spPr/>
      <dgm:t>
        <a:bodyPr/>
        <a:lstStyle/>
        <a:p>
          <a:pPr rtl="0"/>
          <a:r>
            <a:rPr lang="en-US">
              <a:latin typeface="Calibri Light" panose="020F0302020204030204"/>
            </a:rPr>
            <a:t>Adjust services/supports</a:t>
          </a:r>
          <a:endParaRPr lang="en-US"/>
        </a:p>
      </dgm:t>
    </dgm:pt>
    <dgm:pt modelId="{757CE1DE-2139-4EBB-9C21-B7456430626E}" type="parTrans" cxnId="{7B1C6A04-9C13-4AE1-B8D2-CE282F6E98AD}">
      <dgm:prSet/>
      <dgm:spPr/>
      <dgm:t>
        <a:bodyPr/>
        <a:lstStyle/>
        <a:p>
          <a:endParaRPr lang="en-US"/>
        </a:p>
      </dgm:t>
    </dgm:pt>
    <dgm:pt modelId="{AADDDF29-809E-4632-9F3C-70B1F9050FB5}" type="sibTrans" cxnId="{7B1C6A04-9C13-4AE1-B8D2-CE282F6E98AD}">
      <dgm:prSet/>
      <dgm:spPr>
        <a:solidFill>
          <a:schemeClr val="bg2">
            <a:lumMod val="90000"/>
          </a:schemeClr>
        </a:solidFill>
      </dgm:spPr>
      <dgm:t>
        <a:bodyPr/>
        <a:lstStyle/>
        <a:p>
          <a:endParaRPr lang="en-US"/>
        </a:p>
      </dgm:t>
    </dgm:pt>
    <dgm:pt modelId="{D5CDAEF8-A4D3-497C-A9DC-4AF0806234A9}">
      <dgm:prSet phldrT="[Text]"/>
      <dgm:spPr/>
      <dgm:t>
        <a:bodyPr/>
        <a:lstStyle/>
        <a:p>
          <a:pPr rtl="0"/>
          <a:r>
            <a:rPr lang="en-US">
              <a:latin typeface="Calibri Light" panose="020F0302020204030204"/>
            </a:rPr>
            <a:t>Inform plan, outcomes, goals</a:t>
          </a:r>
          <a:endParaRPr lang="en-US"/>
        </a:p>
      </dgm:t>
    </dgm:pt>
    <dgm:pt modelId="{5B7927DB-C951-43EA-9EF7-190077950ABB}" type="parTrans" cxnId="{44A1AAD6-937C-4B81-8CFA-BF98B4FB367F}">
      <dgm:prSet/>
      <dgm:spPr/>
      <dgm:t>
        <a:bodyPr/>
        <a:lstStyle/>
        <a:p>
          <a:endParaRPr lang="en-US"/>
        </a:p>
      </dgm:t>
    </dgm:pt>
    <dgm:pt modelId="{95D8FEC3-1A5B-4923-B0AD-B744B5C2F6BC}" type="sibTrans" cxnId="{44A1AAD6-937C-4B81-8CFA-BF98B4FB367F}">
      <dgm:prSet/>
      <dgm:spPr>
        <a:solidFill>
          <a:schemeClr val="bg2">
            <a:lumMod val="25000"/>
          </a:schemeClr>
        </a:solidFill>
      </dgm:spPr>
      <dgm:t>
        <a:bodyPr/>
        <a:lstStyle/>
        <a:p>
          <a:endParaRPr lang="en-US"/>
        </a:p>
      </dgm:t>
    </dgm:pt>
    <dgm:pt modelId="{D4F6AA9F-FF0D-421B-82D1-E81C05EFED28}">
      <dgm:prSet phldrT="[Text]"/>
      <dgm:spPr/>
      <dgm:t>
        <a:bodyPr/>
        <a:lstStyle/>
        <a:p>
          <a:pPr rtl="0"/>
          <a:r>
            <a:rPr lang="en-US">
              <a:latin typeface="Calibri Light" panose="020F0302020204030204"/>
            </a:rPr>
            <a:t>Use services to support outcomes and goals</a:t>
          </a:r>
          <a:endParaRPr lang="en-US"/>
        </a:p>
      </dgm:t>
    </dgm:pt>
    <dgm:pt modelId="{5E2D73BC-3576-4280-9AFC-9AAE0A976217}" type="parTrans" cxnId="{9B90476A-90F9-4E3C-B309-AEF1CAA92864}">
      <dgm:prSet/>
      <dgm:spPr/>
      <dgm:t>
        <a:bodyPr/>
        <a:lstStyle/>
        <a:p>
          <a:endParaRPr lang="en-US"/>
        </a:p>
      </dgm:t>
    </dgm:pt>
    <dgm:pt modelId="{57B73280-5A5E-4DA9-BFFC-3FB2A16E4DA1}" type="sibTrans" cxnId="{9B90476A-90F9-4E3C-B309-AEF1CAA92864}">
      <dgm:prSet/>
      <dgm:spPr>
        <a:solidFill>
          <a:schemeClr val="bg2">
            <a:lumMod val="10000"/>
          </a:schemeClr>
        </a:solidFill>
      </dgm:spPr>
      <dgm:t>
        <a:bodyPr/>
        <a:lstStyle/>
        <a:p>
          <a:endParaRPr lang="en-US"/>
        </a:p>
      </dgm:t>
    </dgm:pt>
    <dgm:pt modelId="{C70C8266-F884-4AEE-B434-6D94BDAEA5E8}">
      <dgm:prSet phldr="0"/>
      <dgm:spPr/>
      <dgm:t>
        <a:bodyPr/>
        <a:lstStyle/>
        <a:p>
          <a:pPr rtl="0"/>
          <a:r>
            <a:rPr lang="en-US">
              <a:latin typeface="Calibri Light" panose="020F0302020204030204"/>
            </a:rPr>
            <a:t>Track progress/data</a:t>
          </a:r>
        </a:p>
      </dgm:t>
    </dgm:pt>
    <dgm:pt modelId="{D5FDB2C5-71A6-48A9-AE39-FF32CF9384CF}" type="parTrans" cxnId="{6960EFE6-B7C7-4069-9114-D09172BA97F5}">
      <dgm:prSet/>
      <dgm:spPr/>
    </dgm:pt>
    <dgm:pt modelId="{389ED057-615D-4B8B-9EEA-2FE48ACA604E}" type="sibTrans" cxnId="{6960EFE6-B7C7-4069-9114-D09172BA97F5}">
      <dgm:prSet/>
      <dgm:spPr/>
    </dgm:pt>
    <dgm:pt modelId="{B60A6AAF-FAFB-4108-8136-E28A1F7CBAE9}" type="pres">
      <dgm:prSet presAssocID="{DC1A5684-A87A-4185-8552-6CBFF995D0D6}" presName="Name0" presStyleCnt="0">
        <dgm:presLayoutVars>
          <dgm:dir/>
          <dgm:resizeHandles val="exact"/>
        </dgm:presLayoutVars>
      </dgm:prSet>
      <dgm:spPr/>
    </dgm:pt>
    <dgm:pt modelId="{7F6FDF5D-CB58-44FE-9E9A-79D4C4BA6280}" type="pres">
      <dgm:prSet presAssocID="{DC1A5684-A87A-4185-8552-6CBFF995D0D6}" presName="cycle" presStyleCnt="0"/>
      <dgm:spPr/>
    </dgm:pt>
    <dgm:pt modelId="{6898032B-9C70-412A-AAFB-A586B50B3570}" type="pres">
      <dgm:prSet presAssocID="{2BB8379E-D29E-48B6-87A0-E8F4F55D8834}" presName="nodeFirstNode" presStyleLbl="node1" presStyleIdx="0" presStyleCnt="6">
        <dgm:presLayoutVars>
          <dgm:bulletEnabled val="1"/>
        </dgm:presLayoutVars>
      </dgm:prSet>
      <dgm:spPr/>
    </dgm:pt>
    <dgm:pt modelId="{D5022E38-08D3-4D39-981F-E5D4B86843D7}" type="pres">
      <dgm:prSet presAssocID="{A6FD2B90-4BC3-4120-8540-E6246D1F3110}" presName="sibTransFirstNode" presStyleLbl="bgShp" presStyleIdx="0" presStyleCnt="1"/>
      <dgm:spPr/>
    </dgm:pt>
    <dgm:pt modelId="{3DD42D50-FE84-45F1-8366-E4D6949DA858}" type="pres">
      <dgm:prSet presAssocID="{DFD0B24F-0512-4191-BB54-B36CFCFEA5E7}" presName="nodeFollowingNodes" presStyleLbl="node1" presStyleIdx="1" presStyleCnt="6">
        <dgm:presLayoutVars>
          <dgm:bulletEnabled val="1"/>
        </dgm:presLayoutVars>
      </dgm:prSet>
      <dgm:spPr/>
    </dgm:pt>
    <dgm:pt modelId="{78322D93-FAB8-4C8C-B10A-626325F7031C}" type="pres">
      <dgm:prSet presAssocID="{D5CDAEF8-A4D3-497C-A9DC-4AF0806234A9}" presName="nodeFollowingNodes" presStyleLbl="node1" presStyleIdx="2" presStyleCnt="6">
        <dgm:presLayoutVars>
          <dgm:bulletEnabled val="1"/>
        </dgm:presLayoutVars>
      </dgm:prSet>
      <dgm:spPr/>
    </dgm:pt>
    <dgm:pt modelId="{D2533DF7-B793-476C-BE50-3332DC67C6E8}" type="pres">
      <dgm:prSet presAssocID="{D4F6AA9F-FF0D-421B-82D1-E81C05EFED28}" presName="nodeFollowingNodes" presStyleLbl="node1" presStyleIdx="3" presStyleCnt="6">
        <dgm:presLayoutVars>
          <dgm:bulletEnabled val="1"/>
        </dgm:presLayoutVars>
      </dgm:prSet>
      <dgm:spPr/>
    </dgm:pt>
    <dgm:pt modelId="{F577467E-E41E-4EF1-964E-3A2E79F0281E}" type="pres">
      <dgm:prSet presAssocID="{C70C8266-F884-4AEE-B434-6D94BDAEA5E8}" presName="nodeFollowingNodes" presStyleLbl="node1" presStyleIdx="4" presStyleCnt="6">
        <dgm:presLayoutVars>
          <dgm:bulletEnabled val="1"/>
        </dgm:presLayoutVars>
      </dgm:prSet>
      <dgm:spPr/>
    </dgm:pt>
    <dgm:pt modelId="{8C103B78-8634-496A-8D0E-2D6663DE727E}" type="pres">
      <dgm:prSet presAssocID="{81F2F67E-0290-4BD2-BE0D-3CA8F7A36600}" presName="nodeFollowingNodes" presStyleLbl="node1" presStyleIdx="5" presStyleCnt="6">
        <dgm:presLayoutVars>
          <dgm:bulletEnabled val="1"/>
        </dgm:presLayoutVars>
      </dgm:prSet>
      <dgm:spPr/>
    </dgm:pt>
  </dgm:ptLst>
  <dgm:cxnLst>
    <dgm:cxn modelId="{7B1C6A04-9C13-4AE1-B8D2-CE282F6E98AD}" srcId="{DC1A5684-A87A-4185-8552-6CBFF995D0D6}" destId="{81F2F67E-0290-4BD2-BE0D-3CA8F7A36600}" srcOrd="5" destOrd="0" parTransId="{757CE1DE-2139-4EBB-9C21-B7456430626E}" sibTransId="{AADDDF29-809E-4632-9F3C-70B1F9050FB5}"/>
    <dgm:cxn modelId="{59896C2D-13ED-4BEB-8826-72DA924A7A10}" type="presOf" srcId="{DC1A5684-A87A-4185-8552-6CBFF995D0D6}" destId="{B60A6AAF-FAFB-4108-8136-E28A1F7CBAE9}" srcOrd="0" destOrd="0" presId="urn:microsoft.com/office/officeart/2005/8/layout/cycle3"/>
    <dgm:cxn modelId="{26E7CE39-E038-45B8-865B-76C70A33649E}" srcId="{DC1A5684-A87A-4185-8552-6CBFF995D0D6}" destId="{2BB8379E-D29E-48B6-87A0-E8F4F55D8834}" srcOrd="0" destOrd="0" parTransId="{5FDE2A3E-2859-43D5-970E-CD685A65AE03}" sibTransId="{A6FD2B90-4BC3-4120-8540-E6246D1F3110}"/>
    <dgm:cxn modelId="{4B183D3F-74BA-4D21-83A3-0373B771782D}" type="presOf" srcId="{C70C8266-F884-4AEE-B434-6D94BDAEA5E8}" destId="{F577467E-E41E-4EF1-964E-3A2E79F0281E}" srcOrd="0" destOrd="0" presId="urn:microsoft.com/office/officeart/2005/8/layout/cycle3"/>
    <dgm:cxn modelId="{168AF668-294D-4E8A-9AF9-AEE0C1F33B3F}" srcId="{DC1A5684-A87A-4185-8552-6CBFF995D0D6}" destId="{DFD0B24F-0512-4191-BB54-B36CFCFEA5E7}" srcOrd="1" destOrd="0" parTransId="{D4DF8AD4-888C-457C-B9AB-51153F58AE64}" sibTransId="{C4718F65-C96F-4E09-93BD-566EC1C5E588}"/>
    <dgm:cxn modelId="{9B90476A-90F9-4E3C-B309-AEF1CAA92864}" srcId="{DC1A5684-A87A-4185-8552-6CBFF995D0D6}" destId="{D4F6AA9F-FF0D-421B-82D1-E81C05EFED28}" srcOrd="3" destOrd="0" parTransId="{5E2D73BC-3576-4280-9AFC-9AAE0A976217}" sibTransId="{57B73280-5A5E-4DA9-BFFC-3FB2A16E4DA1}"/>
    <dgm:cxn modelId="{B8221F6F-DC74-46C3-AA4D-846F81D15B53}" type="presOf" srcId="{D5CDAEF8-A4D3-497C-A9DC-4AF0806234A9}" destId="{78322D93-FAB8-4C8C-B10A-626325F7031C}" srcOrd="0" destOrd="0" presId="urn:microsoft.com/office/officeart/2005/8/layout/cycle3"/>
    <dgm:cxn modelId="{86A6DD9D-DA9D-403E-B56E-3B8FD89C5A83}" type="presOf" srcId="{81F2F67E-0290-4BD2-BE0D-3CA8F7A36600}" destId="{8C103B78-8634-496A-8D0E-2D6663DE727E}" srcOrd="0" destOrd="0" presId="urn:microsoft.com/office/officeart/2005/8/layout/cycle3"/>
    <dgm:cxn modelId="{083E87B7-86EA-4188-B1F5-E4CB75304F32}" type="presOf" srcId="{A6FD2B90-4BC3-4120-8540-E6246D1F3110}" destId="{D5022E38-08D3-4D39-981F-E5D4B86843D7}" srcOrd="0" destOrd="0" presId="urn:microsoft.com/office/officeart/2005/8/layout/cycle3"/>
    <dgm:cxn modelId="{49BF93C2-CC06-4115-BD6A-564096E523AA}" type="presOf" srcId="{2BB8379E-D29E-48B6-87A0-E8F4F55D8834}" destId="{6898032B-9C70-412A-AAFB-A586B50B3570}" srcOrd="0" destOrd="0" presId="urn:microsoft.com/office/officeart/2005/8/layout/cycle3"/>
    <dgm:cxn modelId="{B18FA2D6-AE63-4E3B-B231-F3078A91F44E}" type="presOf" srcId="{DFD0B24F-0512-4191-BB54-B36CFCFEA5E7}" destId="{3DD42D50-FE84-45F1-8366-E4D6949DA858}" srcOrd="0" destOrd="0" presId="urn:microsoft.com/office/officeart/2005/8/layout/cycle3"/>
    <dgm:cxn modelId="{44A1AAD6-937C-4B81-8CFA-BF98B4FB367F}" srcId="{DC1A5684-A87A-4185-8552-6CBFF995D0D6}" destId="{D5CDAEF8-A4D3-497C-A9DC-4AF0806234A9}" srcOrd="2" destOrd="0" parTransId="{5B7927DB-C951-43EA-9EF7-190077950ABB}" sibTransId="{95D8FEC3-1A5B-4923-B0AD-B744B5C2F6BC}"/>
    <dgm:cxn modelId="{0673A7E0-3FFF-492C-9987-8FF3835E6362}" type="presOf" srcId="{D4F6AA9F-FF0D-421B-82D1-E81C05EFED28}" destId="{D2533DF7-B793-476C-BE50-3332DC67C6E8}" srcOrd="0" destOrd="0" presId="urn:microsoft.com/office/officeart/2005/8/layout/cycle3"/>
    <dgm:cxn modelId="{6960EFE6-B7C7-4069-9114-D09172BA97F5}" srcId="{DC1A5684-A87A-4185-8552-6CBFF995D0D6}" destId="{C70C8266-F884-4AEE-B434-6D94BDAEA5E8}" srcOrd="4" destOrd="0" parTransId="{D5FDB2C5-71A6-48A9-AE39-FF32CF9384CF}" sibTransId="{389ED057-615D-4B8B-9EEA-2FE48ACA604E}"/>
    <dgm:cxn modelId="{61D5FA7B-1F13-4E6E-AC42-F0709F854466}" type="presParOf" srcId="{B60A6AAF-FAFB-4108-8136-E28A1F7CBAE9}" destId="{7F6FDF5D-CB58-44FE-9E9A-79D4C4BA6280}" srcOrd="0" destOrd="0" presId="urn:microsoft.com/office/officeart/2005/8/layout/cycle3"/>
    <dgm:cxn modelId="{7D636335-51A4-462B-B1CC-C1C5FA8D1A37}" type="presParOf" srcId="{7F6FDF5D-CB58-44FE-9E9A-79D4C4BA6280}" destId="{6898032B-9C70-412A-AAFB-A586B50B3570}" srcOrd="0" destOrd="0" presId="urn:microsoft.com/office/officeart/2005/8/layout/cycle3"/>
    <dgm:cxn modelId="{0AA4F7A8-9360-4C61-8CA6-50B99C53D7F2}" type="presParOf" srcId="{7F6FDF5D-CB58-44FE-9E9A-79D4C4BA6280}" destId="{D5022E38-08D3-4D39-981F-E5D4B86843D7}" srcOrd="1" destOrd="0" presId="urn:microsoft.com/office/officeart/2005/8/layout/cycle3"/>
    <dgm:cxn modelId="{FE33A40B-DB19-434E-A122-BFF3371025E8}" type="presParOf" srcId="{7F6FDF5D-CB58-44FE-9E9A-79D4C4BA6280}" destId="{3DD42D50-FE84-45F1-8366-E4D6949DA858}" srcOrd="2" destOrd="0" presId="urn:microsoft.com/office/officeart/2005/8/layout/cycle3"/>
    <dgm:cxn modelId="{B9EE7F40-2A88-4A5B-ACBC-024227447F78}" type="presParOf" srcId="{7F6FDF5D-CB58-44FE-9E9A-79D4C4BA6280}" destId="{78322D93-FAB8-4C8C-B10A-626325F7031C}" srcOrd="3" destOrd="0" presId="urn:microsoft.com/office/officeart/2005/8/layout/cycle3"/>
    <dgm:cxn modelId="{3D607F5B-8CE2-481A-AB35-720CFB0A84DB}" type="presParOf" srcId="{7F6FDF5D-CB58-44FE-9E9A-79D4C4BA6280}" destId="{D2533DF7-B793-476C-BE50-3332DC67C6E8}" srcOrd="4" destOrd="0" presId="urn:microsoft.com/office/officeart/2005/8/layout/cycle3"/>
    <dgm:cxn modelId="{BAF74FDA-4F2D-4666-BA3E-59F57220CA25}" type="presParOf" srcId="{7F6FDF5D-CB58-44FE-9E9A-79D4C4BA6280}" destId="{F577467E-E41E-4EF1-964E-3A2E79F0281E}" srcOrd="5" destOrd="0" presId="urn:microsoft.com/office/officeart/2005/8/layout/cycle3"/>
    <dgm:cxn modelId="{CAECDFB4-2873-42C7-AD1E-6000D8849261}" type="presParOf" srcId="{7F6FDF5D-CB58-44FE-9E9A-79D4C4BA6280}" destId="{8C103B78-8634-496A-8D0E-2D6663DE727E}" srcOrd="6"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84F48D-BAC0-4114-AD9D-10C4568AE354}">
      <dsp:nvSpPr>
        <dsp:cNvPr id="0" name=""/>
        <dsp:cNvSpPr/>
      </dsp:nvSpPr>
      <dsp:spPr>
        <a:xfrm>
          <a:off x="0" y="2164"/>
          <a:ext cx="719734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8CF8A6-D347-440D-A82F-DA6F1436AB03}">
      <dsp:nvSpPr>
        <dsp:cNvPr id="0" name=""/>
        <dsp:cNvSpPr/>
      </dsp:nvSpPr>
      <dsp:spPr>
        <a:xfrm>
          <a:off x="0" y="2164"/>
          <a:ext cx="7197345" cy="73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a:latin typeface="Calibri Light" panose="020F0302020204030204"/>
            </a:rPr>
            <a:t>One person at a time</a:t>
          </a:r>
        </a:p>
      </dsp:txBody>
      <dsp:txXfrm>
        <a:off x="0" y="2164"/>
        <a:ext cx="7197345" cy="737942"/>
      </dsp:txXfrm>
    </dsp:sp>
    <dsp:sp modelId="{A576C1F6-4779-4FE7-8744-16D0221CBCF6}">
      <dsp:nvSpPr>
        <dsp:cNvPr id="0" name=""/>
        <dsp:cNvSpPr/>
      </dsp:nvSpPr>
      <dsp:spPr>
        <a:xfrm>
          <a:off x="0" y="740106"/>
          <a:ext cx="719734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FB9D27-DCDA-42D5-992E-2857913A60E8}">
      <dsp:nvSpPr>
        <dsp:cNvPr id="0" name=""/>
        <dsp:cNvSpPr/>
      </dsp:nvSpPr>
      <dsp:spPr>
        <a:xfrm>
          <a:off x="0" y="740106"/>
          <a:ext cx="7197345" cy="73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latin typeface="Calibri Light" panose="020F0302020204030204"/>
            </a:rPr>
            <a:t>Active, Individualized Job Placement Process </a:t>
          </a:r>
          <a:endParaRPr lang="en-US" sz="2000" b="1" kern="1200"/>
        </a:p>
      </dsp:txBody>
      <dsp:txXfrm>
        <a:off x="0" y="740106"/>
        <a:ext cx="7197345" cy="737942"/>
      </dsp:txXfrm>
    </dsp:sp>
    <dsp:sp modelId="{3D712C98-B9D5-4340-BC0A-3D58EE6636B3}">
      <dsp:nvSpPr>
        <dsp:cNvPr id="0" name=""/>
        <dsp:cNvSpPr/>
      </dsp:nvSpPr>
      <dsp:spPr>
        <a:xfrm>
          <a:off x="0" y="1478049"/>
          <a:ext cx="719734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11A89B-F1D4-4540-9A9D-F0431343792D}">
      <dsp:nvSpPr>
        <dsp:cNvPr id="0" name=""/>
        <dsp:cNvSpPr/>
      </dsp:nvSpPr>
      <dsp:spPr>
        <a:xfrm>
          <a:off x="0" y="1478049"/>
          <a:ext cx="7197345" cy="73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Comprehensive, community-based, person-centered and time-limited discovery</a:t>
          </a:r>
        </a:p>
      </dsp:txBody>
      <dsp:txXfrm>
        <a:off x="0" y="1478049"/>
        <a:ext cx="7197345" cy="737942"/>
      </dsp:txXfrm>
    </dsp:sp>
    <dsp:sp modelId="{2AA618A6-73B5-4D32-A694-A065EFA0554D}">
      <dsp:nvSpPr>
        <dsp:cNvPr id="0" name=""/>
        <dsp:cNvSpPr/>
      </dsp:nvSpPr>
      <dsp:spPr>
        <a:xfrm>
          <a:off x="0" y="2215991"/>
          <a:ext cx="719734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1C2406-8DD5-45A3-B743-B41A3A8FCEB0}">
      <dsp:nvSpPr>
        <dsp:cNvPr id="0" name=""/>
        <dsp:cNvSpPr/>
      </dsp:nvSpPr>
      <dsp:spPr>
        <a:xfrm>
          <a:off x="0" y="2215991"/>
          <a:ext cx="7197345" cy="73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a:latin typeface="Calibri Light" panose="020F0302020204030204"/>
            </a:rPr>
            <a:t>Zero exclusion </a:t>
          </a:r>
          <a:endParaRPr lang="en-US" sz="2000" b="1" kern="1200"/>
        </a:p>
      </dsp:txBody>
      <dsp:txXfrm>
        <a:off x="0" y="2215991"/>
        <a:ext cx="7197345" cy="737942"/>
      </dsp:txXfrm>
    </dsp:sp>
    <dsp:sp modelId="{F107FDFE-EE0B-4002-B578-2428ADA576C0}">
      <dsp:nvSpPr>
        <dsp:cNvPr id="0" name=""/>
        <dsp:cNvSpPr/>
      </dsp:nvSpPr>
      <dsp:spPr>
        <a:xfrm>
          <a:off x="0" y="2953933"/>
          <a:ext cx="719734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D921A9-84D7-446F-8583-BCB4E5E400ED}">
      <dsp:nvSpPr>
        <dsp:cNvPr id="0" name=""/>
        <dsp:cNvSpPr/>
      </dsp:nvSpPr>
      <dsp:spPr>
        <a:xfrm>
          <a:off x="0" y="2953933"/>
          <a:ext cx="7197345" cy="73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rtl="0">
            <a:lnSpc>
              <a:spcPct val="90000"/>
            </a:lnSpc>
            <a:spcBef>
              <a:spcPct val="0"/>
            </a:spcBef>
            <a:spcAft>
              <a:spcPct val="35000"/>
            </a:spcAft>
            <a:buNone/>
          </a:pPr>
          <a:r>
            <a:rPr lang="en-US" sz="2000" b="1" kern="1200"/>
            <a:t>Build </a:t>
          </a:r>
          <a:r>
            <a:rPr lang="en-US" sz="2000" b="1" kern="1200">
              <a:latin typeface="Calibri Light" panose="020F0302020204030204"/>
            </a:rPr>
            <a:t>relationships &amp; skills </a:t>
          </a:r>
          <a:endParaRPr lang="en-US" sz="2000" b="1" kern="1200"/>
        </a:p>
      </dsp:txBody>
      <dsp:txXfrm>
        <a:off x="0" y="2953933"/>
        <a:ext cx="7197345" cy="737942"/>
      </dsp:txXfrm>
    </dsp:sp>
    <dsp:sp modelId="{1C7A9702-8CD0-4889-BF70-8938946D224B}">
      <dsp:nvSpPr>
        <dsp:cNvPr id="0" name=""/>
        <dsp:cNvSpPr/>
      </dsp:nvSpPr>
      <dsp:spPr>
        <a:xfrm>
          <a:off x="0" y="3691876"/>
          <a:ext cx="7197345"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1D060B-0FC0-4222-AFDA-30B275A18B31}">
      <dsp:nvSpPr>
        <dsp:cNvPr id="0" name=""/>
        <dsp:cNvSpPr/>
      </dsp:nvSpPr>
      <dsp:spPr>
        <a:xfrm>
          <a:off x="0" y="3691876"/>
          <a:ext cx="7197345" cy="737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b="1" kern="1200"/>
            <a:t>Work directly with local employers to develop jobs that meet a person’s ideal conditions for employment</a:t>
          </a:r>
        </a:p>
      </dsp:txBody>
      <dsp:txXfrm>
        <a:off x="0" y="3691876"/>
        <a:ext cx="7197345" cy="7379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D45C28-0520-4D31-84A6-95A330D09267}">
      <dsp:nvSpPr>
        <dsp:cNvPr id="0" name=""/>
        <dsp:cNvSpPr/>
      </dsp:nvSpPr>
      <dsp:spPr>
        <a:xfrm>
          <a:off x="0" y="1503"/>
          <a:ext cx="10730817" cy="640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B68667-D733-4B0F-8AFE-9B213ED221F6}">
      <dsp:nvSpPr>
        <dsp:cNvPr id="0" name=""/>
        <dsp:cNvSpPr/>
      </dsp:nvSpPr>
      <dsp:spPr>
        <a:xfrm>
          <a:off x="193754" y="145617"/>
          <a:ext cx="352280" cy="3522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E3AC04-407E-49BB-828A-36784B0EF649}">
      <dsp:nvSpPr>
        <dsp:cNvPr id="0" name=""/>
        <dsp:cNvSpPr/>
      </dsp:nvSpPr>
      <dsp:spPr>
        <a:xfrm>
          <a:off x="739788" y="1503"/>
          <a:ext cx="9991028" cy="640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787" tIns="67787" rIns="67787" bIns="67787" numCol="1" spcCol="1270" anchor="ctr" anchorCtr="0">
          <a:noAutofit/>
        </a:bodyPr>
        <a:lstStyle/>
        <a:p>
          <a:pPr marL="0" lvl="0" indent="0" algn="l" defTabSz="844550">
            <a:lnSpc>
              <a:spcPct val="100000"/>
            </a:lnSpc>
            <a:spcBef>
              <a:spcPct val="0"/>
            </a:spcBef>
            <a:spcAft>
              <a:spcPct val="35000"/>
            </a:spcAft>
            <a:buNone/>
          </a:pPr>
          <a:r>
            <a:rPr lang="en-US" sz="1900" kern="1200"/>
            <a:t>Use positive and person first language (not program language)</a:t>
          </a:r>
        </a:p>
      </dsp:txBody>
      <dsp:txXfrm>
        <a:off x="739788" y="1503"/>
        <a:ext cx="9991028" cy="640509"/>
      </dsp:txXfrm>
    </dsp:sp>
    <dsp:sp modelId="{708E2B5E-286E-4672-B90E-C7F346F8E3F6}">
      <dsp:nvSpPr>
        <dsp:cNvPr id="0" name=""/>
        <dsp:cNvSpPr/>
      </dsp:nvSpPr>
      <dsp:spPr>
        <a:xfrm>
          <a:off x="0" y="802140"/>
          <a:ext cx="10730817" cy="640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959002-46C6-4E2A-AF2D-E9CE1B095AB3}">
      <dsp:nvSpPr>
        <dsp:cNvPr id="0" name=""/>
        <dsp:cNvSpPr/>
      </dsp:nvSpPr>
      <dsp:spPr>
        <a:xfrm>
          <a:off x="193754" y="946255"/>
          <a:ext cx="352280" cy="3522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B21C1B-283B-4206-87D4-00FD09FB54D9}">
      <dsp:nvSpPr>
        <dsp:cNvPr id="0" name=""/>
        <dsp:cNvSpPr/>
      </dsp:nvSpPr>
      <dsp:spPr>
        <a:xfrm>
          <a:off x="739788" y="802140"/>
          <a:ext cx="9991028" cy="640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787" tIns="67787" rIns="67787" bIns="67787" numCol="1" spcCol="1270" anchor="ctr" anchorCtr="0">
          <a:noAutofit/>
        </a:bodyPr>
        <a:lstStyle/>
        <a:p>
          <a:pPr marL="0" lvl="0" indent="0" algn="l" defTabSz="844550">
            <a:lnSpc>
              <a:spcPct val="100000"/>
            </a:lnSpc>
            <a:spcBef>
              <a:spcPct val="0"/>
            </a:spcBef>
            <a:spcAft>
              <a:spcPct val="35000"/>
            </a:spcAft>
            <a:buNone/>
          </a:pPr>
          <a:r>
            <a:rPr lang="en-US" sz="1900" kern="1200"/>
            <a:t>Be specific and clear</a:t>
          </a:r>
        </a:p>
      </dsp:txBody>
      <dsp:txXfrm>
        <a:off x="739788" y="802140"/>
        <a:ext cx="9991028" cy="640509"/>
      </dsp:txXfrm>
    </dsp:sp>
    <dsp:sp modelId="{00AFCC49-2A68-438D-8FAD-7526E88F7A85}">
      <dsp:nvSpPr>
        <dsp:cNvPr id="0" name=""/>
        <dsp:cNvSpPr/>
      </dsp:nvSpPr>
      <dsp:spPr>
        <a:xfrm>
          <a:off x="0" y="1602777"/>
          <a:ext cx="10730817" cy="640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3608E0-F187-4595-B2D2-859A5B3929C6}">
      <dsp:nvSpPr>
        <dsp:cNvPr id="0" name=""/>
        <dsp:cNvSpPr/>
      </dsp:nvSpPr>
      <dsp:spPr>
        <a:xfrm>
          <a:off x="193754" y="1746892"/>
          <a:ext cx="352280" cy="3522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737103-F946-4C2A-9407-1E06A56AD899}">
      <dsp:nvSpPr>
        <dsp:cNvPr id="0" name=""/>
        <dsp:cNvSpPr/>
      </dsp:nvSpPr>
      <dsp:spPr>
        <a:xfrm>
          <a:off x="739788" y="1602777"/>
          <a:ext cx="9991028" cy="640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787" tIns="67787" rIns="67787" bIns="67787" numCol="1" spcCol="1270" anchor="ctr" anchorCtr="0">
          <a:noAutofit/>
        </a:bodyPr>
        <a:lstStyle/>
        <a:p>
          <a:pPr marL="0" lvl="0" indent="0" algn="l" defTabSz="844550">
            <a:lnSpc>
              <a:spcPct val="100000"/>
            </a:lnSpc>
            <a:spcBef>
              <a:spcPct val="0"/>
            </a:spcBef>
            <a:spcAft>
              <a:spcPct val="35000"/>
            </a:spcAft>
            <a:buNone/>
          </a:pPr>
          <a:r>
            <a:rPr lang="en-US" sz="1900" kern="1200"/>
            <a:t>Be thorough </a:t>
          </a:r>
        </a:p>
      </dsp:txBody>
      <dsp:txXfrm>
        <a:off x="739788" y="1602777"/>
        <a:ext cx="9991028" cy="640509"/>
      </dsp:txXfrm>
    </dsp:sp>
    <dsp:sp modelId="{49F2CA00-C30F-4E46-AC11-90AC9AA2B5F2}">
      <dsp:nvSpPr>
        <dsp:cNvPr id="0" name=""/>
        <dsp:cNvSpPr/>
      </dsp:nvSpPr>
      <dsp:spPr>
        <a:xfrm>
          <a:off x="0" y="2403415"/>
          <a:ext cx="10730817" cy="640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F1E2EB-B5EE-4FA7-9BB5-0EFEB6DA9AB0}">
      <dsp:nvSpPr>
        <dsp:cNvPr id="0" name=""/>
        <dsp:cNvSpPr/>
      </dsp:nvSpPr>
      <dsp:spPr>
        <a:xfrm>
          <a:off x="193754" y="2547529"/>
          <a:ext cx="352280" cy="3522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93988B-040C-43FE-99C0-253C9CCF391E}">
      <dsp:nvSpPr>
        <dsp:cNvPr id="0" name=""/>
        <dsp:cNvSpPr/>
      </dsp:nvSpPr>
      <dsp:spPr>
        <a:xfrm>
          <a:off x="739788" y="2403415"/>
          <a:ext cx="9991028" cy="640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787" tIns="67787" rIns="67787" bIns="67787" numCol="1" spcCol="1270" anchor="ctr" anchorCtr="0">
          <a:noAutofit/>
        </a:bodyPr>
        <a:lstStyle/>
        <a:p>
          <a:pPr marL="0" lvl="0" indent="0" algn="l" defTabSz="844550" rtl="0">
            <a:lnSpc>
              <a:spcPct val="100000"/>
            </a:lnSpc>
            <a:spcBef>
              <a:spcPct val="0"/>
            </a:spcBef>
            <a:spcAft>
              <a:spcPct val="35000"/>
            </a:spcAft>
            <a:buNone/>
          </a:pPr>
          <a:r>
            <a:rPr lang="en-US" sz="1900" kern="1200"/>
            <a:t>Focus on </a:t>
          </a:r>
          <a:r>
            <a:rPr lang="en-US" sz="1900" kern="1200">
              <a:latin typeface="Calibri Light" panose="020F0302020204030204"/>
            </a:rPr>
            <a:t>HOW to</a:t>
          </a:r>
          <a:r>
            <a:rPr lang="en-US" sz="1900" kern="1200"/>
            <a:t> support people</a:t>
          </a:r>
        </a:p>
      </dsp:txBody>
      <dsp:txXfrm>
        <a:off x="739788" y="2403415"/>
        <a:ext cx="9991028" cy="640509"/>
      </dsp:txXfrm>
    </dsp:sp>
    <dsp:sp modelId="{6ADD3AEF-34E3-42E4-82B3-B3C6961A6BD2}">
      <dsp:nvSpPr>
        <dsp:cNvPr id="0" name=""/>
        <dsp:cNvSpPr/>
      </dsp:nvSpPr>
      <dsp:spPr>
        <a:xfrm>
          <a:off x="0" y="3204052"/>
          <a:ext cx="10730817" cy="640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904FA9-03FF-4DC8-BD3F-47241D89EDDF}">
      <dsp:nvSpPr>
        <dsp:cNvPr id="0" name=""/>
        <dsp:cNvSpPr/>
      </dsp:nvSpPr>
      <dsp:spPr>
        <a:xfrm>
          <a:off x="193754" y="3348167"/>
          <a:ext cx="352280" cy="35228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B130E1-114B-4A0B-8A05-AA7762938D1C}">
      <dsp:nvSpPr>
        <dsp:cNvPr id="0" name=""/>
        <dsp:cNvSpPr/>
      </dsp:nvSpPr>
      <dsp:spPr>
        <a:xfrm>
          <a:off x="739788" y="3204052"/>
          <a:ext cx="9991028" cy="640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787" tIns="67787" rIns="67787" bIns="67787"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Light" panose="020F0302020204030204"/>
            </a:rPr>
            <a:t>Focus on outcomes (employment and community life engagement)</a:t>
          </a:r>
        </a:p>
      </dsp:txBody>
      <dsp:txXfrm>
        <a:off x="739788" y="3204052"/>
        <a:ext cx="9991028" cy="640509"/>
      </dsp:txXfrm>
    </dsp:sp>
    <dsp:sp modelId="{1DCBDAED-F533-4FC8-AD7E-AEA0E82C7F21}">
      <dsp:nvSpPr>
        <dsp:cNvPr id="0" name=""/>
        <dsp:cNvSpPr/>
      </dsp:nvSpPr>
      <dsp:spPr>
        <a:xfrm>
          <a:off x="0" y="4004689"/>
          <a:ext cx="10730817" cy="6405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178BF7-E1EA-4089-8AEA-2984ECB0347C}">
      <dsp:nvSpPr>
        <dsp:cNvPr id="0" name=""/>
        <dsp:cNvSpPr/>
      </dsp:nvSpPr>
      <dsp:spPr>
        <a:xfrm>
          <a:off x="193754" y="4148804"/>
          <a:ext cx="352280" cy="352280"/>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C37EF7-55E8-405C-869F-3B04C04CE8D2}">
      <dsp:nvSpPr>
        <dsp:cNvPr id="0" name=""/>
        <dsp:cNvSpPr/>
      </dsp:nvSpPr>
      <dsp:spPr>
        <a:xfrm>
          <a:off x="739788" y="4004689"/>
          <a:ext cx="9991028" cy="6405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7787" tIns="67787" rIns="67787" bIns="67787" numCol="1" spcCol="1270" anchor="ctr" anchorCtr="0">
          <a:noAutofit/>
        </a:bodyPr>
        <a:lstStyle/>
        <a:p>
          <a:pPr marL="0" lvl="0" indent="0" algn="l" defTabSz="844550" rtl="0">
            <a:lnSpc>
              <a:spcPct val="100000"/>
            </a:lnSpc>
            <a:spcBef>
              <a:spcPct val="0"/>
            </a:spcBef>
            <a:spcAft>
              <a:spcPct val="35000"/>
            </a:spcAft>
            <a:buNone/>
          </a:pPr>
          <a:r>
            <a:rPr lang="en-US" sz="1900" kern="1200">
              <a:latin typeface="Calibri Light" panose="020F0302020204030204"/>
            </a:rPr>
            <a:t>Update with new info</a:t>
          </a:r>
        </a:p>
      </dsp:txBody>
      <dsp:txXfrm>
        <a:off x="739788" y="4004689"/>
        <a:ext cx="9991028" cy="64050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22E38-08D3-4D39-981F-E5D4B86843D7}">
      <dsp:nvSpPr>
        <dsp:cNvPr id="0" name=""/>
        <dsp:cNvSpPr/>
      </dsp:nvSpPr>
      <dsp:spPr>
        <a:xfrm>
          <a:off x="1106056" y="-3621"/>
          <a:ext cx="4426915" cy="4426915"/>
        </a:xfrm>
        <a:prstGeom prst="circularArrow">
          <a:avLst>
            <a:gd name="adj1" fmla="val 5274"/>
            <a:gd name="adj2" fmla="val 312630"/>
            <a:gd name="adj3" fmla="val 14252557"/>
            <a:gd name="adj4" fmla="val 17112740"/>
            <a:gd name="adj5" fmla="val 5477"/>
          </a:avLst>
        </a:prstGeom>
        <a:solidFill>
          <a:schemeClr val="bg2">
            <a:lumMod val="75000"/>
          </a:schemeClr>
        </a:solidFill>
        <a:ln>
          <a:noFill/>
        </a:ln>
        <a:effectLst/>
      </dsp:spPr>
      <dsp:style>
        <a:lnRef idx="0">
          <a:scrgbClr r="0" g="0" b="0"/>
        </a:lnRef>
        <a:fillRef idx="1">
          <a:scrgbClr r="0" g="0" b="0"/>
        </a:fillRef>
        <a:effectRef idx="0">
          <a:scrgbClr r="0" g="0" b="0"/>
        </a:effectRef>
        <a:fontRef idx="minor"/>
      </dsp:style>
    </dsp:sp>
    <dsp:sp modelId="{6898032B-9C70-412A-AAFB-A586B50B3570}">
      <dsp:nvSpPr>
        <dsp:cNvPr id="0" name=""/>
        <dsp:cNvSpPr/>
      </dsp:nvSpPr>
      <dsp:spPr>
        <a:xfrm>
          <a:off x="2489635" y="2161"/>
          <a:ext cx="1659757" cy="8298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Learn new things about people</a:t>
          </a:r>
          <a:endParaRPr lang="en-US" sz="1500" kern="1200"/>
        </a:p>
      </dsp:txBody>
      <dsp:txXfrm>
        <a:off x="2530146" y="42672"/>
        <a:ext cx="1578735" cy="748856"/>
      </dsp:txXfrm>
    </dsp:sp>
    <dsp:sp modelId="{3DD42D50-FE84-45F1-8366-E4D6949DA858}">
      <dsp:nvSpPr>
        <dsp:cNvPr id="0" name=""/>
        <dsp:cNvSpPr/>
      </dsp:nvSpPr>
      <dsp:spPr>
        <a:xfrm>
          <a:off x="4044938" y="900115"/>
          <a:ext cx="1659757" cy="8298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Update profiles</a:t>
          </a:r>
          <a:endParaRPr lang="en-US" sz="1500" kern="1200"/>
        </a:p>
      </dsp:txBody>
      <dsp:txXfrm>
        <a:off x="4085449" y="940626"/>
        <a:ext cx="1578735" cy="748856"/>
      </dsp:txXfrm>
    </dsp:sp>
    <dsp:sp modelId="{78322D93-FAB8-4C8C-B10A-626325F7031C}">
      <dsp:nvSpPr>
        <dsp:cNvPr id="0" name=""/>
        <dsp:cNvSpPr/>
      </dsp:nvSpPr>
      <dsp:spPr>
        <a:xfrm>
          <a:off x="4044938" y="2696024"/>
          <a:ext cx="1659757" cy="8298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Inform plan, outcomes, goals</a:t>
          </a:r>
          <a:endParaRPr lang="en-US" sz="1500" kern="1200"/>
        </a:p>
      </dsp:txBody>
      <dsp:txXfrm>
        <a:off x="4085449" y="2736535"/>
        <a:ext cx="1578735" cy="748856"/>
      </dsp:txXfrm>
    </dsp:sp>
    <dsp:sp modelId="{D2533DF7-B793-476C-BE50-3332DC67C6E8}">
      <dsp:nvSpPr>
        <dsp:cNvPr id="0" name=""/>
        <dsp:cNvSpPr/>
      </dsp:nvSpPr>
      <dsp:spPr>
        <a:xfrm>
          <a:off x="2489635" y="3593979"/>
          <a:ext cx="1659757" cy="8298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Use services to support outcomes and goals</a:t>
          </a:r>
          <a:endParaRPr lang="en-US" sz="1500" kern="1200"/>
        </a:p>
      </dsp:txBody>
      <dsp:txXfrm>
        <a:off x="2530146" y="3634490"/>
        <a:ext cx="1578735" cy="748856"/>
      </dsp:txXfrm>
    </dsp:sp>
    <dsp:sp modelId="{F577467E-E41E-4EF1-964E-3A2E79F0281E}">
      <dsp:nvSpPr>
        <dsp:cNvPr id="0" name=""/>
        <dsp:cNvSpPr/>
      </dsp:nvSpPr>
      <dsp:spPr>
        <a:xfrm>
          <a:off x="934332" y="2696024"/>
          <a:ext cx="1659757" cy="8298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Track progress/data</a:t>
          </a:r>
        </a:p>
      </dsp:txBody>
      <dsp:txXfrm>
        <a:off x="974843" y="2736535"/>
        <a:ext cx="1578735" cy="748856"/>
      </dsp:txXfrm>
    </dsp:sp>
    <dsp:sp modelId="{8C103B78-8634-496A-8D0E-2D6663DE727E}">
      <dsp:nvSpPr>
        <dsp:cNvPr id="0" name=""/>
        <dsp:cNvSpPr/>
      </dsp:nvSpPr>
      <dsp:spPr>
        <a:xfrm>
          <a:off x="934332" y="900115"/>
          <a:ext cx="1659757" cy="829878"/>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rtl="0">
            <a:lnSpc>
              <a:spcPct val="90000"/>
            </a:lnSpc>
            <a:spcBef>
              <a:spcPct val="0"/>
            </a:spcBef>
            <a:spcAft>
              <a:spcPct val="35000"/>
            </a:spcAft>
            <a:buNone/>
          </a:pPr>
          <a:r>
            <a:rPr lang="en-US" sz="1500" kern="1200">
              <a:latin typeface="Calibri Light" panose="020F0302020204030204"/>
            </a:rPr>
            <a:t>Adjust services/supports</a:t>
          </a:r>
          <a:endParaRPr lang="en-US" sz="1500" kern="1200"/>
        </a:p>
      </dsp:txBody>
      <dsp:txXfrm>
        <a:off x="974843" y="940626"/>
        <a:ext cx="1578735" cy="74885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D8AE70-0E01-4585-89DA-214DE0E462DA}" type="datetimeFigureOut">
              <a:rPr lang="en-US" smtClean="0"/>
              <a:t>5/22/2024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659C8-9A3A-4BD7-B325-6A1DF5840E67}" type="slidenum">
              <a:rPr lang="en-US" smtClean="0"/>
              <a:t>‹#›</a:t>
            </a:fld>
            <a:endParaRPr lang="en-US"/>
          </a:p>
        </p:txBody>
      </p:sp>
    </p:spTree>
    <p:extLst>
      <p:ext uri="{BB962C8B-B14F-4D97-AF65-F5344CB8AC3E}">
        <p14:creationId xmlns:p14="http://schemas.microsoft.com/office/powerpoint/2010/main" val="2129611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Arial" charset="0"/>
                <a:ea typeface="ヒラギノ角ゴ Pro W3" charset="0"/>
                <a:cs typeface="ヒラギノ角ゴ Pro W3" charset="0"/>
              </a:defRPr>
            </a:lvl1pPr>
            <a:lvl2pPr marL="742950" indent="-285750">
              <a:defRPr sz="2000">
                <a:solidFill>
                  <a:schemeClr val="tx1"/>
                </a:solidFill>
                <a:latin typeface="Arial" charset="0"/>
                <a:ea typeface="ヒラギノ角ゴ Pro W3" charset="0"/>
              </a:defRPr>
            </a:lvl2pPr>
            <a:lvl3pPr marL="1143000" indent="-228600">
              <a:defRPr sz="2000">
                <a:solidFill>
                  <a:schemeClr val="tx1"/>
                </a:solidFill>
                <a:latin typeface="Arial" charset="0"/>
                <a:ea typeface="ヒラギノ角ゴ Pro W3" charset="0"/>
              </a:defRPr>
            </a:lvl3pPr>
            <a:lvl4pPr marL="1600200" indent="-228600">
              <a:defRPr sz="2000">
                <a:solidFill>
                  <a:schemeClr val="tx1"/>
                </a:solidFill>
                <a:latin typeface="Arial" charset="0"/>
                <a:ea typeface="ヒラギノ角ゴ Pro W3" charset="0"/>
              </a:defRPr>
            </a:lvl4pPr>
            <a:lvl5pPr marL="2057400" indent="-228600">
              <a:defRPr sz="2000">
                <a:solidFill>
                  <a:schemeClr val="tx1"/>
                </a:solidFill>
                <a:latin typeface="Arial" charset="0"/>
                <a:ea typeface="ヒラギノ角ゴ Pro W3" charset="0"/>
              </a:defRPr>
            </a:lvl5pPr>
            <a:lvl6pPr marL="2514600" indent="-228600" eaLnBrk="0" fontAlgn="base" hangingPunct="0">
              <a:spcBef>
                <a:spcPct val="0"/>
              </a:spcBef>
              <a:spcAft>
                <a:spcPct val="0"/>
              </a:spcAft>
              <a:defRPr sz="2000">
                <a:solidFill>
                  <a:schemeClr val="tx1"/>
                </a:solidFill>
                <a:latin typeface="Arial" charset="0"/>
                <a:ea typeface="ヒラギノ角ゴ Pro W3" charset="0"/>
              </a:defRPr>
            </a:lvl6pPr>
            <a:lvl7pPr marL="2971800" indent="-228600" eaLnBrk="0" fontAlgn="base" hangingPunct="0">
              <a:spcBef>
                <a:spcPct val="0"/>
              </a:spcBef>
              <a:spcAft>
                <a:spcPct val="0"/>
              </a:spcAft>
              <a:defRPr sz="2000">
                <a:solidFill>
                  <a:schemeClr val="tx1"/>
                </a:solidFill>
                <a:latin typeface="Arial" charset="0"/>
                <a:ea typeface="ヒラギノ角ゴ Pro W3" charset="0"/>
              </a:defRPr>
            </a:lvl7pPr>
            <a:lvl8pPr marL="3429000" indent="-228600" eaLnBrk="0" fontAlgn="base" hangingPunct="0">
              <a:spcBef>
                <a:spcPct val="0"/>
              </a:spcBef>
              <a:spcAft>
                <a:spcPct val="0"/>
              </a:spcAft>
              <a:defRPr sz="2000">
                <a:solidFill>
                  <a:schemeClr val="tx1"/>
                </a:solidFill>
                <a:latin typeface="Arial" charset="0"/>
                <a:ea typeface="ヒラギノ角ゴ Pro W3" charset="0"/>
              </a:defRPr>
            </a:lvl8pPr>
            <a:lvl9pPr marL="3886200" indent="-228600" eaLnBrk="0" fontAlgn="base" hangingPunct="0">
              <a:spcBef>
                <a:spcPct val="0"/>
              </a:spcBef>
              <a:spcAft>
                <a:spcPct val="0"/>
              </a:spcAft>
              <a:defRPr sz="2000">
                <a:solidFill>
                  <a:schemeClr val="tx1"/>
                </a:solidFill>
                <a:latin typeface="Arial" charset="0"/>
                <a:ea typeface="ヒラギノ角ゴ Pro W3" charset="0"/>
              </a:defRPr>
            </a:lvl9pPr>
          </a:lstStyle>
          <a:p>
            <a:fld id="{A41601A5-C9E7-A247-A72F-F4CC89B63294}" type="slidenum">
              <a:rPr lang="en-US" sz="1200"/>
              <a:pPr/>
              <a:t>1</a:t>
            </a:fld>
            <a:endParaRPr lang="en-US" sz="1200"/>
          </a:p>
        </p:txBody>
      </p:sp>
      <p:sp>
        <p:nvSpPr>
          <p:cNvPr id="18435" name="Rectangle 2"/>
          <p:cNvSpPr>
            <a:spLocks noGrp="1" noRot="1" noChangeAspect="1" noChangeArrowheads="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solidFill>
                <a:srgbClr val="FF0000"/>
              </a:solidFill>
              <a:cs typeface="Calibri"/>
            </a:endParaRPr>
          </a:p>
        </p:txBody>
      </p:sp>
    </p:spTree>
    <p:extLst>
      <p:ext uri="{BB962C8B-B14F-4D97-AF65-F5344CB8AC3E}">
        <p14:creationId xmlns:p14="http://schemas.microsoft.com/office/powerpoint/2010/main" val="1596318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63B659C8-9A3A-4BD7-B325-6A1DF5840E67}" type="slidenum">
              <a:rPr lang="en-US" smtClean="0"/>
              <a:t>2</a:t>
            </a:fld>
            <a:endParaRPr lang="en-US"/>
          </a:p>
        </p:txBody>
      </p:sp>
    </p:spTree>
    <p:extLst>
      <p:ext uri="{BB962C8B-B14F-4D97-AF65-F5344CB8AC3E}">
        <p14:creationId xmlns:p14="http://schemas.microsoft.com/office/powerpoint/2010/main" val="3102585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600" dirty="0"/>
              <a:t> </a:t>
            </a:r>
            <a:endParaRPr lang="en-US" sz="2400" b="1" dirty="0">
              <a:latin typeface="Calibri" panose="020F0502020204030204" pitchFamily="34" charset="0"/>
              <a:ea typeface="Calibri" panose="020F0502020204030204" pitchFamily="34" charset="0"/>
              <a:cs typeface="Calibri"/>
            </a:endParaRPr>
          </a:p>
        </p:txBody>
      </p:sp>
      <p:sp>
        <p:nvSpPr>
          <p:cNvPr id="4" name="Slide Number Placeholder 3"/>
          <p:cNvSpPr>
            <a:spLocks noGrp="1"/>
          </p:cNvSpPr>
          <p:nvPr>
            <p:ph type="sldNum" sz="quarter" idx="5"/>
          </p:nvPr>
        </p:nvSpPr>
        <p:spPr/>
        <p:txBody>
          <a:bodyPr/>
          <a:lstStyle/>
          <a:p>
            <a:pPr>
              <a:defRPr/>
            </a:pPr>
            <a:fld id="{1E6EAF8F-0920-7444-BF36-95ABB4CBBBE1}" type="slidenum">
              <a:rPr lang="en-US" altLang="en-US" smtClean="0"/>
              <a:pPr>
                <a:defRPr/>
              </a:pPr>
              <a:t>3</a:t>
            </a:fld>
            <a:endParaRPr lang="en-US" altLang="en-US"/>
          </a:p>
        </p:txBody>
      </p:sp>
    </p:spTree>
    <p:extLst>
      <p:ext uri="{BB962C8B-B14F-4D97-AF65-F5344CB8AC3E}">
        <p14:creationId xmlns:p14="http://schemas.microsoft.com/office/powerpoint/2010/main" val="1369934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Staci </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81CCF30-75E7-4047-B971-189668F289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0519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5</a:t>
            </a:fld>
            <a:endParaRPr lang="en-US"/>
          </a:p>
        </p:txBody>
      </p:sp>
    </p:spTree>
    <p:extLst>
      <p:ext uri="{BB962C8B-B14F-4D97-AF65-F5344CB8AC3E}">
        <p14:creationId xmlns:p14="http://schemas.microsoft.com/office/powerpoint/2010/main" val="432622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FF7C0A9C-8EB1-2944-91B3-96D63BF1E2CF}" type="slidenum">
              <a:rPr lang="en-US" smtClean="0"/>
              <a:t>6</a:t>
            </a:fld>
            <a:endParaRPr lang="en-US"/>
          </a:p>
        </p:txBody>
      </p:sp>
    </p:spTree>
    <p:extLst>
      <p:ext uri="{BB962C8B-B14F-4D97-AF65-F5344CB8AC3E}">
        <p14:creationId xmlns:p14="http://schemas.microsoft.com/office/powerpoint/2010/main" val="2902303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Brian </a:t>
            </a:r>
          </a:p>
        </p:txBody>
      </p:sp>
      <p:sp>
        <p:nvSpPr>
          <p:cNvPr id="4" name="Slide Number Placeholder 3"/>
          <p:cNvSpPr>
            <a:spLocks noGrp="1"/>
          </p:cNvSpPr>
          <p:nvPr>
            <p:ph type="sldNum" sz="quarter" idx="5"/>
          </p:nvPr>
        </p:nvSpPr>
        <p:spPr/>
        <p:txBody>
          <a:bodyPr/>
          <a:lstStyle/>
          <a:p>
            <a:fld id="{AA66B766-5C45-4899-B719-22BA409C4ED8}" type="slidenum">
              <a:rPr lang="en-US" smtClean="0"/>
              <a:t>7</a:t>
            </a:fld>
            <a:endParaRPr lang="en-US"/>
          </a:p>
        </p:txBody>
      </p:sp>
    </p:spTree>
    <p:extLst>
      <p:ext uri="{BB962C8B-B14F-4D97-AF65-F5344CB8AC3E}">
        <p14:creationId xmlns:p14="http://schemas.microsoft.com/office/powerpoint/2010/main" val="3211284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8</a:t>
            </a:fld>
            <a:endParaRPr lang="en-US"/>
          </a:p>
        </p:txBody>
      </p:sp>
    </p:spTree>
    <p:extLst>
      <p:ext uri="{BB962C8B-B14F-4D97-AF65-F5344CB8AC3E}">
        <p14:creationId xmlns:p14="http://schemas.microsoft.com/office/powerpoint/2010/main" val="2589335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9</a:t>
            </a:fld>
            <a:endParaRPr lang="en-US"/>
          </a:p>
        </p:txBody>
      </p:sp>
    </p:spTree>
    <p:extLst>
      <p:ext uri="{BB962C8B-B14F-4D97-AF65-F5344CB8AC3E}">
        <p14:creationId xmlns:p14="http://schemas.microsoft.com/office/powerpoint/2010/main" val="1180762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10</a:t>
            </a:fld>
            <a:endParaRPr lang="en-US"/>
          </a:p>
        </p:txBody>
      </p:sp>
    </p:spTree>
    <p:extLst>
      <p:ext uri="{BB962C8B-B14F-4D97-AF65-F5344CB8AC3E}">
        <p14:creationId xmlns:p14="http://schemas.microsoft.com/office/powerpoint/2010/main" val="3441876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 a  small group of people, including John O'Brien, Connie Lyle O'Brien, Beth Mount, Michael Smull and others</a:t>
            </a:r>
          </a:p>
          <a:p>
            <a:endParaRPr lang="en-US">
              <a:cs typeface="Calibri"/>
            </a:endParaRPr>
          </a:p>
        </p:txBody>
      </p:sp>
      <p:sp>
        <p:nvSpPr>
          <p:cNvPr id="4" name="Slide Number Placeholder 3"/>
          <p:cNvSpPr>
            <a:spLocks noGrp="1"/>
          </p:cNvSpPr>
          <p:nvPr>
            <p:ph type="sldNum" sz="quarter" idx="5"/>
          </p:nvPr>
        </p:nvSpPr>
        <p:spPr/>
        <p:txBody>
          <a:bodyPr/>
          <a:lstStyle/>
          <a:p>
            <a:fld id="{63B659C8-9A3A-4BD7-B325-6A1DF5840E67}" type="slidenum">
              <a:rPr lang="en-US" smtClean="0"/>
              <a:t>11</a:t>
            </a:fld>
            <a:endParaRPr lang="en-US"/>
          </a:p>
        </p:txBody>
      </p:sp>
    </p:spTree>
    <p:extLst>
      <p:ext uri="{BB962C8B-B14F-4D97-AF65-F5344CB8AC3E}">
        <p14:creationId xmlns:p14="http://schemas.microsoft.com/office/powerpoint/2010/main" val="7752618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by a  small group of people, including John O'Brien, Connie Lyle O'Brien, Beth Mount, Michael Smull and others</a:t>
            </a:r>
          </a:p>
          <a:p>
            <a:endParaRPr lang="en-US">
              <a:cs typeface="Calibri"/>
            </a:endParaRPr>
          </a:p>
        </p:txBody>
      </p:sp>
      <p:sp>
        <p:nvSpPr>
          <p:cNvPr id="4" name="Slide Number Placeholder 3"/>
          <p:cNvSpPr>
            <a:spLocks noGrp="1"/>
          </p:cNvSpPr>
          <p:nvPr>
            <p:ph type="sldNum" sz="quarter" idx="5"/>
          </p:nvPr>
        </p:nvSpPr>
        <p:spPr/>
        <p:txBody>
          <a:bodyPr/>
          <a:lstStyle/>
          <a:p>
            <a:fld id="{63B659C8-9A3A-4BD7-B325-6A1DF5840E67}" type="slidenum">
              <a:rPr lang="en-US" smtClean="0"/>
              <a:t>12</a:t>
            </a:fld>
            <a:endParaRPr lang="en-US"/>
          </a:p>
        </p:txBody>
      </p:sp>
    </p:spTree>
    <p:extLst>
      <p:ext uri="{BB962C8B-B14F-4D97-AF65-F5344CB8AC3E}">
        <p14:creationId xmlns:p14="http://schemas.microsoft.com/office/powerpoint/2010/main" val="1642081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13</a:t>
            </a:fld>
            <a:endParaRPr lang="en-US"/>
          </a:p>
        </p:txBody>
      </p:sp>
    </p:spTree>
    <p:extLst>
      <p:ext uri="{BB962C8B-B14F-4D97-AF65-F5344CB8AC3E}">
        <p14:creationId xmlns:p14="http://schemas.microsoft.com/office/powerpoint/2010/main" val="27752477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14</a:t>
            </a:fld>
            <a:endParaRPr lang="en-US"/>
          </a:p>
        </p:txBody>
      </p:sp>
    </p:spTree>
    <p:extLst>
      <p:ext uri="{BB962C8B-B14F-4D97-AF65-F5344CB8AC3E}">
        <p14:creationId xmlns:p14="http://schemas.microsoft.com/office/powerpoint/2010/main" val="3964951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15</a:t>
            </a:fld>
            <a:endParaRPr lang="en-US"/>
          </a:p>
        </p:txBody>
      </p:sp>
    </p:spTree>
    <p:extLst>
      <p:ext uri="{BB962C8B-B14F-4D97-AF65-F5344CB8AC3E}">
        <p14:creationId xmlns:p14="http://schemas.microsoft.com/office/powerpoint/2010/main" val="626157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What are the ways you currently get to know people you're supporting? </a:t>
            </a:r>
          </a:p>
          <a:p>
            <a:r>
              <a:rPr lang="en-US">
                <a:cs typeface="Calibri"/>
              </a:rPr>
              <a:t>Are there things you might not know enough about the person?</a:t>
            </a:r>
          </a:p>
        </p:txBody>
      </p:sp>
      <p:sp>
        <p:nvSpPr>
          <p:cNvPr id="4" name="Slide Number Placeholder 3"/>
          <p:cNvSpPr>
            <a:spLocks noGrp="1"/>
          </p:cNvSpPr>
          <p:nvPr>
            <p:ph type="sldNum" sz="quarter" idx="5"/>
          </p:nvPr>
        </p:nvSpPr>
        <p:spPr/>
        <p:txBody>
          <a:bodyPr/>
          <a:lstStyle/>
          <a:p>
            <a:fld id="{63B659C8-9A3A-4BD7-B325-6A1DF5840E67}" type="slidenum">
              <a:rPr lang="en-US" smtClean="0"/>
              <a:t>16</a:t>
            </a:fld>
            <a:endParaRPr lang="en-US"/>
          </a:p>
        </p:txBody>
      </p:sp>
    </p:spTree>
    <p:extLst>
      <p:ext uri="{BB962C8B-B14F-4D97-AF65-F5344CB8AC3E}">
        <p14:creationId xmlns:p14="http://schemas.microsoft.com/office/powerpoint/2010/main" val="3967654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cs typeface="Calibri"/>
              </a:rPr>
              <a:t>How often are DSPs updating? When, how? </a:t>
            </a:r>
          </a:p>
          <a:p>
            <a:pPr marL="285750" indent="-285750">
              <a:buFont typeface="Arial"/>
              <a:buChar char="•"/>
            </a:pPr>
            <a:r>
              <a:rPr lang="en-US">
                <a:cs typeface="Calibri"/>
              </a:rPr>
              <a:t>Does the info MATCH what's in the PCP? If no, why not? </a:t>
            </a:r>
          </a:p>
        </p:txBody>
      </p:sp>
      <p:sp>
        <p:nvSpPr>
          <p:cNvPr id="4" name="Slide Number Placeholder 3"/>
          <p:cNvSpPr>
            <a:spLocks noGrp="1"/>
          </p:cNvSpPr>
          <p:nvPr>
            <p:ph type="sldNum" sz="quarter" idx="5"/>
          </p:nvPr>
        </p:nvSpPr>
        <p:spPr/>
        <p:txBody>
          <a:bodyPr/>
          <a:lstStyle/>
          <a:p>
            <a:fld id="{63B659C8-9A3A-4BD7-B325-6A1DF5840E67}" type="slidenum">
              <a:rPr lang="en-US" smtClean="0"/>
              <a:t>17</a:t>
            </a:fld>
            <a:endParaRPr lang="en-US"/>
          </a:p>
        </p:txBody>
      </p:sp>
    </p:spTree>
    <p:extLst>
      <p:ext uri="{BB962C8B-B14F-4D97-AF65-F5344CB8AC3E}">
        <p14:creationId xmlns:p14="http://schemas.microsoft.com/office/powerpoint/2010/main" val="3359487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Sean- he wants a job like Jason</a:t>
            </a:r>
          </a:p>
          <a:p>
            <a:r>
              <a:rPr lang="en-US">
                <a:cs typeface="Calibri"/>
              </a:rPr>
              <a:t>James- hurricane </a:t>
            </a:r>
            <a:r>
              <a:rPr lang="en-US" err="1">
                <a:cs typeface="Calibri"/>
              </a:rPr>
              <a:t>katrina</a:t>
            </a:r>
            <a:r>
              <a:rPr lang="en-US">
                <a:cs typeface="Calibri"/>
              </a:rPr>
              <a:t> </a:t>
            </a:r>
          </a:p>
          <a:p>
            <a:endParaRPr lang="en-US">
              <a:cs typeface="Calibri"/>
            </a:endParaRPr>
          </a:p>
        </p:txBody>
      </p:sp>
      <p:sp>
        <p:nvSpPr>
          <p:cNvPr id="4" name="Slide Number Placeholder 3"/>
          <p:cNvSpPr>
            <a:spLocks noGrp="1"/>
          </p:cNvSpPr>
          <p:nvPr>
            <p:ph type="sldNum" sz="quarter" idx="5"/>
          </p:nvPr>
        </p:nvSpPr>
        <p:spPr/>
        <p:txBody>
          <a:bodyPr/>
          <a:lstStyle/>
          <a:p>
            <a:fld id="{63B659C8-9A3A-4BD7-B325-6A1DF5840E67}" type="slidenum">
              <a:rPr lang="en-US" smtClean="0"/>
              <a:t>18</a:t>
            </a:fld>
            <a:endParaRPr lang="en-US"/>
          </a:p>
        </p:txBody>
      </p:sp>
    </p:spTree>
    <p:extLst>
      <p:ext uri="{BB962C8B-B14F-4D97-AF65-F5344CB8AC3E}">
        <p14:creationId xmlns:p14="http://schemas.microsoft.com/office/powerpoint/2010/main" val="3246095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19</a:t>
            </a:fld>
            <a:endParaRPr lang="en-US"/>
          </a:p>
        </p:txBody>
      </p:sp>
    </p:spTree>
    <p:extLst>
      <p:ext uri="{BB962C8B-B14F-4D97-AF65-F5344CB8AC3E}">
        <p14:creationId xmlns:p14="http://schemas.microsoft.com/office/powerpoint/2010/main" val="3200488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20</a:t>
            </a:fld>
            <a:endParaRPr lang="en-US"/>
          </a:p>
        </p:txBody>
      </p:sp>
    </p:spTree>
    <p:extLst>
      <p:ext uri="{BB962C8B-B14F-4D97-AF65-F5344CB8AC3E}">
        <p14:creationId xmlns:p14="http://schemas.microsoft.com/office/powerpoint/2010/main" val="1973083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21</a:t>
            </a:fld>
            <a:endParaRPr lang="en-US"/>
          </a:p>
        </p:txBody>
      </p:sp>
    </p:spTree>
    <p:extLst>
      <p:ext uri="{BB962C8B-B14F-4D97-AF65-F5344CB8AC3E}">
        <p14:creationId xmlns:p14="http://schemas.microsoft.com/office/powerpoint/2010/main" val="345814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22</a:t>
            </a:fld>
            <a:endParaRPr lang="en-US"/>
          </a:p>
        </p:txBody>
      </p:sp>
    </p:spTree>
    <p:extLst>
      <p:ext uri="{BB962C8B-B14F-4D97-AF65-F5344CB8AC3E}">
        <p14:creationId xmlns:p14="http://schemas.microsoft.com/office/powerpoint/2010/main" val="3681755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23</a:t>
            </a:fld>
            <a:endParaRPr lang="en-US"/>
          </a:p>
        </p:txBody>
      </p:sp>
    </p:spTree>
    <p:extLst>
      <p:ext uri="{BB962C8B-B14F-4D97-AF65-F5344CB8AC3E}">
        <p14:creationId xmlns:p14="http://schemas.microsoft.com/office/powerpoint/2010/main" val="9366869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Collecting data in order to create a map of community assets and resources within a defined area. A community map or catalog can highlight people, places, organizations, and institutions that can be utilized to create a meaningful life. </a:t>
            </a:r>
          </a:p>
        </p:txBody>
      </p:sp>
      <p:sp>
        <p:nvSpPr>
          <p:cNvPr id="4" name="Slide Number Placeholder 3"/>
          <p:cNvSpPr>
            <a:spLocks noGrp="1"/>
          </p:cNvSpPr>
          <p:nvPr>
            <p:ph type="sldNum" sz="quarter" idx="5"/>
          </p:nvPr>
        </p:nvSpPr>
        <p:spPr/>
        <p:txBody>
          <a:bodyPr/>
          <a:lstStyle/>
          <a:p>
            <a:fld id="{63B659C8-9A3A-4BD7-B325-6A1DF5840E67}" type="slidenum">
              <a:rPr lang="en-US" smtClean="0"/>
              <a:t>24</a:t>
            </a:fld>
            <a:endParaRPr lang="en-US"/>
          </a:p>
        </p:txBody>
      </p:sp>
    </p:spTree>
    <p:extLst>
      <p:ext uri="{BB962C8B-B14F-4D97-AF65-F5344CB8AC3E}">
        <p14:creationId xmlns:p14="http://schemas.microsoft.com/office/powerpoint/2010/main" val="3590208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Collecting data in order to create a map of community assets and resources within a defined area. A community map or catalog can highlight people, places, organizations, and institutions that can be utilized to create a meaningful life. </a:t>
            </a:r>
          </a:p>
        </p:txBody>
      </p:sp>
      <p:sp>
        <p:nvSpPr>
          <p:cNvPr id="4" name="Slide Number Placeholder 3"/>
          <p:cNvSpPr>
            <a:spLocks noGrp="1"/>
          </p:cNvSpPr>
          <p:nvPr>
            <p:ph type="sldNum" sz="quarter" idx="5"/>
          </p:nvPr>
        </p:nvSpPr>
        <p:spPr/>
        <p:txBody>
          <a:bodyPr/>
          <a:lstStyle/>
          <a:p>
            <a:fld id="{63B659C8-9A3A-4BD7-B325-6A1DF5840E67}" type="slidenum">
              <a:rPr lang="en-US" smtClean="0"/>
              <a:t>25</a:t>
            </a:fld>
            <a:endParaRPr lang="en-US"/>
          </a:p>
        </p:txBody>
      </p:sp>
    </p:spTree>
    <p:extLst>
      <p:ext uri="{BB962C8B-B14F-4D97-AF65-F5344CB8AC3E}">
        <p14:creationId xmlns:p14="http://schemas.microsoft.com/office/powerpoint/2010/main" val="36734220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26</a:t>
            </a:fld>
            <a:endParaRPr lang="en-US"/>
          </a:p>
        </p:txBody>
      </p:sp>
    </p:spTree>
    <p:extLst>
      <p:ext uri="{BB962C8B-B14F-4D97-AF65-F5344CB8AC3E}">
        <p14:creationId xmlns:p14="http://schemas.microsoft.com/office/powerpoint/2010/main" val="12004704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27</a:t>
            </a:fld>
            <a:endParaRPr lang="en-US"/>
          </a:p>
        </p:txBody>
      </p:sp>
    </p:spTree>
    <p:extLst>
      <p:ext uri="{BB962C8B-B14F-4D97-AF65-F5344CB8AC3E}">
        <p14:creationId xmlns:p14="http://schemas.microsoft.com/office/powerpoint/2010/main" val="19793621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Next we're going to talk about the art of networking.  Building your network and creating opportunities for the people you support is crucial to their success in building a good life.  </a:t>
            </a:r>
            <a:endParaRPr lang="en-US"/>
          </a:p>
          <a:p>
            <a:endParaRPr lang="en-US">
              <a:ea typeface="Calibri"/>
              <a:cs typeface="Calibri"/>
            </a:endParaRPr>
          </a:p>
          <a:p>
            <a:r>
              <a:rPr lang="en-US">
                <a:ea typeface="Calibri"/>
                <a:cs typeface="Calibri"/>
              </a:rPr>
              <a:t>Talk about the book and the controversy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63B659C8-9A3A-4BD7-B325-6A1DF5840E67}" type="slidenum">
              <a:rPr lang="en-US" smtClean="0"/>
              <a:t>28</a:t>
            </a:fld>
            <a:endParaRPr lang="en-US"/>
          </a:p>
        </p:txBody>
      </p:sp>
    </p:spTree>
    <p:extLst>
      <p:ext uri="{BB962C8B-B14F-4D97-AF65-F5344CB8AC3E}">
        <p14:creationId xmlns:p14="http://schemas.microsoft.com/office/powerpoint/2010/main" val="18458330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29</a:t>
            </a:fld>
            <a:endParaRPr lang="en-US"/>
          </a:p>
        </p:txBody>
      </p:sp>
    </p:spTree>
    <p:extLst>
      <p:ext uri="{BB962C8B-B14F-4D97-AF65-F5344CB8AC3E}">
        <p14:creationId xmlns:p14="http://schemas.microsoft.com/office/powerpoint/2010/main" val="4270724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30</a:t>
            </a:fld>
            <a:endParaRPr lang="en-US"/>
          </a:p>
        </p:txBody>
      </p:sp>
    </p:spTree>
    <p:extLst>
      <p:ext uri="{BB962C8B-B14F-4D97-AF65-F5344CB8AC3E}">
        <p14:creationId xmlns:p14="http://schemas.microsoft.com/office/powerpoint/2010/main" val="39364345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a:ea typeface="Aptos" panose="020B0004020202020204" pitchFamily="34" charset="0"/>
                <a:cs typeface="Times New Roman" panose="02020603050405020304" pitchFamily="18" charset="0"/>
              </a:rPr>
              <a:t>Practice your opening: “Hello my name is, </a:t>
            </a:r>
            <a:r>
              <a:rPr lang="en-US" sz="1200" u="sng" kern="100" dirty="0">
                <a:effectLst/>
                <a:latin typeface="Aptos"/>
                <a:ea typeface="Aptos" panose="020B0004020202020204" pitchFamily="34" charset="0"/>
                <a:cs typeface="Times New Roman" panose="02020603050405020304" pitchFamily="18" charset="0"/>
              </a:rPr>
              <a:t>Amy</a:t>
            </a:r>
            <a:r>
              <a:rPr lang="en-US" sz="1200" kern="100" dirty="0">
                <a:effectLst/>
                <a:latin typeface="Aptos"/>
                <a:ea typeface="Aptos" panose="020B0004020202020204" pitchFamily="34" charset="0"/>
                <a:cs typeface="Times New Roman" panose="02020603050405020304" pitchFamily="18" charset="0"/>
              </a:rPr>
              <a:t> I’m an Employment Specialist at PHASE-Industries. I help people who want to work find jobs. Tell me about your business </a:t>
            </a:r>
            <a:r>
              <a:rPr lang="en-US" sz="1200" b="1" kern="100" dirty="0">
                <a:effectLst/>
                <a:latin typeface="Aptos"/>
                <a:ea typeface="Aptos" panose="020B0004020202020204" pitchFamily="34" charset="0"/>
                <a:cs typeface="Times New Roman" panose="02020603050405020304" pitchFamily="18" charset="0"/>
              </a:rPr>
              <a:t>AND</a:t>
            </a:r>
            <a:r>
              <a:rPr lang="en-US" sz="1200" kern="100" dirty="0">
                <a:effectLst/>
                <a:latin typeface="Aptos"/>
                <a:ea typeface="Aptos" panose="020B0004020202020204" pitchFamily="34" charset="0"/>
                <a:cs typeface="Times New Roman" panose="02020603050405020304" pitchFamily="18" charset="0"/>
              </a:rPr>
              <a:t> Could I set up a time to come back for about 15 minutes and learn more about your business? What day/time works best for you?”</a:t>
            </a:r>
          </a:p>
          <a:p>
            <a:r>
              <a:rPr lang="en-US" sz="1200" kern="100" dirty="0">
                <a:effectLst/>
                <a:latin typeface="Aptos"/>
                <a:ea typeface="Aptos" panose="020B0004020202020204" pitchFamily="34" charset="0"/>
                <a:cs typeface="Times New Roman" panose="02020603050405020304" pitchFamily="18" charset="0"/>
              </a:rPr>
              <a:t>Your goal is to get to speak with someone who can make hiring decisions.</a:t>
            </a:r>
            <a:r>
              <a:rPr lang="en-US" kern="100" dirty="0">
                <a:latin typeface="Aptos"/>
                <a:ea typeface="Aptos" panose="020B0004020202020204" pitchFamily="34" charset="0"/>
                <a:cs typeface="Times New Roman" panose="02020603050405020304" pitchFamily="18" charset="0"/>
              </a:rPr>
              <a:t> </a:t>
            </a:r>
            <a:r>
              <a:rPr lang="en-US" sz="1200" kern="100" dirty="0">
                <a:effectLst/>
                <a:latin typeface="Aptos"/>
                <a:ea typeface="Aptos" panose="020B0004020202020204" pitchFamily="34" charset="0"/>
                <a:cs typeface="Times New Roman" panose="02020603050405020304" pitchFamily="18" charset="0"/>
              </a:rPr>
              <a:t> Ideally, you’ve researched the company(</a:t>
            </a:r>
            <a:r>
              <a:rPr lang="en-US" sz="1200" kern="100" dirty="0" err="1">
                <a:effectLst/>
                <a:latin typeface="Aptos"/>
                <a:ea typeface="Aptos" panose="020B0004020202020204" pitchFamily="34" charset="0"/>
                <a:cs typeface="Times New Roman" panose="02020603050405020304" pitchFamily="18" charset="0"/>
              </a:rPr>
              <a:t>ies</a:t>
            </a:r>
            <a:r>
              <a:rPr lang="en-US" sz="1200" kern="100" dirty="0">
                <a:effectLst/>
                <a:latin typeface="Aptos"/>
                <a:ea typeface="Aptos" panose="020B0004020202020204" pitchFamily="34" charset="0"/>
                <a:cs typeface="Times New Roman" panose="02020603050405020304" pitchFamily="18" charset="0"/>
              </a:rPr>
              <a:t>) that are there and know who you’re looking for.</a:t>
            </a:r>
            <a:r>
              <a:rPr lang="en-US" kern="100" dirty="0">
                <a:latin typeface="Aptos"/>
                <a:ea typeface="Aptos" panose="020B0004020202020204" pitchFamily="34" charset="0"/>
                <a:cs typeface="Times New Roman" panose="02020603050405020304" pitchFamily="18" charset="0"/>
              </a:rPr>
              <a:t> </a:t>
            </a:r>
            <a:r>
              <a:rPr lang="en-US" sz="1200" kern="100" dirty="0">
                <a:effectLst/>
                <a:latin typeface="Aptos"/>
                <a:ea typeface="Aptos" panose="020B0004020202020204" pitchFamily="34" charset="0"/>
                <a:cs typeface="Times New Roman" panose="02020603050405020304" pitchFamily="18" charset="0"/>
              </a:rPr>
              <a:t> You should have</a:t>
            </a:r>
            <a:r>
              <a:rPr lang="en-US" kern="100" dirty="0">
                <a:latin typeface="Aptos"/>
                <a:ea typeface="Aptos" panose="020B0004020202020204" pitchFamily="34" charset="0"/>
                <a:cs typeface="Times New Roman" panose="02020603050405020304" pitchFamily="18" charset="0"/>
              </a:rPr>
              <a:t> </a:t>
            </a:r>
            <a:r>
              <a:rPr lang="en-US" sz="1200" kern="100" dirty="0">
                <a:effectLst/>
                <a:latin typeface="Aptos"/>
                <a:ea typeface="Aptos" panose="020B0004020202020204" pitchFamily="34" charset="0"/>
                <a:cs typeface="Times New Roman" panose="02020603050405020304" pitchFamily="18" charset="0"/>
              </a:rPr>
              <a:t> a list of questions.</a:t>
            </a:r>
            <a:r>
              <a:rPr lang="en-US" kern="100" dirty="0">
                <a:latin typeface="Aptos"/>
                <a:ea typeface="Aptos" panose="020B0004020202020204" pitchFamily="34" charset="0"/>
                <a:cs typeface="Times New Roman" panose="02020603050405020304" pitchFamily="18" charset="0"/>
              </a:rPr>
              <a:t> </a:t>
            </a:r>
            <a:r>
              <a:rPr lang="en-US" sz="1200" kern="100" dirty="0">
                <a:effectLst/>
                <a:latin typeface="Aptos"/>
                <a:ea typeface="Aptos" panose="020B0004020202020204" pitchFamily="34" charset="0"/>
                <a:cs typeface="Times New Roman" panose="02020603050405020304" pitchFamily="18" charset="0"/>
              </a:rPr>
              <a:t> The goal here is to have a conversation where they do most of the talking.</a:t>
            </a:r>
          </a:p>
          <a:p>
            <a:pPr>
              <a:spcAft>
                <a:spcPts val="800"/>
              </a:spcAft>
            </a:pPr>
            <a:r>
              <a:rPr lang="en-US" sz="1200" kern="100" dirty="0">
                <a:effectLst/>
                <a:latin typeface="Aptos"/>
                <a:ea typeface="Aptos" panose="020B0004020202020204" pitchFamily="34" charset="0"/>
                <a:cs typeface="Times New Roman" panose="02020603050405020304" pitchFamily="18" charset="0"/>
              </a:rPr>
              <a:t>If you can’t have a full conversation here to learn more about their business/organization, set up the follow-up to get your cup of tea.</a:t>
            </a:r>
            <a:r>
              <a:rPr lang="en-US" kern="100" dirty="0">
                <a:latin typeface="Aptos"/>
                <a:ea typeface="Aptos" panose="020B0004020202020204" pitchFamily="34" charset="0"/>
                <a:cs typeface="Times New Roman" panose="02020603050405020304" pitchFamily="18" charset="0"/>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200" kern="100">
              <a:effectLst/>
              <a:latin typeface="Aptos" panose="020B0004020202020204" pitchFamily="34" charset="0"/>
              <a:ea typeface="Aptos" panose="020B000402020202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3D7BC2AA-DBCC-4AEE-92BB-4B34452A31A2}" type="slidenum">
              <a:rPr lang="en-US" smtClean="0"/>
              <a:t>31</a:t>
            </a:fld>
            <a:endParaRPr lang="en-US"/>
          </a:p>
        </p:txBody>
      </p:sp>
    </p:spTree>
    <p:extLst>
      <p:ext uri="{BB962C8B-B14F-4D97-AF65-F5344CB8AC3E}">
        <p14:creationId xmlns:p14="http://schemas.microsoft.com/office/powerpoint/2010/main" val="30941234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32</a:t>
            </a:fld>
            <a:endParaRPr lang="en-US"/>
          </a:p>
        </p:txBody>
      </p:sp>
    </p:spTree>
    <p:extLst>
      <p:ext uri="{BB962C8B-B14F-4D97-AF65-F5344CB8AC3E}">
        <p14:creationId xmlns:p14="http://schemas.microsoft.com/office/powerpoint/2010/main" val="3334587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Aptos"/>
                <a:ea typeface="Aptos" panose="020B0004020202020204" pitchFamily="34" charset="0"/>
                <a:cs typeface="Times New Roman" panose="02020603050405020304" pitchFamily="18" charset="0"/>
              </a:rPr>
              <a:t>Here’s this </a:t>
            </a:r>
            <a:r>
              <a:rPr lang="en-US" sz="1800">
                <a:latin typeface="Aptos"/>
                <a:ea typeface="Aptos" panose="020B0004020202020204" pitchFamily="34" charset="0"/>
                <a:cs typeface="Times New Roman" panose="02020603050405020304" pitchFamily="18" charset="0"/>
              </a:rPr>
              <a:t>great </a:t>
            </a:r>
            <a:r>
              <a:rPr lang="en-US" sz="1800">
                <a:effectLst/>
                <a:latin typeface="Aptos"/>
                <a:ea typeface="Aptos" panose="020B0004020202020204" pitchFamily="34" charset="0"/>
                <a:cs typeface="Times New Roman" panose="02020603050405020304" pitchFamily="18" charset="0"/>
              </a:rPr>
              <a:t>resource I found, or this product flyer, or this interesting person I met that may have the same interests as you/be able to help you.</a:t>
            </a:r>
            <a:r>
              <a:rPr lang="en-US" sz="1800">
                <a:latin typeface="Aptos"/>
                <a:ea typeface="Aptos" panose="020B0004020202020204" pitchFamily="34" charset="0"/>
                <a:cs typeface="Times New Roman" panose="02020603050405020304" pitchFamily="18" charset="0"/>
              </a:rPr>
              <a:t> </a:t>
            </a:r>
            <a:r>
              <a:rPr lang="en-US" sz="1800">
                <a:effectLst/>
                <a:latin typeface="Aptos"/>
                <a:ea typeface="Aptos" panose="020B0004020202020204" pitchFamily="34" charset="0"/>
                <a:cs typeface="Times New Roman" panose="02020603050405020304" pitchFamily="18" charset="0"/>
              </a:rPr>
              <a:t> </a:t>
            </a:r>
            <a:r>
              <a:rPr lang="en-US" sz="1800">
                <a:latin typeface="Aptos"/>
                <a:ea typeface="Aptos" panose="020B0004020202020204" pitchFamily="34" charset="0"/>
                <a:cs typeface="Times New Roman" panose="02020603050405020304" pitchFamily="18" charset="0"/>
              </a:rPr>
              <a:t>AND THEN </a:t>
            </a:r>
            <a:r>
              <a:rPr lang="en-US" sz="1800">
                <a:effectLst/>
                <a:latin typeface="Aptos"/>
                <a:ea typeface="Aptos" panose="020B0004020202020204" pitchFamily="34" charset="0"/>
                <a:cs typeface="Times New Roman" panose="02020603050405020304" pitchFamily="18" charset="0"/>
              </a:rPr>
              <a:t>I really appreciated getting to know a little bit about your business, would I be able to come in and tour to get a better understanding of what you do? Again, you’re listening and looking here. What are the jobs that aren’t getting done, what are the things keeping them up at night.</a:t>
            </a:r>
            <a:r>
              <a:rPr lang="en-US" sz="1800">
                <a:latin typeface="Aptos"/>
                <a:ea typeface="Aptos" panose="020B0004020202020204" pitchFamily="34" charset="0"/>
                <a:cs typeface="Times New Roman" panose="02020603050405020304" pitchFamily="18" charset="0"/>
              </a:rPr>
              <a:t> </a:t>
            </a:r>
            <a:r>
              <a:rPr lang="en-US" sz="1800">
                <a:effectLst/>
                <a:latin typeface="Aptos"/>
                <a:ea typeface="Aptos" panose="020B0004020202020204" pitchFamily="34" charset="0"/>
                <a:cs typeface="Times New Roman" panose="02020603050405020304" pitchFamily="18" charset="0"/>
              </a:rPr>
              <a:t> What can they use help with?</a:t>
            </a:r>
          </a:p>
          <a:p>
            <a:endParaRPr lang="en-US" sz="1800">
              <a:effectLst/>
              <a:latin typeface="Aptos" panose="020B0004020202020204" pitchFamily="34" charset="0"/>
              <a:cs typeface="Times New Roman" panose="02020603050405020304" pitchFamily="18" charset="0"/>
            </a:endParaRPr>
          </a:p>
          <a:p>
            <a:r>
              <a:rPr lang="en-US" sz="1800">
                <a:effectLst/>
                <a:latin typeface="Aptos" panose="020B0004020202020204" pitchFamily="34" charset="0"/>
                <a:cs typeface="Times New Roman" panose="02020603050405020304" pitchFamily="18" charset="0"/>
              </a:rPr>
              <a:t>Can I come by and tour your business so I can learn a little bit more about it?</a:t>
            </a:r>
            <a:endParaRPr lang="en-US"/>
          </a:p>
        </p:txBody>
      </p:sp>
      <p:sp>
        <p:nvSpPr>
          <p:cNvPr id="4" name="Slide Number Placeholder 3"/>
          <p:cNvSpPr>
            <a:spLocks noGrp="1"/>
          </p:cNvSpPr>
          <p:nvPr>
            <p:ph type="sldNum" sz="quarter" idx="5"/>
          </p:nvPr>
        </p:nvSpPr>
        <p:spPr/>
        <p:txBody>
          <a:bodyPr/>
          <a:lstStyle/>
          <a:p>
            <a:fld id="{3D7BC2AA-DBCC-4AEE-92BB-4B34452A31A2}" type="slidenum">
              <a:rPr lang="en-US" smtClean="0"/>
              <a:t>33</a:t>
            </a:fld>
            <a:endParaRPr lang="en-US"/>
          </a:p>
        </p:txBody>
      </p:sp>
    </p:spTree>
    <p:extLst>
      <p:ext uri="{BB962C8B-B14F-4D97-AF65-F5344CB8AC3E}">
        <p14:creationId xmlns:p14="http://schemas.microsoft.com/office/powerpoint/2010/main" val="38761438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en-US" sz="1800" kern="100">
                <a:effectLst/>
                <a:latin typeface="Aptos"/>
                <a:ea typeface="Aptos" panose="020B0004020202020204" pitchFamily="34" charset="0"/>
                <a:cs typeface="Times New Roman" panose="02020603050405020304" pitchFamily="18" charset="0"/>
              </a:rPr>
              <a:t>I </a:t>
            </a:r>
            <a:r>
              <a:rPr lang="en-US" sz="1800" kern="100">
                <a:latin typeface="Aptos"/>
                <a:ea typeface="Aptos" panose="020B0004020202020204" pitchFamily="34" charset="0"/>
                <a:cs typeface="Times New Roman" panose="02020603050405020304" pitchFamily="18" charset="0"/>
              </a:rPr>
              <a:t>saw you</a:t>
            </a:r>
            <a:r>
              <a:rPr lang="en-US" sz="1800" kern="100">
                <a:effectLst/>
                <a:latin typeface="Aptos"/>
                <a:ea typeface="Aptos" panose="020B0004020202020204" pitchFamily="34" charset="0"/>
                <a:cs typeface="Times New Roman" panose="02020603050405020304" pitchFamily="18" charset="0"/>
              </a:rPr>
              <a:t> have XYZ that is bogging down some of your staff, I have this person who is great at ____________ that I think could help you! Can I bring them by to meet you?</a:t>
            </a:r>
          </a:p>
          <a:p>
            <a:pPr marL="0" marR="0">
              <a:lnSpc>
                <a:spcPct val="115000"/>
              </a:lnSpc>
              <a:spcBef>
                <a:spcPts val="0"/>
              </a:spcBef>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I have someone interested in your kind of work, can I bring someone in to watch your staff work (informal job shadow)</a:t>
            </a:r>
          </a:p>
          <a:p>
            <a:pPr marL="0" marR="0">
              <a:lnSpc>
                <a:spcPct val="115000"/>
              </a:lnSpc>
              <a:spcBef>
                <a:spcPts val="0"/>
              </a:spcBef>
              <a:spcAft>
                <a:spcPts val="800"/>
              </a:spcAft>
            </a:pP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r>
              <a:rPr lang="en-US" sz="1800" kern="100">
                <a:effectLst/>
                <a:latin typeface="Aptos" panose="020B0004020202020204" pitchFamily="34" charset="0"/>
                <a:ea typeface="Aptos" panose="020B0004020202020204" pitchFamily="34" charset="0"/>
                <a:cs typeface="Times New Roman" panose="02020603050405020304" pitchFamily="18" charset="0"/>
              </a:rPr>
              <a:t>I have someone who has trouble interviewing, would you be willing to help by doing a mock interview with them?</a:t>
            </a:r>
          </a:p>
          <a:p>
            <a:endParaRPr lang="en-US"/>
          </a:p>
        </p:txBody>
      </p:sp>
      <p:sp>
        <p:nvSpPr>
          <p:cNvPr id="4" name="Slide Number Placeholder 3"/>
          <p:cNvSpPr>
            <a:spLocks noGrp="1"/>
          </p:cNvSpPr>
          <p:nvPr>
            <p:ph type="sldNum" sz="quarter" idx="5"/>
          </p:nvPr>
        </p:nvSpPr>
        <p:spPr/>
        <p:txBody>
          <a:bodyPr/>
          <a:lstStyle/>
          <a:p>
            <a:fld id="{3D7BC2AA-DBCC-4AEE-92BB-4B34452A31A2}" type="slidenum">
              <a:rPr lang="en-US" smtClean="0"/>
              <a:t>34</a:t>
            </a:fld>
            <a:endParaRPr lang="en-US"/>
          </a:p>
        </p:txBody>
      </p:sp>
    </p:spTree>
    <p:extLst>
      <p:ext uri="{BB962C8B-B14F-4D97-AF65-F5344CB8AC3E}">
        <p14:creationId xmlns:p14="http://schemas.microsoft.com/office/powerpoint/2010/main" val="34827138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Know who will be there and enough about their business you know what to ask. </a:t>
            </a:r>
          </a:p>
        </p:txBody>
      </p:sp>
      <p:sp>
        <p:nvSpPr>
          <p:cNvPr id="4" name="Slide Number Placeholder 3"/>
          <p:cNvSpPr>
            <a:spLocks noGrp="1"/>
          </p:cNvSpPr>
          <p:nvPr>
            <p:ph type="sldNum" sz="quarter" idx="5"/>
          </p:nvPr>
        </p:nvSpPr>
        <p:spPr/>
        <p:txBody>
          <a:bodyPr/>
          <a:lstStyle/>
          <a:p>
            <a:fld id="{3D7BC2AA-DBCC-4AEE-92BB-4B34452A31A2}" type="slidenum">
              <a:rPr lang="en-US" smtClean="0"/>
              <a:t>35</a:t>
            </a:fld>
            <a:endParaRPr lang="en-US"/>
          </a:p>
        </p:txBody>
      </p:sp>
    </p:spTree>
    <p:extLst>
      <p:ext uri="{BB962C8B-B14F-4D97-AF65-F5344CB8AC3E}">
        <p14:creationId xmlns:p14="http://schemas.microsoft.com/office/powerpoint/2010/main" val="1999914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36</a:t>
            </a:fld>
            <a:endParaRPr lang="en-US"/>
          </a:p>
        </p:txBody>
      </p:sp>
    </p:spTree>
    <p:extLst>
      <p:ext uri="{BB962C8B-B14F-4D97-AF65-F5344CB8AC3E}">
        <p14:creationId xmlns:p14="http://schemas.microsoft.com/office/powerpoint/2010/main" val="1340163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37</a:t>
            </a:fld>
            <a:endParaRPr lang="en-US"/>
          </a:p>
        </p:txBody>
      </p:sp>
    </p:spTree>
    <p:extLst>
      <p:ext uri="{BB962C8B-B14F-4D97-AF65-F5344CB8AC3E}">
        <p14:creationId xmlns:p14="http://schemas.microsoft.com/office/powerpoint/2010/main" val="31887216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38</a:t>
            </a:fld>
            <a:endParaRPr lang="en-US"/>
          </a:p>
        </p:txBody>
      </p:sp>
    </p:spTree>
    <p:extLst>
      <p:ext uri="{BB962C8B-B14F-4D97-AF65-F5344CB8AC3E}">
        <p14:creationId xmlns:p14="http://schemas.microsoft.com/office/powerpoint/2010/main" val="30600219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B659C8-9A3A-4BD7-B325-6A1DF5840E67}" type="slidenum">
              <a:rPr lang="en-US" smtClean="0"/>
              <a:t>39</a:t>
            </a:fld>
            <a:endParaRPr lang="en-US"/>
          </a:p>
        </p:txBody>
      </p:sp>
    </p:spTree>
    <p:extLst>
      <p:ext uri="{BB962C8B-B14F-4D97-AF65-F5344CB8AC3E}">
        <p14:creationId xmlns:p14="http://schemas.microsoft.com/office/powerpoint/2010/main" val="1340915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pPr algn="l"/>
            <a:fld id="{F9F8C003-66AB-43F0-B1A9-4AE95C3273E3}" type="datetime1">
              <a:rPr lang="en-US" smtClean="0"/>
              <a:t>5/22/2024</a:t>
            </a:fld>
            <a:endParaRPr lang="en-US"/>
          </a:p>
        </p:txBody>
      </p:sp>
      <p:sp>
        <p:nvSpPr>
          <p:cNvPr id="5" name="Footer Placeholder 4"/>
          <p:cNvSpPr>
            <a:spLocks noGrp="1"/>
          </p:cNvSpPr>
          <p:nvPr>
            <p:ph type="ftr" sz="quarter" idx="11"/>
          </p:nvPr>
        </p:nvSpPr>
        <p:spPr/>
        <p:txBody>
          <a:bodyPr/>
          <a:lstStyle/>
          <a:p>
            <a:pPr algn="l"/>
            <a:endParaRPr lang="en-US"/>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6993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48908D-1A40-42C6-916A-125B4FBB1392}" type="datetime1">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738710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470CA0-2A5C-4F10-91AC-F9D5A52023EB}" type="datetime1">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402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E95327-AD9E-45AB-AFC4-6267BF7FBCC8}" type="datetime1">
              <a:rPr lang="en-US" smtClean="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2964935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53505B-2784-46B0-BAB1-627E3711B800}" type="datetime1">
              <a:rPr lang="en-US" smtClean="0"/>
              <a:t>5/22/2024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2314710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081C33-8B3C-4D1F-8631-40CD87C8F74F}" type="datetime1">
              <a:rPr lang="en-US" smtClean="0"/>
              <a:t>5/22/2024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731023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0EDCAD2-E158-4DAE-A2EC-1AF395FBB463}" type="datetime1">
              <a:rPr lang="en-US" smtClean="0"/>
              <a:t>5/22/2024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014745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0329A3E-1982-4C21-B91B-277E95A430A1}" type="datetime1">
              <a:rPr lang="en-US" smtClean="0"/>
              <a:t>5/22/2024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AEF9944-A4F6-4C59-AEBD-678D6480B8EA}" type="slidenum">
              <a:rPr lang="en-US" smtClean="0"/>
              <a:pPr/>
              <a:t>‹#›</a:t>
            </a:fld>
            <a:endParaRPr lang="en-US"/>
          </a:p>
        </p:txBody>
      </p:sp>
    </p:spTree>
    <p:extLst>
      <p:ext uri="{BB962C8B-B14F-4D97-AF65-F5344CB8AC3E}">
        <p14:creationId xmlns:p14="http://schemas.microsoft.com/office/powerpoint/2010/main" val="1559694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B6610D-779D-4980-91EC-0B4530CA3262}" type="datetime1">
              <a:rPr lang="en-US" smtClean="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839574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16F8FF-65C3-40C1-8394-F7A279467DAA}" type="datetime1">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17436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86D114-CE90-4300-BE17-822AD6BFADF3}" type="datetime1">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072091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5BF8-2309-9A6A-F975-CCB7F76423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B9A375-0E32-D335-A14A-CBC37A66D9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D0DE1D-9A89-2994-47A9-35BCA66E0108}"/>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5" name="Footer Placeholder 4">
            <a:extLst>
              <a:ext uri="{FF2B5EF4-FFF2-40B4-BE49-F238E27FC236}">
                <a16:creationId xmlns:a16="http://schemas.microsoft.com/office/drawing/2014/main" id="{B10C7149-1D5C-C307-97D5-C3AFEF5B1B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44D376-3826-0207-1DBD-DCCA78EFD431}"/>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211500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FA13-CFDA-098C-8D5B-9E6CA01D4A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BE1FA2-E0E2-2F85-5518-A9BEB34D2F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8CDB01-6A10-EA8B-53DA-E5173B9FDB0A}"/>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5" name="Footer Placeholder 4">
            <a:extLst>
              <a:ext uri="{FF2B5EF4-FFF2-40B4-BE49-F238E27FC236}">
                <a16:creationId xmlns:a16="http://schemas.microsoft.com/office/drawing/2014/main" id="{523DF1B9-EFDF-12C6-6D85-006DF1B9D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6EA59-4DDC-5582-C007-E33226F84AD7}"/>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597303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3CE65-731F-088A-EF34-8A0D4BFC3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F50CD5-0F97-CB13-34C9-90203F46C7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EEC7B4-EFF1-1402-8603-6340828D5251}"/>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5" name="Footer Placeholder 4">
            <a:extLst>
              <a:ext uri="{FF2B5EF4-FFF2-40B4-BE49-F238E27FC236}">
                <a16:creationId xmlns:a16="http://schemas.microsoft.com/office/drawing/2014/main" id="{D663F42A-A041-16B6-4853-6D231D2F4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CC3F8-B038-5E91-ED77-6E82BE7401CB}"/>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1632372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D947A-63BB-27FB-9D00-B785F45579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81901E-780A-E9F0-EC6D-9AA5F57E1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1F12BE-E8C7-F9D3-467B-69722A39BE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35EEDC-1DCA-DA12-4ABB-078B6DDFFEA5}"/>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6" name="Footer Placeholder 5">
            <a:extLst>
              <a:ext uri="{FF2B5EF4-FFF2-40B4-BE49-F238E27FC236}">
                <a16:creationId xmlns:a16="http://schemas.microsoft.com/office/drawing/2014/main" id="{F75043A2-99E3-318D-9A78-B91A99029F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347114-DE53-31AC-C636-2E082886A608}"/>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210246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86DA7-0DF5-9EE8-09B5-DB0F37A482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3699EE-C31C-79D9-0C16-359D83ADD1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0A725D-809F-2D66-F66E-B5AC5AAC54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542AE5-A98C-484B-17A0-D0C286432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88249D-F06B-C06C-BC06-86011C7927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61C7CF-2A20-C9AD-9A8B-DAFCAB5B11E2}"/>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8" name="Footer Placeholder 7">
            <a:extLst>
              <a:ext uri="{FF2B5EF4-FFF2-40B4-BE49-F238E27FC236}">
                <a16:creationId xmlns:a16="http://schemas.microsoft.com/office/drawing/2014/main" id="{F8E700C4-53BA-E044-DF86-FDF4152D00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5A0021-5459-20CB-2C5A-E62064F22DF4}"/>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1215045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BF198-22F4-EB61-8A65-C5E384BF47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AB3B2E-6DB2-7C80-F509-DA054CA4C984}"/>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4" name="Footer Placeholder 3">
            <a:extLst>
              <a:ext uri="{FF2B5EF4-FFF2-40B4-BE49-F238E27FC236}">
                <a16:creationId xmlns:a16="http://schemas.microsoft.com/office/drawing/2014/main" id="{EA3BCF7C-F7C8-E9A2-7408-2E17384DB6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68AA72-108F-2E38-2943-BB55D39A304B}"/>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8089883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19A926-E15E-83E4-5A3B-04975F9925D9}"/>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3" name="Footer Placeholder 2">
            <a:extLst>
              <a:ext uri="{FF2B5EF4-FFF2-40B4-BE49-F238E27FC236}">
                <a16:creationId xmlns:a16="http://schemas.microsoft.com/office/drawing/2014/main" id="{87F10441-F23B-104B-5366-5A8694BBC1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4F0CBD-4CB8-E7CD-62AD-CB994CD745A0}"/>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4815602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7AA74-035F-FBEE-115C-784F743F61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03DDD3-63D6-7C53-A3AE-B681E99E66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3AB9E9-BC42-C01A-ACD4-312BC206F0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EEDAD3-98A0-F254-1B2C-7AA4C79640C7}"/>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6" name="Footer Placeholder 5">
            <a:extLst>
              <a:ext uri="{FF2B5EF4-FFF2-40B4-BE49-F238E27FC236}">
                <a16:creationId xmlns:a16="http://schemas.microsoft.com/office/drawing/2014/main" id="{776DC6DA-C2EB-925A-0F90-4B9179FA0F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B4461-2972-C035-64EE-7CCCB17DA184}"/>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9425729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107E3-4A70-D4FD-A476-6A11D227AF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C374A3-A57C-C275-E603-F3C4EBFFD5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07F3BE-F04B-CE43-0016-C2F178AA1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7F9715-02A5-EB60-9CE5-B21D531B7573}"/>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6" name="Footer Placeholder 5">
            <a:extLst>
              <a:ext uri="{FF2B5EF4-FFF2-40B4-BE49-F238E27FC236}">
                <a16:creationId xmlns:a16="http://schemas.microsoft.com/office/drawing/2014/main" id="{86CF49AE-4ECF-8ED1-5BBB-13A545176B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FC3943-82C0-88D1-577B-6883FD521C6B}"/>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2764536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C1F48-3495-D892-10FC-A9EE6555E6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CAD602-A61B-0E0E-FFC4-D2F2AFDD4E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EEE4C4-11C6-96CD-8253-71500FF4BCAE}"/>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5" name="Footer Placeholder 4">
            <a:extLst>
              <a:ext uri="{FF2B5EF4-FFF2-40B4-BE49-F238E27FC236}">
                <a16:creationId xmlns:a16="http://schemas.microsoft.com/office/drawing/2014/main" id="{9EE66984-30B9-ECBA-D619-9C56E75D6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8D0F5-2DF3-E9FA-2039-3E62CB224532}"/>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3522288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4F8FCB-0FB2-E81D-2148-E337187C2C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DC2C1B-01FE-860B-BD48-256AE14AE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076A9-BB10-DE47-5C55-E66BB07E5444}"/>
              </a:ext>
            </a:extLst>
          </p:cNvPr>
          <p:cNvSpPr>
            <a:spLocks noGrp="1"/>
          </p:cNvSpPr>
          <p:nvPr>
            <p:ph type="dt" sz="half" idx="10"/>
          </p:nvPr>
        </p:nvSpPr>
        <p:spPr/>
        <p:txBody>
          <a:bodyPr/>
          <a:lstStyle/>
          <a:p>
            <a:fld id="{A2D3A093-196C-464E-901A-9B31DC6A707D}" type="datetimeFigureOut">
              <a:rPr lang="en-US" smtClean="0"/>
              <a:t>5/22/2024</a:t>
            </a:fld>
            <a:endParaRPr lang="en-US"/>
          </a:p>
        </p:txBody>
      </p:sp>
      <p:sp>
        <p:nvSpPr>
          <p:cNvPr id="5" name="Footer Placeholder 4">
            <a:extLst>
              <a:ext uri="{FF2B5EF4-FFF2-40B4-BE49-F238E27FC236}">
                <a16:creationId xmlns:a16="http://schemas.microsoft.com/office/drawing/2014/main" id="{A2C32BE1-DAA1-8B8A-791E-8B11FDE14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3F758C-DD78-EE75-A128-8C61BFAC3609}"/>
              </a:ext>
            </a:extLst>
          </p:cNvPr>
          <p:cNvSpPr>
            <a:spLocks noGrp="1"/>
          </p:cNvSpPr>
          <p:nvPr>
            <p:ph type="sldNum" sz="quarter" idx="12"/>
          </p:nvPr>
        </p:nvSpPr>
        <p:spPr/>
        <p:txBody>
          <a:bodyPr/>
          <a:lstStyle/>
          <a:p>
            <a:fld id="{299803A9-3A21-40A7-B2DB-CA006788F75B}" type="slidenum">
              <a:rPr lang="en-US" smtClean="0"/>
              <a:t>‹#›</a:t>
            </a:fld>
            <a:endParaRPr lang="en-US"/>
          </a:p>
        </p:txBody>
      </p:sp>
    </p:spTree>
    <p:extLst>
      <p:ext uri="{BB962C8B-B14F-4D97-AF65-F5344CB8AC3E}">
        <p14:creationId xmlns:p14="http://schemas.microsoft.com/office/powerpoint/2010/main" val="41825419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595A-77DA-EC99-7278-5A94CB9DB6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633E7F-BA35-4D1C-FA87-62446E46FE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EC8D7B-7F35-C13B-CA7E-28E7F3F524D7}"/>
              </a:ext>
            </a:extLst>
          </p:cNvPr>
          <p:cNvSpPr>
            <a:spLocks noGrp="1"/>
          </p:cNvSpPr>
          <p:nvPr>
            <p:ph type="dt" sz="half" idx="10"/>
          </p:nvPr>
        </p:nvSpPr>
        <p:spPr/>
        <p:txBody>
          <a:bodyPr/>
          <a:lstStyle/>
          <a:p>
            <a:pPr algn="l"/>
            <a:fld id="{F9F8C003-66AB-43F0-B1A9-4AE95C3273E3}" type="datetime1">
              <a:rPr lang="en-US" smtClean="0"/>
              <a:t>5/22/2024</a:t>
            </a:fld>
            <a:endParaRPr lang="en-US"/>
          </a:p>
        </p:txBody>
      </p:sp>
      <p:sp>
        <p:nvSpPr>
          <p:cNvPr id="5" name="Footer Placeholder 4">
            <a:extLst>
              <a:ext uri="{FF2B5EF4-FFF2-40B4-BE49-F238E27FC236}">
                <a16:creationId xmlns:a16="http://schemas.microsoft.com/office/drawing/2014/main" id="{553F0736-1436-CE63-A68D-255F0A2DE046}"/>
              </a:ext>
            </a:extLst>
          </p:cNvPr>
          <p:cNvSpPr>
            <a:spLocks noGrp="1"/>
          </p:cNvSpPr>
          <p:nvPr>
            <p:ph type="ftr" sz="quarter" idx="11"/>
          </p:nvPr>
        </p:nvSpPr>
        <p:spPr/>
        <p:txBody>
          <a:bodyPr/>
          <a:lstStyle/>
          <a:p>
            <a:pPr algn="l"/>
            <a:endParaRPr lang="en-US"/>
          </a:p>
        </p:txBody>
      </p:sp>
      <p:sp>
        <p:nvSpPr>
          <p:cNvPr id="6" name="Slide Number Placeholder 5">
            <a:extLst>
              <a:ext uri="{FF2B5EF4-FFF2-40B4-BE49-F238E27FC236}">
                <a16:creationId xmlns:a16="http://schemas.microsoft.com/office/drawing/2014/main" id="{84EB46DD-B6BB-B481-9739-8BFC03FC6105}"/>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4113858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EA174-F616-5944-DCC6-588D933A8A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30B634-8681-57D3-C196-E34FDC82B2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0AC5B2-34F7-E682-05A5-E0460CA12466}"/>
              </a:ext>
            </a:extLst>
          </p:cNvPr>
          <p:cNvSpPr>
            <a:spLocks noGrp="1"/>
          </p:cNvSpPr>
          <p:nvPr>
            <p:ph type="dt" sz="half" idx="10"/>
          </p:nvPr>
        </p:nvSpPr>
        <p:spPr/>
        <p:txBody>
          <a:bodyPr/>
          <a:lstStyle/>
          <a:p>
            <a:fld id="{3648908D-1A40-42C6-916A-125B4FBB1392}" type="datetime1">
              <a:rPr lang="en-US" smtClean="0"/>
              <a:t>5/22/2024</a:t>
            </a:fld>
            <a:endParaRPr lang="en-US"/>
          </a:p>
        </p:txBody>
      </p:sp>
      <p:sp>
        <p:nvSpPr>
          <p:cNvPr id="5" name="Footer Placeholder 4">
            <a:extLst>
              <a:ext uri="{FF2B5EF4-FFF2-40B4-BE49-F238E27FC236}">
                <a16:creationId xmlns:a16="http://schemas.microsoft.com/office/drawing/2014/main" id="{51B8DDF8-EF5B-152F-E940-D898BC1FA1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FBE63-9444-14FB-5AEC-6C00577E1379}"/>
              </a:ext>
            </a:extLst>
          </p:cNvPr>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1981396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BB00C-9C19-9179-0655-560C1C16AD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6F1872-4087-B1CF-33F7-48A8E0A713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723009-F168-ACC3-0236-7BF763CDEB41}"/>
              </a:ext>
            </a:extLst>
          </p:cNvPr>
          <p:cNvSpPr>
            <a:spLocks noGrp="1"/>
          </p:cNvSpPr>
          <p:nvPr>
            <p:ph type="dt" sz="half" idx="10"/>
          </p:nvPr>
        </p:nvSpPr>
        <p:spPr/>
        <p:txBody>
          <a:bodyPr/>
          <a:lstStyle/>
          <a:p>
            <a:fld id="{DC470CA0-2A5C-4F10-91AC-F9D5A52023EB}" type="datetime1">
              <a:rPr lang="en-US" smtClean="0"/>
              <a:t>5/22/2024</a:t>
            </a:fld>
            <a:endParaRPr lang="en-US"/>
          </a:p>
        </p:txBody>
      </p:sp>
      <p:sp>
        <p:nvSpPr>
          <p:cNvPr id="5" name="Footer Placeholder 4">
            <a:extLst>
              <a:ext uri="{FF2B5EF4-FFF2-40B4-BE49-F238E27FC236}">
                <a16:creationId xmlns:a16="http://schemas.microsoft.com/office/drawing/2014/main" id="{648B5629-2517-AC05-85D0-8C39C07FE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3F1877-0C4F-8F31-8B26-642E8BDB87E0}"/>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5322022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B512-CC64-B89F-9B70-CBA9059556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C57119-0EAA-C49A-0FF7-A5CE6FC17B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2860CA-E87A-1F3C-0569-665A5D3B25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AA71B0-8226-3F67-99A1-71B51DB76498}"/>
              </a:ext>
            </a:extLst>
          </p:cNvPr>
          <p:cNvSpPr>
            <a:spLocks noGrp="1"/>
          </p:cNvSpPr>
          <p:nvPr>
            <p:ph type="dt" sz="half" idx="10"/>
          </p:nvPr>
        </p:nvSpPr>
        <p:spPr/>
        <p:txBody>
          <a:bodyPr/>
          <a:lstStyle/>
          <a:p>
            <a:fld id="{1DE95327-AD9E-45AB-AFC4-6267BF7FBCC8}" type="datetime1">
              <a:rPr lang="en-US" smtClean="0"/>
              <a:t>5/22/2024</a:t>
            </a:fld>
            <a:endParaRPr lang="en-US"/>
          </a:p>
        </p:txBody>
      </p:sp>
      <p:sp>
        <p:nvSpPr>
          <p:cNvPr id="6" name="Footer Placeholder 5">
            <a:extLst>
              <a:ext uri="{FF2B5EF4-FFF2-40B4-BE49-F238E27FC236}">
                <a16:creationId xmlns:a16="http://schemas.microsoft.com/office/drawing/2014/main" id="{A7277F00-ED0C-B47F-D71E-90368F8C41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492745-DF95-4D8C-C640-120598744787}"/>
              </a:ext>
            </a:extLst>
          </p:cNvPr>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4733466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6AC10-8174-12B9-1E88-ADA5A3F5B9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D1DE72-FDC7-8A49-23CD-985505650A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F2765B-A905-D1D8-CF60-0274ACAE14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A98D42-E73A-C433-5D19-12A790A9B3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2FD08D-227C-10CA-A2BF-C85072814F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0A3792-DD44-7534-CDCF-B5181AF92A80}"/>
              </a:ext>
            </a:extLst>
          </p:cNvPr>
          <p:cNvSpPr>
            <a:spLocks noGrp="1"/>
          </p:cNvSpPr>
          <p:nvPr>
            <p:ph type="dt" sz="half" idx="10"/>
          </p:nvPr>
        </p:nvSpPr>
        <p:spPr/>
        <p:txBody>
          <a:bodyPr/>
          <a:lstStyle/>
          <a:p>
            <a:fld id="{CC53505B-2784-46B0-BAB1-627E3711B800}" type="datetime1">
              <a:rPr lang="en-US" smtClean="0"/>
              <a:t>5/22/2024</a:t>
            </a:fld>
            <a:endParaRPr lang="en-US"/>
          </a:p>
        </p:txBody>
      </p:sp>
      <p:sp>
        <p:nvSpPr>
          <p:cNvPr id="8" name="Footer Placeholder 7">
            <a:extLst>
              <a:ext uri="{FF2B5EF4-FFF2-40B4-BE49-F238E27FC236}">
                <a16:creationId xmlns:a16="http://schemas.microsoft.com/office/drawing/2014/main" id="{2A5C7286-C110-9633-DD40-C09BC0E8E0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673197-EC40-E620-739C-DCEB356BFA45}"/>
              </a:ext>
            </a:extLst>
          </p:cNvPr>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18971966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7A4EF-82A5-8889-A590-13D00E17354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F3699AF-6CE0-B755-00A0-CB4477EE16EB}"/>
              </a:ext>
            </a:extLst>
          </p:cNvPr>
          <p:cNvSpPr>
            <a:spLocks noGrp="1"/>
          </p:cNvSpPr>
          <p:nvPr>
            <p:ph type="dt" sz="half" idx="10"/>
          </p:nvPr>
        </p:nvSpPr>
        <p:spPr/>
        <p:txBody>
          <a:bodyPr/>
          <a:lstStyle/>
          <a:p>
            <a:fld id="{63081C33-8B3C-4D1F-8631-40CD87C8F74F}" type="datetime1">
              <a:rPr lang="en-US" smtClean="0"/>
              <a:t>5/22/2024</a:t>
            </a:fld>
            <a:endParaRPr lang="en-US"/>
          </a:p>
        </p:txBody>
      </p:sp>
      <p:sp>
        <p:nvSpPr>
          <p:cNvPr id="4" name="Footer Placeholder 3">
            <a:extLst>
              <a:ext uri="{FF2B5EF4-FFF2-40B4-BE49-F238E27FC236}">
                <a16:creationId xmlns:a16="http://schemas.microsoft.com/office/drawing/2014/main" id="{406BA3B6-C841-940F-935A-ED7C54E68C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11B822-61EA-249A-0E39-CF4502749A1D}"/>
              </a:ext>
            </a:extLst>
          </p:cNvPr>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3635846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928B33-CE19-61AE-D831-D408B60E4CBE}"/>
              </a:ext>
            </a:extLst>
          </p:cNvPr>
          <p:cNvSpPr>
            <a:spLocks noGrp="1"/>
          </p:cNvSpPr>
          <p:nvPr>
            <p:ph type="dt" sz="half" idx="10"/>
          </p:nvPr>
        </p:nvSpPr>
        <p:spPr/>
        <p:txBody>
          <a:bodyPr/>
          <a:lstStyle/>
          <a:p>
            <a:fld id="{90EDCAD2-E158-4DAE-A2EC-1AF395FBB463}" type="datetime1">
              <a:rPr lang="en-US" smtClean="0"/>
              <a:t>5/22/2024</a:t>
            </a:fld>
            <a:endParaRPr lang="en-US"/>
          </a:p>
        </p:txBody>
      </p:sp>
      <p:sp>
        <p:nvSpPr>
          <p:cNvPr id="3" name="Footer Placeholder 2">
            <a:extLst>
              <a:ext uri="{FF2B5EF4-FFF2-40B4-BE49-F238E27FC236}">
                <a16:creationId xmlns:a16="http://schemas.microsoft.com/office/drawing/2014/main" id="{0E263366-D8E2-F8D2-E9DB-35EE69BDB9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C62CEB-2CB4-6757-D83E-8CC3CD330875}"/>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32346850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2358E-FC36-4AEC-D0DC-4663BB37C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3E786D-AE77-45C1-D0A8-C735E425B8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78D05B-95F9-36AE-4C3F-574C3E48C4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79FA1A-04A8-0E7C-AF17-23F71DF2D0B6}"/>
              </a:ext>
            </a:extLst>
          </p:cNvPr>
          <p:cNvSpPr>
            <a:spLocks noGrp="1"/>
          </p:cNvSpPr>
          <p:nvPr>
            <p:ph type="dt" sz="half" idx="10"/>
          </p:nvPr>
        </p:nvSpPr>
        <p:spPr/>
        <p:txBody>
          <a:bodyPr/>
          <a:lstStyle/>
          <a:p>
            <a:fld id="{D0329A3E-1982-4C21-B91B-277E95A430A1}" type="datetime1">
              <a:rPr lang="en-US" smtClean="0"/>
              <a:t>5/22/2024</a:t>
            </a:fld>
            <a:endParaRPr lang="en-US"/>
          </a:p>
        </p:txBody>
      </p:sp>
      <p:sp>
        <p:nvSpPr>
          <p:cNvPr id="6" name="Footer Placeholder 5">
            <a:extLst>
              <a:ext uri="{FF2B5EF4-FFF2-40B4-BE49-F238E27FC236}">
                <a16:creationId xmlns:a16="http://schemas.microsoft.com/office/drawing/2014/main" id="{B41803D3-5FAC-5010-1BF8-821B64173B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D5E2A-7307-C27C-D9F8-B9FB430039ED}"/>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3163652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82CBC-B073-2C90-E0D8-7C6B313C3F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56BAD1-38CB-3BB2-E515-B673384DB9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4423C6-31AB-C089-2BFB-83D6A732C0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5C4679-7FC7-5385-60D8-BC13C892967D}"/>
              </a:ext>
            </a:extLst>
          </p:cNvPr>
          <p:cNvSpPr>
            <a:spLocks noGrp="1"/>
          </p:cNvSpPr>
          <p:nvPr>
            <p:ph type="dt" sz="half" idx="10"/>
          </p:nvPr>
        </p:nvSpPr>
        <p:spPr/>
        <p:txBody>
          <a:bodyPr/>
          <a:lstStyle/>
          <a:p>
            <a:fld id="{EFB6610D-779D-4980-91EC-0B4530CA3262}" type="datetime1">
              <a:rPr lang="en-US" smtClean="0"/>
              <a:t>5/22/2024</a:t>
            </a:fld>
            <a:endParaRPr lang="en-US"/>
          </a:p>
        </p:txBody>
      </p:sp>
      <p:sp>
        <p:nvSpPr>
          <p:cNvPr id="6" name="Footer Placeholder 5">
            <a:extLst>
              <a:ext uri="{FF2B5EF4-FFF2-40B4-BE49-F238E27FC236}">
                <a16:creationId xmlns:a16="http://schemas.microsoft.com/office/drawing/2014/main" id="{1CB8C5D9-B81F-4798-DDA4-BDD21A46DC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502C00-1664-8917-6103-AB5692C8912A}"/>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431841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6578A-4626-91E2-CDFD-52B27EF9DF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D31416-6CA7-CB9D-4540-DFE07EFEBC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402E27-9423-6EF8-CFD4-FB2824CF6257}"/>
              </a:ext>
            </a:extLst>
          </p:cNvPr>
          <p:cNvSpPr>
            <a:spLocks noGrp="1"/>
          </p:cNvSpPr>
          <p:nvPr>
            <p:ph type="dt" sz="half" idx="10"/>
          </p:nvPr>
        </p:nvSpPr>
        <p:spPr/>
        <p:txBody>
          <a:bodyPr/>
          <a:lstStyle/>
          <a:p>
            <a:fld id="{8C16F8FF-65C3-40C1-8394-F7A279467DAA}" type="datetime1">
              <a:rPr lang="en-US" smtClean="0"/>
              <a:t>5/22/2024</a:t>
            </a:fld>
            <a:endParaRPr lang="en-US"/>
          </a:p>
        </p:txBody>
      </p:sp>
      <p:sp>
        <p:nvSpPr>
          <p:cNvPr id="5" name="Footer Placeholder 4">
            <a:extLst>
              <a:ext uri="{FF2B5EF4-FFF2-40B4-BE49-F238E27FC236}">
                <a16:creationId xmlns:a16="http://schemas.microsoft.com/office/drawing/2014/main" id="{72ABBBA2-7069-A4D4-DFBC-A58C6701FC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E6A7FF-14B3-11AC-905E-68D9E2513EEB}"/>
              </a:ext>
            </a:extLst>
          </p:cNvPr>
          <p:cNvSpPr>
            <a:spLocks noGrp="1"/>
          </p:cNvSpPr>
          <p:nvPr>
            <p:ph type="sldNum" sz="quarter" idx="12"/>
          </p:nvPr>
        </p:nvSpPr>
        <p:spPr/>
        <p:txBody>
          <a:bodyPr/>
          <a:lstStyle/>
          <a:p>
            <a:fld id="{FAEF9944-A4F6-4C59-AEBD-678D6480B8EA}" type="slidenum">
              <a:rPr lang="en-US" smtClean="0"/>
              <a:t>‹#›</a:t>
            </a:fld>
            <a:endParaRPr lang="en-US"/>
          </a:p>
        </p:txBody>
      </p:sp>
    </p:spTree>
    <p:extLst>
      <p:ext uri="{BB962C8B-B14F-4D97-AF65-F5344CB8AC3E}">
        <p14:creationId xmlns:p14="http://schemas.microsoft.com/office/powerpoint/2010/main" val="12780452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54566D-5159-99DE-C72E-9C74ED16D12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93B029-F732-B7B1-4B8F-A11756AF43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78546C-C468-5B24-E9E0-580E97C0EAFC}"/>
              </a:ext>
            </a:extLst>
          </p:cNvPr>
          <p:cNvSpPr>
            <a:spLocks noGrp="1"/>
          </p:cNvSpPr>
          <p:nvPr>
            <p:ph type="dt" sz="half" idx="10"/>
          </p:nvPr>
        </p:nvSpPr>
        <p:spPr/>
        <p:txBody>
          <a:bodyPr/>
          <a:lstStyle/>
          <a:p>
            <a:fld id="{9586D114-CE90-4300-BE17-822AD6BFADF3}" type="datetime1">
              <a:rPr lang="en-US" smtClean="0"/>
              <a:t>5/22/2024</a:t>
            </a:fld>
            <a:endParaRPr lang="en-US"/>
          </a:p>
        </p:txBody>
      </p:sp>
      <p:sp>
        <p:nvSpPr>
          <p:cNvPr id="5" name="Footer Placeholder 4">
            <a:extLst>
              <a:ext uri="{FF2B5EF4-FFF2-40B4-BE49-F238E27FC236}">
                <a16:creationId xmlns:a16="http://schemas.microsoft.com/office/drawing/2014/main" id="{CABA75C7-449A-A663-0709-8FD8F420E0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9E85A1-2236-CADB-FCA5-DEE8A81875A2}"/>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9548445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3DBC4126-9AF9-498A-B8B9-AF177330DDE7}" type="datetimeFigureOut">
              <a:rPr lang="en-US" smtClean="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13A0B9-9DCA-4E7D-A13B-F482D7792629}" type="slidenum">
              <a:rPr lang="en-US" smtClean="0"/>
              <a:t>‹#›</a:t>
            </a:fld>
            <a:endParaRPr lang="en-US"/>
          </a:p>
        </p:txBody>
      </p:sp>
      <p:sp>
        <p:nvSpPr>
          <p:cNvPr id="9" name="Content Placeholder 8"/>
          <p:cNvSpPr>
            <a:spLocks noGrp="1"/>
          </p:cNvSpPr>
          <p:nvPr>
            <p:ph sz="quarter" idx="13"/>
          </p:nvPr>
        </p:nvSpPr>
        <p:spPr>
          <a:xfrm>
            <a:off x="1731264" y="2121407"/>
            <a:ext cx="4267200" cy="36027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6217920" y="2119313"/>
            <a:ext cx="4267200" cy="3605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14733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858807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338710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8368600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730276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5/22/2024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650529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5/22/2024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240019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309697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944565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510058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55327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26852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9162461-FAAD-4829-9F8C-11BD0FC2B88F}" type="datetime1">
              <a:rPr lang="en-US" smtClean="0"/>
              <a:t>5/22/2024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AEF9944-A4F6-4C59-AEBD-678D6480B8EA}" type="slidenum">
              <a:rPr lang="en-US" smtClean="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894319"/>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C6B9B-631E-A1D4-8972-D022FCA350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CE60C5-6CA1-9740-D3E1-8C6839B2A1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14504-A03D-50CE-F027-0677DADD11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D3A093-196C-464E-901A-9B31DC6A707D}" type="datetimeFigureOut">
              <a:rPr lang="en-US" smtClean="0"/>
              <a:t>5/22/2024</a:t>
            </a:fld>
            <a:endParaRPr lang="en-US"/>
          </a:p>
        </p:txBody>
      </p:sp>
      <p:sp>
        <p:nvSpPr>
          <p:cNvPr id="5" name="Footer Placeholder 4">
            <a:extLst>
              <a:ext uri="{FF2B5EF4-FFF2-40B4-BE49-F238E27FC236}">
                <a16:creationId xmlns:a16="http://schemas.microsoft.com/office/drawing/2014/main" id="{919934DE-0E8D-628D-9385-D58A81DD88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6B344F-041A-59EC-383F-8E52909C12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9803A9-3A21-40A7-B2DB-CA006788F75B}" type="slidenum">
              <a:rPr lang="en-US" smtClean="0"/>
              <a:t>‹#›</a:t>
            </a:fld>
            <a:endParaRPr lang="en-US"/>
          </a:p>
        </p:txBody>
      </p:sp>
    </p:spTree>
    <p:extLst>
      <p:ext uri="{BB962C8B-B14F-4D97-AF65-F5344CB8AC3E}">
        <p14:creationId xmlns:p14="http://schemas.microsoft.com/office/powerpoint/2010/main" val="2963197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AA5FFF-B8FE-872B-ABFF-E2D35AD001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DE4C95-069C-FE8C-76F1-F3DB572B9D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A3CF19-2618-F991-BA1A-6FC88923B6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162461-FAAD-4829-9F8C-11BD0FC2B88F}" type="datetime1">
              <a:rPr lang="en-US" smtClean="0"/>
              <a:t>5/22/2024</a:t>
            </a:fld>
            <a:endParaRPr lang="en-US"/>
          </a:p>
        </p:txBody>
      </p:sp>
      <p:sp>
        <p:nvSpPr>
          <p:cNvPr id="5" name="Footer Placeholder 4">
            <a:extLst>
              <a:ext uri="{FF2B5EF4-FFF2-40B4-BE49-F238E27FC236}">
                <a16:creationId xmlns:a16="http://schemas.microsoft.com/office/drawing/2014/main" id="{8BDA9B01-7757-2FA2-4A00-92B39856B6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A1A6E0-2D11-5BE7-8DC8-A3218997AC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F9944-A4F6-4C59-AEBD-678D6480B8EA}" type="slidenum">
              <a:rPr lang="en-US" smtClean="0"/>
              <a:pPr/>
              <a:t>‹#›</a:t>
            </a:fld>
            <a:endParaRPr lang="en-US"/>
          </a:p>
        </p:txBody>
      </p:sp>
    </p:spTree>
    <p:extLst>
      <p:ext uri="{BB962C8B-B14F-4D97-AF65-F5344CB8AC3E}">
        <p14:creationId xmlns:p14="http://schemas.microsoft.com/office/powerpoint/2010/main" val="3655555797"/>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48" r:id="rId7"/>
    <p:sldLayoutId id="2147483849" r:id="rId8"/>
    <p:sldLayoutId id="2147483850" r:id="rId9"/>
    <p:sldLayoutId id="2147483851" r:id="rId10"/>
    <p:sldLayoutId id="2147483852" r:id="rId11"/>
    <p:sldLayoutId id="214748385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5/22/2024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477657866"/>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act.thinkwork.org/" TargetMode="External"/><Relationship Id="rId2" Type="http://schemas.openxmlformats.org/officeDocument/2006/relationships/notesSlide" Target="../notesSlides/notesSlide4.xml"/><Relationship Id="rId1" Type="http://schemas.openxmlformats.org/officeDocument/2006/relationships/slideLayout" Target="../slideLayouts/slideLayout3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png"/><Relationship Id="rId7" Type="http://schemas.openxmlformats.org/officeDocument/2006/relationships/diagramQuickStyle" Target="../diagrams/quickStyle1.xml"/><Relationship Id="rId2" Type="http://schemas.openxmlformats.org/officeDocument/2006/relationships/notesSlide" Target="../notesSlides/notesSlide5.xml"/><Relationship Id="rId1" Type="http://schemas.openxmlformats.org/officeDocument/2006/relationships/slideLayout" Target="../slideLayouts/slideLayout4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jpeg"/><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3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image" Target="../media/image6.png"/><Relationship Id="rId5" Type="http://schemas.openxmlformats.org/officeDocument/2006/relationships/hyperlink" Target="http://www.CLEtoolkit.communityinclusion.org" TargetMode="Externa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2.svg"/><Relationship Id="rId11" Type="http://schemas.openxmlformats.org/officeDocument/2006/relationships/image" Target="../media/image6.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s://ncapps.acl.gov/docs/NCAPPS_Principles_NationalEnvironmentalScan%20191202.pdf"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hyperlink" Target="https://ncapps.acl.gov/docs/NCAPPS_Principles_NationalEnvironmentalScan%20191202.pdf"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hyperlink" Target="https://www.youtube.com/watch?v=QvRmS-rx6po" TargetMode="External"/><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36.xml"/><Relationship Id="rId4" Type="http://schemas.openxmlformats.org/officeDocument/2006/relationships/hyperlink" Target="https://umn.zoom.us/rec/play/mvsEINbFGGZQD-knEnP63k7QIUuIKzuLWQdish-0sP4fqhx4VmRiSeKe6WOHcohrF0qNelGslS5rWWuS.6JrPDHZWzwDkVMGN?canPlayFromShare=true&amp;from=share_recording_detail&amp;continueMode=true&amp;componentName=rec-play&amp;originRequestUrl=https%3A%2F%2Fumn.zoom.us%2Frec%2Fshare%2FAJGEmZRK3qhoxiYFhmuiho2tXArgJcKq6pECG1NcYdmJpGripqGdWqZKui7seo2F.yIEcE6DOegaeex0v"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www.griffinhammis.com/wp-content/uploads/2019/11/DFS-Dec-2018.pdf"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hyperlink" Target="https://leadcenter.org/resources/guided-group-discovery-resources-introduction-and-course-participant-workbook-and-facilitator-guide/"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hyperlink" Target="https://employmentfirstma.org/files/PositivePersonalProfile_Transcen.pdf#:~:text=A%20Positive%20Personal%20Profile%20(PPP)%20is%20a%20way,employability,%20job%20match,%20retention%20and%20long-range%20career%20development."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osse.dc.gov/sites/default/files/dc/sites/osse/publication/attachments/Developing%20a%20Positive%20Personal%20Profile%20Handout.pdf"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hyperlink" Target="https://dsagsl.org/wp-content/uploads/2019/02/10-Things-You-Can-Do.pdf" TargetMode="Externa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www.lifecoursetools.com/lifecourse-library/lifecourse-framework/mapping-relationships/"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19.jpeg"/></Relationships>
</file>

<file path=ppt/slides/_rels/slide25.xml.rels><?xml version="1.0" encoding="UTF-8" standalone="yes"?>
<Relationships xmlns="http://schemas.openxmlformats.org/package/2006/relationships"><Relationship Id="rId3" Type="http://schemas.openxmlformats.org/officeDocument/2006/relationships/hyperlink" Target="https://www.lifecoursetools.com/lifecourse-library/lifecourse-framework/mapping-relationships/"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ideo" Target="https://www.youtube.com/embed/eUMHwcpZhHA?feature=oembed" TargetMode="External"/><Relationship Id="rId4" Type="http://schemas.openxmlformats.org/officeDocument/2006/relationships/image" Target="../media/image35.jpeg"/></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s://onepageprofiles.wordpress.com/" TargetMode="External"/><Relationship Id="rId3" Type="http://schemas.openxmlformats.org/officeDocument/2006/relationships/hyperlink" Target="https://thinkcollege.net/sites/default/files/files/resources/positive_personal_profile_blank.pdf" TargetMode="External"/><Relationship Id="rId7" Type="http://schemas.openxmlformats.org/officeDocument/2006/relationships/hyperlink" Target="https://scholarworks.umb.edu/cgi/viewcontent.cgi?article=1011&amp;context=ici_toolsforinclusion" TargetMode="External"/><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hyperlink" Target="https://cletoolkit.communityinclusion.org/i----guidepost-1-individualize-supports-for-each-person/guidepost-1-additional-resources/guidepost-1-resources" TargetMode="External"/><Relationship Id="rId5" Type="http://schemas.openxmlformats.org/officeDocument/2006/relationships/hyperlink" Target="https://www.transcen.org/wp-content/uploads/2023/03/Positive-Personal-Profile-Example.pdf" TargetMode="External"/><Relationship Id="rId10" Type="http://schemas.openxmlformats.org/officeDocument/2006/relationships/hyperlink" Target="https://www.lifecoursetools.com/lifecourse-library/exploring-the-life-domains/daily-life-and-employment/" TargetMode="External"/><Relationship Id="rId4" Type="http://schemas.openxmlformats.org/officeDocument/2006/relationships/hyperlink" Target="https://employmentfirstma.org/files/PositivePersonalProfile_Transcen.pdf" TargetMode="External"/><Relationship Id="rId9" Type="http://schemas.openxmlformats.org/officeDocument/2006/relationships/hyperlink" Target="https://www.lifecoursetools.com/lifecourse-library/foundational-tools/person-center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5" name="Rectangle 3094">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7"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Logo&#10;&#10;Description automatically generated with medium confidence">
            <a:extLst>
              <a:ext uri="{FF2B5EF4-FFF2-40B4-BE49-F238E27FC236}">
                <a16:creationId xmlns:a16="http://schemas.microsoft.com/office/drawing/2014/main" id="{2C766A1B-6DDE-3D65-0281-25959F0E95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880420"/>
            <a:ext cx="6894576" cy="3414663"/>
          </a:xfrm>
          <a:prstGeom prst="rect">
            <a:avLst/>
          </a:prstGeom>
        </p:spPr>
      </p:pic>
      <p:sp>
        <p:nvSpPr>
          <p:cNvPr id="11" name="Rectangle 9"/>
          <p:cNvSpPr txBox="1">
            <a:spLocks noChangeArrowheads="1"/>
          </p:cNvSpPr>
          <p:nvPr/>
        </p:nvSpPr>
        <p:spPr>
          <a:xfrm>
            <a:off x="6019683" y="3309186"/>
            <a:ext cx="3886200" cy="762000"/>
          </a:xfrm>
          <a:prstGeom prst="rect">
            <a:avLst/>
          </a:prstGeom>
        </p:spPr>
        <p:txBody>
          <a:bodyPr/>
          <a:lstStyle/>
          <a:p>
            <a:pPr>
              <a:defRPr/>
            </a:pPr>
            <a:endParaRPr lang="en-US" sz="2400">
              <a:latin typeface="Times"/>
              <a:cs typeface="Times"/>
            </a:endParaRPr>
          </a:p>
        </p:txBody>
      </p:sp>
      <p:sp>
        <p:nvSpPr>
          <p:cNvPr id="2" name="TextBox 1">
            <a:extLst>
              <a:ext uri="{FF2B5EF4-FFF2-40B4-BE49-F238E27FC236}">
                <a16:creationId xmlns:a16="http://schemas.microsoft.com/office/drawing/2014/main" id="{87FB65EC-2D25-DA7B-622C-027DE7C5EB3F}"/>
              </a:ext>
            </a:extLst>
          </p:cNvPr>
          <p:cNvSpPr txBox="1"/>
          <p:nvPr/>
        </p:nvSpPr>
        <p:spPr>
          <a:xfrm>
            <a:off x="420220" y="1025337"/>
            <a:ext cx="327772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cs typeface="Calibri"/>
              </a:rPr>
              <a:t>Using Person Centered Planning to Support Holistic Outcomes Across Employment and Non-Work </a:t>
            </a:r>
            <a:endParaRPr lang="en-US" sz="3600"/>
          </a:p>
        </p:txBody>
      </p:sp>
      <p:sp>
        <p:nvSpPr>
          <p:cNvPr id="3" name="TextBox 2">
            <a:extLst>
              <a:ext uri="{FF2B5EF4-FFF2-40B4-BE49-F238E27FC236}">
                <a16:creationId xmlns:a16="http://schemas.microsoft.com/office/drawing/2014/main" id="{584E510C-61F3-B4DA-1BBA-CA9083574D29}"/>
              </a:ext>
            </a:extLst>
          </p:cNvPr>
          <p:cNvSpPr txBox="1"/>
          <p:nvPr/>
        </p:nvSpPr>
        <p:spPr>
          <a:xfrm>
            <a:off x="4527176" y="5849470"/>
            <a:ext cx="60847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Phase 2024</a:t>
            </a:r>
            <a:endParaRPr lang="en-US"/>
          </a:p>
        </p:txBody>
      </p:sp>
    </p:spTree>
    <p:extLst>
      <p:ext uri="{BB962C8B-B14F-4D97-AF65-F5344CB8AC3E}">
        <p14:creationId xmlns:p14="http://schemas.microsoft.com/office/powerpoint/2010/main" val="4185207939"/>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D36399-6C73-42B6-889B-15B3415DAF47}"/>
              </a:ext>
            </a:extLst>
          </p:cNvPr>
          <p:cNvSpPr>
            <a:spLocks noGrp="1"/>
          </p:cNvSpPr>
          <p:nvPr>
            <p:ph type="sldNum" sz="quarter" idx="12"/>
          </p:nvPr>
        </p:nvSpPr>
        <p:spPr/>
        <p:txBody>
          <a:bodyPr/>
          <a:lstStyle/>
          <a:p>
            <a:fld id="{FAEF9944-A4F6-4C59-AEBD-678D6480B8EA}" type="slidenum">
              <a:rPr lang="en-US" smtClean="0"/>
              <a:pPr/>
              <a:t>2</a:t>
            </a:fld>
            <a:endParaRPr lang="en-US"/>
          </a:p>
        </p:txBody>
      </p:sp>
      <p:sp>
        <p:nvSpPr>
          <p:cNvPr id="3" name="Arrow: Striped Right 2">
            <a:extLst>
              <a:ext uri="{FF2B5EF4-FFF2-40B4-BE49-F238E27FC236}">
                <a16:creationId xmlns:a16="http://schemas.microsoft.com/office/drawing/2014/main" id="{F1AD4D84-0AE4-423C-9050-F3010EBBCC94}"/>
              </a:ext>
            </a:extLst>
          </p:cNvPr>
          <p:cNvSpPr/>
          <p:nvPr/>
        </p:nvSpPr>
        <p:spPr>
          <a:xfrm>
            <a:off x="826158" y="2338344"/>
            <a:ext cx="6833115" cy="1348772"/>
          </a:xfrm>
          <a:prstGeom prst="striped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2F7DDAC-D3AA-416E-9A2A-F6AAD8D6603A}"/>
              </a:ext>
            </a:extLst>
          </p:cNvPr>
          <p:cNvSpPr txBox="1"/>
          <p:nvPr/>
        </p:nvSpPr>
        <p:spPr>
          <a:xfrm>
            <a:off x="1054312" y="1050423"/>
            <a:ext cx="10292862" cy="954107"/>
          </a:xfrm>
          <a:prstGeom prst="rect">
            <a:avLst/>
          </a:prstGeom>
          <a:noFill/>
        </p:spPr>
        <p:txBody>
          <a:bodyPr wrap="square" lIns="91440" tIns="45720" rIns="91440" bIns="45720" rtlCol="0" anchor="t">
            <a:spAutoFit/>
          </a:bodyPr>
          <a:lstStyle/>
          <a:p>
            <a:pPr algn="ctr"/>
            <a:r>
              <a:rPr lang="en-US" sz="2800">
                <a:latin typeface="Calibri"/>
                <a:cs typeface="Calibri"/>
              </a:rPr>
              <a:t>We can, and should, support people wherever they are on their path to employment, </a:t>
            </a:r>
            <a:r>
              <a:rPr lang="en-US" sz="2800" b="1" i="1">
                <a:latin typeface="Calibri"/>
                <a:cs typeface="Calibri"/>
              </a:rPr>
              <a:t>no matter what service the person receives</a:t>
            </a:r>
            <a:endParaRPr lang="en-US" sz="2800" b="1" i="1">
              <a:latin typeface="Calibri" panose="020F0502020204030204" pitchFamily="34" charset="0"/>
              <a:ea typeface="Calibri"/>
              <a:cs typeface="Calibri" panose="020F0502020204030204" pitchFamily="34" charset="0"/>
            </a:endParaRPr>
          </a:p>
        </p:txBody>
      </p:sp>
      <p:sp>
        <p:nvSpPr>
          <p:cNvPr id="12" name="TextBox 11">
            <a:extLst>
              <a:ext uri="{FF2B5EF4-FFF2-40B4-BE49-F238E27FC236}">
                <a16:creationId xmlns:a16="http://schemas.microsoft.com/office/drawing/2014/main" id="{0C21B273-3B8D-41EC-B761-7102BC3783D8}"/>
              </a:ext>
            </a:extLst>
          </p:cNvPr>
          <p:cNvSpPr txBox="1"/>
          <p:nvPr/>
        </p:nvSpPr>
        <p:spPr>
          <a:xfrm>
            <a:off x="597877" y="4794738"/>
            <a:ext cx="2332887" cy="750277"/>
          </a:xfrm>
          <a:prstGeom prst="rect">
            <a:avLst/>
          </a:prstGeom>
          <a:noFill/>
        </p:spPr>
        <p:txBody>
          <a:bodyPr wrap="square" rtlCol="0">
            <a:spAutoFit/>
          </a:bodyPr>
          <a:lstStyle/>
          <a:p>
            <a:endParaRPr lang="en-US"/>
          </a:p>
        </p:txBody>
      </p:sp>
      <p:pic>
        <p:nvPicPr>
          <p:cNvPr id="4" name="Picture 3" descr="Logo&#10;&#10;Description automatically generated with medium confidence">
            <a:extLst>
              <a:ext uri="{FF2B5EF4-FFF2-40B4-BE49-F238E27FC236}">
                <a16:creationId xmlns:a16="http://schemas.microsoft.com/office/drawing/2014/main" id="{E371D2A5-035B-A9BC-80C2-70F8DCB401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8943" y="5918742"/>
            <a:ext cx="1631399" cy="807980"/>
          </a:xfrm>
          <a:prstGeom prst="rect">
            <a:avLst/>
          </a:prstGeom>
        </p:spPr>
      </p:pic>
      <p:sp>
        <p:nvSpPr>
          <p:cNvPr id="6" name="TextBox 5">
            <a:extLst>
              <a:ext uri="{FF2B5EF4-FFF2-40B4-BE49-F238E27FC236}">
                <a16:creationId xmlns:a16="http://schemas.microsoft.com/office/drawing/2014/main" id="{DC970EC0-DCA1-A89C-EBE7-F4386DDEFE5D}"/>
              </a:ext>
            </a:extLst>
          </p:cNvPr>
          <p:cNvSpPr txBox="1"/>
          <p:nvPr/>
        </p:nvSpPr>
        <p:spPr>
          <a:xfrm>
            <a:off x="2035767" y="230580"/>
            <a:ext cx="910988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cs typeface="Calibri"/>
              </a:rPr>
              <a:t>Employment is</a:t>
            </a:r>
            <a:r>
              <a:rPr lang="en-US" sz="4000" b="1" i="1" u="sng">
                <a:cs typeface="Calibri"/>
              </a:rPr>
              <a:t> Everyone's</a:t>
            </a:r>
            <a:r>
              <a:rPr lang="en-US" sz="4000" b="1">
                <a:cs typeface="Calibri"/>
              </a:rPr>
              <a:t> Job</a:t>
            </a:r>
            <a:r>
              <a:rPr lang="en-US" sz="4000">
                <a:cs typeface="Calibri"/>
              </a:rPr>
              <a:t> </a:t>
            </a:r>
            <a:endParaRPr lang="en-US" sz="4000"/>
          </a:p>
        </p:txBody>
      </p:sp>
      <p:pic>
        <p:nvPicPr>
          <p:cNvPr id="7" name="Picture 6" descr="A yellow sign with black text that reads &quot;career path ahead&quot;">
            <a:extLst>
              <a:ext uri="{FF2B5EF4-FFF2-40B4-BE49-F238E27FC236}">
                <a16:creationId xmlns:a16="http://schemas.microsoft.com/office/drawing/2014/main" id="{8B79C10A-D76F-90AD-8E75-A413350230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22447" y="2210181"/>
            <a:ext cx="2229411" cy="2257986"/>
          </a:xfrm>
          <a:prstGeom prst="rect">
            <a:avLst/>
          </a:prstGeom>
        </p:spPr>
      </p:pic>
      <p:sp>
        <p:nvSpPr>
          <p:cNvPr id="5" name="TextBox 4">
            <a:extLst>
              <a:ext uri="{FF2B5EF4-FFF2-40B4-BE49-F238E27FC236}">
                <a16:creationId xmlns:a16="http://schemas.microsoft.com/office/drawing/2014/main" id="{16F9F537-CF62-91BF-6E8E-09A33D4E38DC}"/>
              </a:ext>
            </a:extLst>
          </p:cNvPr>
          <p:cNvSpPr txBox="1"/>
          <p:nvPr/>
        </p:nvSpPr>
        <p:spPr>
          <a:xfrm>
            <a:off x="384964" y="4013368"/>
            <a:ext cx="987097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b="1">
                <a:cs typeface="Calibri" panose="020F0502020204030204"/>
              </a:rPr>
              <a:t>Adopting</a:t>
            </a:r>
            <a:r>
              <a:rPr lang="en-US" sz="2400">
                <a:cs typeface="Calibri" panose="020F0502020204030204"/>
              </a:rPr>
              <a:t> Employment First values as an organization </a:t>
            </a:r>
          </a:p>
          <a:p>
            <a:pPr marL="285750" indent="-285750">
              <a:buFont typeface="Arial"/>
              <a:buChar char="•"/>
            </a:pPr>
            <a:r>
              <a:rPr lang="en-US" sz="2400" b="1">
                <a:cs typeface="Calibri" panose="020F0502020204030204"/>
              </a:rPr>
              <a:t>Expecting</a:t>
            </a:r>
            <a:r>
              <a:rPr lang="en-US" sz="2400">
                <a:cs typeface="Calibri" panose="020F0502020204030204"/>
              </a:rPr>
              <a:t> employment as an outcome for people of working age</a:t>
            </a:r>
          </a:p>
          <a:p>
            <a:pPr marL="285750" indent="-285750">
              <a:buFont typeface="Arial"/>
              <a:buChar char="•"/>
            </a:pPr>
            <a:r>
              <a:rPr lang="en-US" sz="2400" b="1">
                <a:cs typeface="Calibri" panose="020F0502020204030204"/>
              </a:rPr>
              <a:t>Keeping</a:t>
            </a:r>
            <a:r>
              <a:rPr lang="en-US" sz="2400">
                <a:cs typeface="Calibri" panose="020F0502020204030204"/>
              </a:rPr>
              <a:t> employment exploration at the forefront </a:t>
            </a:r>
          </a:p>
          <a:p>
            <a:pPr marL="285750" indent="-285750">
              <a:buFont typeface="Arial"/>
              <a:buChar char="•"/>
            </a:pPr>
            <a:r>
              <a:rPr lang="en-US" sz="2400" b="1">
                <a:cs typeface="Calibri" panose="020F0502020204030204"/>
              </a:rPr>
              <a:t>Supporting</a:t>
            </a:r>
            <a:r>
              <a:rPr lang="en-US" sz="2400">
                <a:cs typeface="Calibri" panose="020F0502020204030204"/>
              </a:rPr>
              <a:t> community life engagement outcomes (</a:t>
            </a:r>
            <a:r>
              <a:rPr lang="en-US" sz="2400" b="1" i="1">
                <a:cs typeface="Calibri" panose="020F0502020204030204"/>
              </a:rPr>
              <a:t>instead of “outings”</a:t>
            </a:r>
            <a:r>
              <a:rPr lang="en-US" sz="2400">
                <a:cs typeface="Calibri" panose="020F0502020204030204"/>
              </a:rPr>
              <a:t>) </a:t>
            </a:r>
          </a:p>
          <a:p>
            <a:pPr marL="285750" indent="-285750">
              <a:buFont typeface="Arial"/>
              <a:buChar char="•"/>
            </a:pPr>
            <a:r>
              <a:rPr lang="en-US" sz="2400" b="1">
                <a:solidFill>
                  <a:srgbClr val="FF0000"/>
                </a:solidFill>
                <a:cs typeface="Calibri" panose="020F0502020204030204"/>
              </a:rPr>
              <a:t>Holistically and strategically</a:t>
            </a:r>
            <a:r>
              <a:rPr lang="en-US" sz="2400">
                <a:solidFill>
                  <a:srgbClr val="FF0000"/>
                </a:solidFill>
                <a:cs typeface="Calibri" panose="020F0502020204030204"/>
              </a:rPr>
              <a:t> supporting people &amp; teams</a:t>
            </a:r>
          </a:p>
        </p:txBody>
      </p:sp>
    </p:spTree>
    <p:extLst>
      <p:ext uri="{BB962C8B-B14F-4D97-AF65-F5344CB8AC3E}">
        <p14:creationId xmlns:p14="http://schemas.microsoft.com/office/powerpoint/2010/main" val="99769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6775" y="1"/>
            <a:ext cx="7044316" cy="1940438"/>
          </a:xfrm>
        </p:spPr>
        <p:txBody>
          <a:bodyPr vert="horz" lIns="91440" tIns="45720" rIns="91440" bIns="45720" rtlCol="0" anchor="ctr">
            <a:normAutofit/>
          </a:bodyPr>
          <a:lstStyle/>
          <a:p>
            <a:pPr eaLnBrk="1" hangingPunct="1"/>
            <a:r>
              <a:rPr lang="en-US" sz="4000"/>
              <a:t>Number in Employment and Day services 1989 through 2021</a:t>
            </a:r>
          </a:p>
        </p:txBody>
      </p:sp>
      <p:sp>
        <p:nvSpPr>
          <p:cNvPr id="4" name="Content Placeholder 3"/>
          <p:cNvSpPr>
            <a:spLocks noGrp="1"/>
          </p:cNvSpPr>
          <p:nvPr>
            <p:ph idx="1"/>
          </p:nvPr>
        </p:nvSpPr>
        <p:spPr>
          <a:xfrm>
            <a:off x="1910864" y="2198363"/>
            <a:ext cx="3214072" cy="3471141"/>
          </a:xfrm>
        </p:spPr>
        <p:txBody>
          <a:bodyPr vert="horz" lIns="91440" tIns="45720" rIns="91440" bIns="45720" rtlCol="0">
            <a:normAutofit/>
          </a:bodyPr>
          <a:lstStyle/>
          <a:p>
            <a:endParaRPr lang="en-US" sz="1600" u="sng"/>
          </a:p>
          <a:p>
            <a:endParaRPr lang="en-US" sz="1600"/>
          </a:p>
          <a:p>
            <a:endParaRPr lang="en-US" sz="1600"/>
          </a:p>
        </p:txBody>
      </p:sp>
      <p:pic>
        <p:nvPicPr>
          <p:cNvPr id="1028" name="Picture 4" descr="image">
            <a:extLst>
              <a:ext uri="{FF2B5EF4-FFF2-40B4-BE49-F238E27FC236}">
                <a16:creationId xmlns:a16="http://schemas.microsoft.com/office/drawing/2014/main" id="{2A4F46B7-0F6A-8E52-9E6C-D4B483FA6D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88" t="-1800" r="3005" b="-223"/>
          <a:stretch/>
        </p:blipFill>
        <p:spPr bwMode="auto">
          <a:xfrm>
            <a:off x="1442866" y="1714968"/>
            <a:ext cx="6575682" cy="5140395"/>
          </a:xfrm>
          <a:prstGeom prst="rect">
            <a:avLst/>
          </a:prstGeom>
          <a:noFill/>
          <a:extLst>
            <a:ext uri="{909E8E84-426E-40DD-AFC4-6F175D3DCCD1}">
              <a14:hiddenFill xmlns:a14="http://schemas.microsoft.com/office/drawing/2010/main">
                <a:solidFill>
                  <a:srgbClr val="FFFFFF"/>
                </a:solidFill>
              </a14:hiddenFill>
            </a:ext>
          </a:extLst>
        </p:spPr>
      </p:pic>
      <p:sp>
        <p:nvSpPr>
          <p:cNvPr id="3" name="Arrow: Left 2">
            <a:extLst>
              <a:ext uri="{FF2B5EF4-FFF2-40B4-BE49-F238E27FC236}">
                <a16:creationId xmlns:a16="http://schemas.microsoft.com/office/drawing/2014/main" id="{4B8889F6-E94E-4B5B-3C64-922DDEE26BAD}"/>
              </a:ext>
            </a:extLst>
          </p:cNvPr>
          <p:cNvSpPr/>
          <p:nvPr/>
        </p:nvSpPr>
        <p:spPr>
          <a:xfrm>
            <a:off x="7709914" y="2877008"/>
            <a:ext cx="3024403" cy="2106333"/>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ea typeface="Calibri"/>
                <a:cs typeface="Calibri"/>
              </a:rPr>
              <a:t>Most people are here!</a:t>
            </a:r>
          </a:p>
          <a:p>
            <a:pPr algn="ctr"/>
            <a:r>
              <a:rPr lang="en-US">
                <a:cs typeface="Calibri"/>
              </a:rPr>
              <a:t>So, what are we doing?</a:t>
            </a:r>
          </a:p>
        </p:txBody>
      </p:sp>
      <p:pic>
        <p:nvPicPr>
          <p:cNvPr id="6" name="Picture 5" descr="Logo&#10;&#10;Description automatically generated with medium confidence">
            <a:extLst>
              <a:ext uri="{FF2B5EF4-FFF2-40B4-BE49-F238E27FC236}">
                <a16:creationId xmlns:a16="http://schemas.microsoft.com/office/drawing/2014/main" id="{DDA538DF-A52B-6143-1459-23D3133599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18090" y="5907536"/>
            <a:ext cx="1631399" cy="807980"/>
          </a:xfrm>
          <a:prstGeom prst="rect">
            <a:avLst/>
          </a:prstGeom>
        </p:spPr>
      </p:pic>
    </p:spTree>
    <p:extLst>
      <p:ext uri="{BB962C8B-B14F-4D97-AF65-F5344CB8AC3E}">
        <p14:creationId xmlns:p14="http://schemas.microsoft.com/office/powerpoint/2010/main" val="279308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9753" y="351407"/>
            <a:ext cx="4785990" cy="1073539"/>
          </a:xfrm>
        </p:spPr>
        <p:txBody>
          <a:bodyPr>
            <a:noAutofit/>
          </a:bodyPr>
          <a:lstStyle/>
          <a:p>
            <a:pPr algn="ctr"/>
            <a:r>
              <a:rPr lang="en-US" sz="3600" b="1">
                <a:solidFill>
                  <a:schemeClr val="tx2">
                    <a:lumMod val="60000"/>
                    <a:lumOff val="40000"/>
                  </a:schemeClr>
                </a:solidFill>
                <a:latin typeface="Candara" panose="020E0502030303020204" pitchFamily="34" charset="0"/>
              </a:rPr>
              <a:t>10 Essential Elements</a:t>
            </a:r>
            <a:br>
              <a:rPr lang="en-US" sz="3600" b="1">
                <a:solidFill>
                  <a:schemeClr val="tx2">
                    <a:lumMod val="60000"/>
                    <a:lumOff val="40000"/>
                  </a:schemeClr>
                </a:solidFill>
                <a:latin typeface="Candara" panose="020E0502030303020204" pitchFamily="34" charset="0"/>
              </a:rPr>
            </a:br>
            <a:r>
              <a:rPr lang="en-US" sz="3600" b="1">
                <a:solidFill>
                  <a:schemeClr val="tx2">
                    <a:lumMod val="60000"/>
                    <a:lumOff val="40000"/>
                  </a:schemeClr>
                </a:solidFill>
                <a:latin typeface="Candara" panose="020E0502030303020204" pitchFamily="34" charset="0"/>
              </a:rPr>
              <a:t>of Provider Transformation</a:t>
            </a:r>
          </a:p>
        </p:txBody>
      </p:sp>
      <p:sp>
        <p:nvSpPr>
          <p:cNvPr id="5" name="Rectangle 4">
            <a:extLst>
              <a:ext uri="{FF2B5EF4-FFF2-40B4-BE49-F238E27FC236}">
                <a16:creationId xmlns:a16="http://schemas.microsoft.com/office/drawing/2014/main" id="{802614FB-2C09-7E48-A88E-4A6E941BF62B}"/>
              </a:ext>
            </a:extLst>
          </p:cNvPr>
          <p:cNvSpPr/>
          <p:nvPr/>
        </p:nvSpPr>
        <p:spPr>
          <a:xfrm>
            <a:off x="1884827" y="892630"/>
            <a:ext cx="3748527" cy="23338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spcBef>
                <a:spcPts val="600"/>
              </a:spcBef>
              <a:defRPr/>
            </a:pPr>
            <a:r>
              <a:rPr lang="en-US" sz="2800" b="1">
                <a:solidFill>
                  <a:srgbClr val="558ED5"/>
                </a:solidFill>
                <a:latin typeface="Candara"/>
              </a:rPr>
              <a:t>Focus and Values</a:t>
            </a:r>
          </a:p>
          <a:p>
            <a:pPr algn="ctr" defTabSz="457200">
              <a:spcBef>
                <a:spcPts val="600"/>
              </a:spcBef>
              <a:defRPr/>
            </a:pPr>
            <a:r>
              <a:rPr lang="en-US">
                <a:solidFill>
                  <a:prstClr val="black"/>
                </a:solidFill>
                <a:latin typeface="Candara"/>
              </a:rPr>
              <a:t>Clear and consistent goals</a:t>
            </a:r>
          </a:p>
          <a:p>
            <a:pPr algn="ctr" defTabSz="457200">
              <a:spcBef>
                <a:spcPts val="600"/>
              </a:spcBef>
              <a:defRPr/>
            </a:pPr>
            <a:r>
              <a:rPr lang="en-US">
                <a:solidFill>
                  <a:schemeClr val="tx1"/>
                </a:solidFill>
                <a:latin typeface="Candara"/>
              </a:rPr>
              <a:t>Agency culture supports inclusion</a:t>
            </a:r>
          </a:p>
        </p:txBody>
      </p:sp>
      <p:sp>
        <p:nvSpPr>
          <p:cNvPr id="7" name="Rectangle 6">
            <a:extLst>
              <a:ext uri="{FF2B5EF4-FFF2-40B4-BE49-F238E27FC236}">
                <a16:creationId xmlns:a16="http://schemas.microsoft.com/office/drawing/2014/main" id="{0C366866-44B9-3D41-B13D-3CBCE57088DC}"/>
              </a:ext>
            </a:extLst>
          </p:cNvPr>
          <p:cNvSpPr/>
          <p:nvPr/>
        </p:nvSpPr>
        <p:spPr>
          <a:xfrm>
            <a:off x="1884827" y="4006150"/>
            <a:ext cx="3748526" cy="25203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spcAft>
                <a:spcPts val="600"/>
              </a:spcAft>
              <a:defRPr/>
            </a:pPr>
            <a:r>
              <a:rPr lang="en-US" sz="2800" b="1">
                <a:solidFill>
                  <a:srgbClr val="558ED5"/>
                </a:solidFill>
                <a:latin typeface="Candara"/>
              </a:rPr>
              <a:t>Infrastructure</a:t>
            </a:r>
          </a:p>
          <a:p>
            <a:pPr algn="ctr" defTabSz="457200">
              <a:spcAft>
                <a:spcPts val="600"/>
              </a:spcAft>
              <a:defRPr/>
            </a:pPr>
            <a:r>
              <a:rPr lang="en-US">
                <a:solidFill>
                  <a:schemeClr val="tx1"/>
                </a:solidFill>
                <a:latin typeface="Candara"/>
              </a:rPr>
              <a:t>Reallocated, restructured resources</a:t>
            </a:r>
          </a:p>
          <a:p>
            <a:pPr algn="ctr" defTabSz="457200">
              <a:spcAft>
                <a:spcPts val="600"/>
              </a:spcAft>
              <a:defRPr/>
            </a:pPr>
            <a:r>
              <a:rPr lang="en-US">
                <a:solidFill>
                  <a:schemeClr val="tx1"/>
                </a:solidFill>
                <a:latin typeface="Candara"/>
              </a:rPr>
              <a:t>Strong communication plan</a:t>
            </a:r>
          </a:p>
          <a:p>
            <a:pPr algn="ctr" defTabSz="457200">
              <a:spcAft>
                <a:spcPts val="600"/>
              </a:spcAft>
              <a:defRPr/>
            </a:pPr>
            <a:r>
              <a:rPr lang="en-US">
                <a:solidFill>
                  <a:schemeClr val="tx1"/>
                </a:solidFill>
                <a:latin typeface="Candara"/>
              </a:rPr>
              <a:t>Ongoing staff development</a:t>
            </a:r>
          </a:p>
          <a:p>
            <a:pPr algn="ctr" defTabSz="457200">
              <a:spcAft>
                <a:spcPts val="600"/>
              </a:spcAft>
              <a:defRPr/>
            </a:pPr>
            <a:r>
              <a:rPr lang="en-US">
                <a:solidFill>
                  <a:schemeClr val="tx1"/>
                </a:solidFill>
                <a:latin typeface="Candara"/>
              </a:rPr>
              <a:t>Performance measurement &amp; QA</a:t>
            </a:r>
          </a:p>
          <a:p>
            <a:pPr algn="ctr" defTabSz="457200">
              <a:spcAft>
                <a:spcPts val="600"/>
              </a:spcAft>
              <a:defRPr/>
            </a:pPr>
            <a:r>
              <a:rPr lang="en-US">
                <a:solidFill>
                  <a:schemeClr val="tx1"/>
                </a:solidFill>
                <a:latin typeface="Candara"/>
              </a:rPr>
              <a:t>Diverse community partnerships</a:t>
            </a:r>
          </a:p>
        </p:txBody>
      </p:sp>
      <p:sp>
        <p:nvSpPr>
          <p:cNvPr id="8" name="Rectangle 7">
            <a:extLst>
              <a:ext uri="{FF2B5EF4-FFF2-40B4-BE49-F238E27FC236}">
                <a16:creationId xmlns:a16="http://schemas.microsoft.com/office/drawing/2014/main" id="{D29F3F1E-CA9B-4143-872E-BD513DE16557}"/>
              </a:ext>
            </a:extLst>
          </p:cNvPr>
          <p:cNvSpPr/>
          <p:nvPr/>
        </p:nvSpPr>
        <p:spPr>
          <a:xfrm>
            <a:off x="6691583" y="1864011"/>
            <a:ext cx="3415876" cy="350180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spcAft>
                <a:spcPts val="600"/>
              </a:spcAft>
              <a:defRPr/>
            </a:pPr>
            <a:r>
              <a:rPr lang="en-US" sz="2800" b="1">
                <a:solidFill>
                  <a:srgbClr val="558ED5"/>
                </a:solidFill>
                <a:latin typeface="Candara"/>
              </a:rPr>
              <a:t>Community Life Engagement &amp; Employment Consultant Practices</a:t>
            </a:r>
          </a:p>
          <a:p>
            <a:pPr algn="ctr" defTabSz="457200">
              <a:spcAft>
                <a:spcPts val="600"/>
              </a:spcAft>
              <a:defRPr/>
            </a:pPr>
            <a:r>
              <a:rPr lang="en-US">
                <a:solidFill>
                  <a:prstClr val="black"/>
                </a:solidFill>
                <a:latin typeface="Candara"/>
              </a:rPr>
              <a:t>Customer focus &amp; engagement</a:t>
            </a:r>
          </a:p>
          <a:p>
            <a:pPr algn="ctr" defTabSz="457200">
              <a:spcAft>
                <a:spcPts val="600"/>
              </a:spcAft>
              <a:defRPr/>
            </a:pPr>
            <a:r>
              <a:rPr lang="en-US" b="1">
                <a:solidFill>
                  <a:schemeClr val="tx1"/>
                </a:solidFill>
                <a:highlight>
                  <a:srgbClr val="FFFF00"/>
                </a:highlight>
                <a:latin typeface="Candara"/>
              </a:rPr>
              <a:t>A holistic approach</a:t>
            </a:r>
          </a:p>
          <a:p>
            <a:pPr algn="ctr" defTabSz="457200">
              <a:spcAft>
                <a:spcPts val="600"/>
              </a:spcAft>
              <a:defRPr/>
            </a:pPr>
            <a:r>
              <a:rPr lang="en-US">
                <a:solidFill>
                  <a:prstClr val="black"/>
                </a:solidFill>
                <a:latin typeface="Candara"/>
              </a:rPr>
              <a:t>Active person-centered job development</a:t>
            </a:r>
          </a:p>
          <a:p>
            <a:pPr algn="ctr" defTabSz="457200">
              <a:defRPr/>
            </a:pPr>
            <a:endParaRPr lang="en-US">
              <a:solidFill>
                <a:srgbClr val="4F81BD">
                  <a:lumMod val="75000"/>
                </a:srgbClr>
              </a:solidFill>
              <a:latin typeface="Candara" panose="020E0502030303020204" pitchFamily="34" charset="0"/>
            </a:endParaRPr>
          </a:p>
        </p:txBody>
      </p:sp>
      <p:cxnSp>
        <p:nvCxnSpPr>
          <p:cNvPr id="10" name="Straight Arrow Connector 9">
            <a:extLst>
              <a:ext uri="{FF2B5EF4-FFF2-40B4-BE49-F238E27FC236}">
                <a16:creationId xmlns:a16="http://schemas.microsoft.com/office/drawing/2014/main" id="{33DC9B72-15A3-3B4A-B337-E6788DC3E7C4}"/>
              </a:ext>
            </a:extLst>
          </p:cNvPr>
          <p:cNvCxnSpPr/>
          <p:nvPr/>
        </p:nvCxnSpPr>
        <p:spPr>
          <a:xfrm>
            <a:off x="5729607" y="1918177"/>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56ED5D5-48FC-3F47-87A6-C58DF7290724}"/>
              </a:ext>
            </a:extLst>
          </p:cNvPr>
          <p:cNvCxnSpPr>
            <a:cxnSpLocks/>
          </p:cNvCxnSpPr>
          <p:nvPr/>
        </p:nvCxnSpPr>
        <p:spPr>
          <a:xfrm flipH="1">
            <a:off x="5729607" y="4705045"/>
            <a:ext cx="770021" cy="748257"/>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27821DC-DECB-B24B-95AA-B24A9321DF05}"/>
              </a:ext>
            </a:extLst>
          </p:cNvPr>
          <p:cNvCxnSpPr>
            <a:cxnSpLocks/>
          </p:cNvCxnSpPr>
          <p:nvPr/>
        </p:nvCxnSpPr>
        <p:spPr>
          <a:xfrm>
            <a:off x="3692258" y="3329880"/>
            <a:ext cx="0" cy="572870"/>
          </a:xfrm>
          <a:prstGeom prst="straightConnector1">
            <a:avLst/>
          </a:prstGeom>
          <a:ln w="47625">
            <a:solidFill>
              <a:schemeClr val="accent3">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10B5C56-7F5A-5C45-9CFB-AB89930EABD9}"/>
              </a:ext>
            </a:extLst>
          </p:cNvPr>
          <p:cNvSpPr txBox="1"/>
          <p:nvPr/>
        </p:nvSpPr>
        <p:spPr>
          <a:xfrm>
            <a:off x="6295041" y="5488019"/>
            <a:ext cx="5771291" cy="461665"/>
          </a:xfrm>
          <a:prstGeom prst="rect">
            <a:avLst/>
          </a:prstGeom>
          <a:noFill/>
        </p:spPr>
        <p:txBody>
          <a:bodyPr wrap="square" lIns="91440" tIns="45720" rIns="91440" bIns="45720" anchor="t">
            <a:spAutoFit/>
          </a:bodyPr>
          <a:lstStyle/>
          <a:p>
            <a:pPr defTabSz="457200">
              <a:defRPr/>
            </a:pPr>
            <a:r>
              <a:rPr lang="en-US" sz="2400">
                <a:latin typeface="Candara"/>
                <a:hlinkClick r:id="rId3"/>
              </a:rPr>
              <a:t> </a:t>
            </a:r>
            <a:r>
              <a:rPr lang="en-US" sz="2400">
                <a:latin typeface="Candara"/>
                <a:hlinkClick r:id="rId3">
                  <a:extLst>
                    <a:ext uri="{A12FA001-AC4F-418D-AE19-62706E023703}">
                      <ahyp:hlinkClr xmlns:ahyp="http://schemas.microsoft.com/office/drawing/2018/hyperlinkcolor" val="tx"/>
                    </a:ext>
                  </a:extLst>
                </a:hlinkClick>
              </a:rPr>
              <a:t>https://act.thinkwork.org/about.html  </a:t>
            </a:r>
            <a:endParaRPr lang="en-US" sz="2400">
              <a:latin typeface="Candara" panose="020E0502030303020204" pitchFamily="34" charset="0"/>
            </a:endParaRPr>
          </a:p>
        </p:txBody>
      </p:sp>
      <p:pic>
        <p:nvPicPr>
          <p:cNvPr id="3" name="Picture 2" descr="Logo&#10;&#10;Description automatically generated with medium confidence">
            <a:extLst>
              <a:ext uri="{FF2B5EF4-FFF2-40B4-BE49-F238E27FC236}">
                <a16:creationId xmlns:a16="http://schemas.microsoft.com/office/drawing/2014/main" id="{1CB0AA02-8864-797C-423D-B1B0CEF19B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77649" y="5952360"/>
            <a:ext cx="1631399" cy="807980"/>
          </a:xfrm>
          <a:prstGeom prst="rect">
            <a:avLst/>
          </a:prstGeom>
        </p:spPr>
      </p:pic>
    </p:spTree>
    <p:extLst>
      <p:ext uri="{BB962C8B-B14F-4D97-AF65-F5344CB8AC3E}">
        <p14:creationId xmlns:p14="http://schemas.microsoft.com/office/powerpoint/2010/main" val="402752708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2D4CA7C-D0A9-4419-8EC2-8F02FB16AB36}"/>
              </a:ext>
            </a:extLst>
          </p:cNvPr>
          <p:cNvCxnSpPr/>
          <p:nvPr/>
        </p:nvCxnSpPr>
        <p:spPr>
          <a:xfrm>
            <a:off x="197944" y="1269272"/>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5</a:t>
            </a:fld>
            <a:endParaRPr lang="en-US"/>
          </a:p>
        </p:txBody>
      </p:sp>
      <p:sp>
        <p:nvSpPr>
          <p:cNvPr id="2" name="TextBox 1">
            <a:extLst>
              <a:ext uri="{FF2B5EF4-FFF2-40B4-BE49-F238E27FC236}">
                <a16:creationId xmlns:a16="http://schemas.microsoft.com/office/drawing/2014/main" id="{17D2908A-430E-4E02-AF6F-23065E642D05}"/>
              </a:ext>
            </a:extLst>
          </p:cNvPr>
          <p:cNvSpPr txBox="1"/>
          <p:nvPr/>
        </p:nvSpPr>
        <p:spPr>
          <a:xfrm>
            <a:off x="228450" y="354222"/>
            <a:ext cx="1133545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Employment Practices </a:t>
            </a:r>
          </a:p>
        </p:txBody>
      </p:sp>
      <p:pic>
        <p:nvPicPr>
          <p:cNvPr id="6" name="Picture 5" descr="Logo&#10;&#10;Description automatically generated with medium confidence">
            <a:extLst>
              <a:ext uri="{FF2B5EF4-FFF2-40B4-BE49-F238E27FC236}">
                <a16:creationId xmlns:a16="http://schemas.microsoft.com/office/drawing/2014/main" id="{75B58473-27B1-51E1-B313-B93F0F1416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77649" y="5952360"/>
            <a:ext cx="1631399" cy="807980"/>
          </a:xfrm>
          <a:prstGeom prst="rect">
            <a:avLst/>
          </a:prstGeom>
        </p:spPr>
      </p:pic>
      <p:pic>
        <p:nvPicPr>
          <p:cNvPr id="10" name="Picture 9" descr="A yellow sign with black text&#10;&#10;Description automatically generated with medium confidence">
            <a:extLst>
              <a:ext uri="{FF2B5EF4-FFF2-40B4-BE49-F238E27FC236}">
                <a16:creationId xmlns:a16="http://schemas.microsoft.com/office/drawing/2014/main" id="{094C8DE2-283A-CE22-FA12-03DA5D1F92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4037" y="2151053"/>
            <a:ext cx="2543175" cy="2571750"/>
          </a:xfrm>
          <a:prstGeom prst="rect">
            <a:avLst/>
          </a:prstGeom>
        </p:spPr>
      </p:pic>
      <p:graphicFrame>
        <p:nvGraphicFramePr>
          <p:cNvPr id="12" name="TextBox 3">
            <a:extLst>
              <a:ext uri="{FF2B5EF4-FFF2-40B4-BE49-F238E27FC236}">
                <a16:creationId xmlns:a16="http://schemas.microsoft.com/office/drawing/2014/main" id="{156F1923-DC68-FCE5-8EF4-6D844F46553F}"/>
              </a:ext>
            </a:extLst>
          </p:cNvPr>
          <p:cNvGraphicFramePr/>
          <p:nvPr/>
        </p:nvGraphicFramePr>
        <p:xfrm>
          <a:off x="498790" y="1607799"/>
          <a:ext cx="7197345" cy="443198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82636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E93D5D-81D9-C50B-2EFF-10EACAEC88EF}"/>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4600" b="1"/>
              <a:t> Non-Work: Community Life Engagement (CLE)</a:t>
            </a:r>
          </a:p>
        </p:txBody>
      </p:sp>
      <p:sp>
        <p:nvSpPr>
          <p:cNvPr id="2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012AB944-9E99-1741-D753-FBE82A33EC0B}"/>
              </a:ext>
            </a:extLst>
          </p:cNvPr>
          <p:cNvSpPr>
            <a:spLocks noGrp="1"/>
          </p:cNvSpPr>
          <p:nvPr>
            <p:ph type="body" sz="half" idx="2"/>
          </p:nvPr>
        </p:nvSpPr>
        <p:spPr>
          <a:xfrm>
            <a:off x="572493" y="2071316"/>
            <a:ext cx="6713552" cy="4119172"/>
          </a:xfrm>
        </p:spPr>
        <p:txBody>
          <a:bodyPr vert="horz" lIns="91440" tIns="45720" rIns="91440" bIns="45720" rtlCol="0" anchor="t">
            <a:normAutofit/>
          </a:bodyPr>
          <a:lstStyle/>
          <a:p>
            <a:r>
              <a:rPr lang="en-US" sz="1700"/>
              <a:t>All the ways that people with I/DD access and participate in their communities, outside of employment, as part of a meaningful life. </a:t>
            </a:r>
            <a:endParaRPr lang="en-US"/>
          </a:p>
          <a:p>
            <a:pPr indent="-228600">
              <a:buFont typeface="Arial" panose="020B0604020202020204" pitchFamily="34" charset="0"/>
              <a:buChar char="•"/>
            </a:pPr>
            <a:endParaRPr lang="en-US" sz="1700"/>
          </a:p>
          <a:p>
            <a:pPr marL="342900" indent="-228600">
              <a:buFont typeface="Arial" panose="020B0604020202020204" pitchFamily="34" charset="0"/>
              <a:buChar char="•"/>
            </a:pPr>
            <a:r>
              <a:rPr lang="en-US" sz="1700"/>
              <a:t>Not a program, these are </a:t>
            </a:r>
            <a:r>
              <a:rPr lang="en-US" sz="1700" b="1"/>
              <a:t>outcomes </a:t>
            </a:r>
            <a:endParaRPr lang="en-US" sz="1700" b="1">
              <a:cs typeface="Calibri"/>
            </a:endParaRPr>
          </a:p>
          <a:p>
            <a:pPr marL="342900" indent="-228600">
              <a:buFont typeface="Arial" panose="020B0604020202020204" pitchFamily="34" charset="0"/>
              <a:buChar char="•"/>
            </a:pPr>
            <a:r>
              <a:rPr lang="en-US" sz="1700"/>
              <a:t>Non-work</a:t>
            </a:r>
            <a:endParaRPr lang="en-US" sz="1700">
              <a:cs typeface="Calibri"/>
            </a:endParaRPr>
          </a:p>
          <a:p>
            <a:pPr marL="342900" indent="-228600">
              <a:buFont typeface="Arial" panose="020B0604020202020204" pitchFamily="34" charset="0"/>
              <a:buChar char="•"/>
            </a:pPr>
            <a:r>
              <a:rPr lang="en-US" sz="1700"/>
              <a:t>Accessing typical community facilities (library, faith community, gym, rec center, etc.)</a:t>
            </a:r>
            <a:endParaRPr lang="en-US" sz="1700">
              <a:cs typeface="Calibri"/>
            </a:endParaRPr>
          </a:p>
          <a:p>
            <a:pPr marL="342900" indent="-228600">
              <a:buFont typeface="Arial" panose="020B0604020202020204" pitchFamily="34" charset="0"/>
              <a:buChar char="•"/>
            </a:pPr>
            <a:r>
              <a:rPr lang="en-US" sz="1700"/>
              <a:t>Volunteerism </a:t>
            </a:r>
            <a:endParaRPr lang="en-US" sz="1700">
              <a:cs typeface="Calibri"/>
            </a:endParaRPr>
          </a:p>
          <a:p>
            <a:pPr marL="342900" indent="-228600">
              <a:buFont typeface="Arial" panose="020B0604020202020204" pitchFamily="34" charset="0"/>
              <a:buChar char="•"/>
            </a:pPr>
            <a:r>
              <a:rPr lang="en-US" sz="1700"/>
              <a:t>Post-secondary &amp;/or continuing education</a:t>
            </a:r>
            <a:endParaRPr lang="en-US" sz="1700">
              <a:cs typeface="Calibri"/>
            </a:endParaRPr>
          </a:p>
          <a:p>
            <a:pPr marL="342900" indent="-228600">
              <a:buFont typeface="Arial" panose="020B0604020202020204" pitchFamily="34" charset="0"/>
              <a:buChar char="•"/>
            </a:pPr>
            <a:r>
              <a:rPr lang="en-US" sz="1700"/>
              <a:t>Wrap-around to work</a:t>
            </a:r>
            <a:endParaRPr lang="en-US" sz="1700">
              <a:cs typeface="Calibri"/>
            </a:endParaRPr>
          </a:p>
          <a:p>
            <a:pPr marL="342900" indent="-228600">
              <a:buFont typeface="Arial" panose="020B0604020202020204" pitchFamily="34" charset="0"/>
              <a:buChar char="•"/>
            </a:pPr>
            <a:r>
              <a:rPr lang="en-US" sz="1700"/>
              <a:t>Retirement activities </a:t>
            </a:r>
            <a:endParaRPr lang="en-US" sz="1700">
              <a:cs typeface="Calibri"/>
            </a:endParaRPr>
          </a:p>
          <a:p>
            <a:pPr marL="342900" indent="-228600">
              <a:buFont typeface="Arial" panose="020B0604020202020204" pitchFamily="34" charset="0"/>
              <a:buChar char="•"/>
            </a:pPr>
            <a:r>
              <a:rPr lang="en-US" sz="1700" b="1"/>
              <a:t> A Pathway to work for people of working age...</a:t>
            </a:r>
            <a:r>
              <a:rPr lang="en-US" sz="1700"/>
              <a:t> </a:t>
            </a:r>
            <a:endParaRPr lang="en-US" sz="1700">
              <a:cs typeface="Calibri"/>
            </a:endParaRPr>
          </a:p>
        </p:txBody>
      </p:sp>
      <p:pic>
        <p:nvPicPr>
          <p:cNvPr id="14" name="Picture 13" descr="three people smiling next to a garden they planted">
            <a:extLst>
              <a:ext uri="{FF2B5EF4-FFF2-40B4-BE49-F238E27FC236}">
                <a16:creationId xmlns:a16="http://schemas.microsoft.com/office/drawing/2014/main" id="{ABFD06E0-F7AE-89A1-82F6-1B8F9E8F14A9}"/>
              </a:ext>
            </a:extLst>
          </p:cNvPr>
          <p:cNvPicPr>
            <a:picLocks noChangeAspect="1"/>
          </p:cNvPicPr>
          <p:nvPr/>
        </p:nvPicPr>
        <p:blipFill rotWithShape="1">
          <a:blip r:embed="rId3"/>
          <a:srcRect l="3829" r="25488" b="-2"/>
          <a:stretch/>
        </p:blipFill>
        <p:spPr>
          <a:xfrm>
            <a:off x="7675658" y="2093976"/>
            <a:ext cx="3941064" cy="4096512"/>
          </a:xfrm>
          <a:prstGeom prst="rect">
            <a:avLst/>
          </a:prstGeom>
        </p:spPr>
      </p:pic>
      <p:sp>
        <p:nvSpPr>
          <p:cNvPr id="5" name="Slide Number Placeholder 4">
            <a:extLst>
              <a:ext uri="{FF2B5EF4-FFF2-40B4-BE49-F238E27FC236}">
                <a16:creationId xmlns:a16="http://schemas.microsoft.com/office/drawing/2014/main" id="{89890C36-9E9C-CC1D-B4A9-AAD987E17E7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defTabSz="914400">
              <a:spcAft>
                <a:spcPts val="600"/>
              </a:spcAft>
              <a:defRPr/>
            </a:pPr>
            <a:fld id="{915FAA45-AC5B-014B-9F74-53D558B73BE0}" type="slidenum">
              <a:rPr lang="en-US">
                <a:solidFill>
                  <a:prstClr val="black">
                    <a:tint val="75000"/>
                  </a:prstClr>
                </a:solidFill>
                <a:latin typeface="Calibri" panose="020F0502020204030204"/>
              </a:rPr>
              <a:pPr defTabSz="914400">
                <a:spcAft>
                  <a:spcPts val="600"/>
                </a:spcAft>
                <a:defRPr/>
              </a:pPr>
              <a:t>6</a:t>
            </a:fld>
            <a:endParaRPr lang="en-US">
              <a:solidFill>
                <a:prstClr val="black">
                  <a:tint val="75000"/>
                </a:prstClr>
              </a:solidFill>
              <a:latin typeface="Calibri" panose="020F0502020204030204"/>
            </a:endParaRPr>
          </a:p>
        </p:txBody>
      </p:sp>
      <p:pic>
        <p:nvPicPr>
          <p:cNvPr id="8" name="Picture 7" descr="Logo&#10;&#10;Description automatically generated with medium confidence">
            <a:extLst>
              <a:ext uri="{FF2B5EF4-FFF2-40B4-BE49-F238E27FC236}">
                <a16:creationId xmlns:a16="http://schemas.microsoft.com/office/drawing/2014/main" id="{4788BC46-0381-2312-5873-6B73B2B34CAD}"/>
              </a:ext>
            </a:extLst>
          </p:cNvPr>
          <p:cNvPicPr>
            <a:picLocks noChangeAspect="1"/>
          </p:cNvPicPr>
          <p:nvPr/>
        </p:nvPicPr>
        <p:blipFill>
          <a:blip r:embed="rId4"/>
          <a:stretch>
            <a:fillRect/>
          </a:stretch>
        </p:blipFill>
        <p:spPr>
          <a:xfrm>
            <a:off x="10708712" y="5961266"/>
            <a:ext cx="1253389" cy="620763"/>
          </a:xfrm>
          <a:prstGeom prst="rect">
            <a:avLst/>
          </a:prstGeom>
        </p:spPr>
      </p:pic>
    </p:spTree>
    <p:extLst>
      <p:ext uri="{BB962C8B-B14F-4D97-AF65-F5344CB8AC3E}">
        <p14:creationId xmlns:p14="http://schemas.microsoft.com/office/powerpoint/2010/main" val="1357473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30357-4C90-A91A-CEDB-036B86D5648E}"/>
              </a:ext>
            </a:extLst>
          </p:cNvPr>
          <p:cNvSpPr>
            <a:spLocks noGrp="1"/>
          </p:cNvSpPr>
          <p:nvPr>
            <p:ph type="title"/>
          </p:nvPr>
        </p:nvSpPr>
        <p:spPr>
          <a:xfrm>
            <a:off x="6447619" y="144788"/>
            <a:ext cx="5742312" cy="1463260"/>
          </a:xfrm>
        </p:spPr>
        <p:txBody>
          <a:bodyPr vert="horz" lIns="91440" tIns="45720" rIns="91440" bIns="45720" rtlCol="0" anchor="ctr">
            <a:noAutofit/>
          </a:bodyPr>
          <a:lstStyle/>
          <a:p>
            <a:r>
              <a:rPr lang="en-US" sz="4100" b="1"/>
              <a:t>Using CLE as pathway to employment</a:t>
            </a:r>
          </a:p>
        </p:txBody>
      </p:sp>
      <p:pic>
        <p:nvPicPr>
          <p:cNvPr id="5" name="Picture 4" descr="Solo journey">
            <a:extLst>
              <a:ext uri="{FF2B5EF4-FFF2-40B4-BE49-F238E27FC236}">
                <a16:creationId xmlns:a16="http://schemas.microsoft.com/office/drawing/2014/main" id="{BFB897C4-C569-D25D-2973-98BA53B528C0}"/>
              </a:ext>
            </a:extLst>
          </p:cNvPr>
          <p:cNvPicPr>
            <a:picLocks noChangeAspect="1"/>
          </p:cNvPicPr>
          <p:nvPr/>
        </p:nvPicPr>
        <p:blipFill rotWithShape="1">
          <a:blip r:embed="rId3"/>
          <a:srcRect l="15661" r="5726" b="4"/>
          <a:stretch/>
        </p:blipFill>
        <p:spPr>
          <a:xfrm>
            <a:off x="20" y="10"/>
            <a:ext cx="6233778" cy="6857990"/>
          </a:xfrm>
          <a:prstGeom prst="rect">
            <a:avLst/>
          </a:prstGeom>
        </p:spPr>
      </p:pic>
      <p:sp>
        <p:nvSpPr>
          <p:cNvPr id="4" name="TextBox 3">
            <a:extLst>
              <a:ext uri="{FF2B5EF4-FFF2-40B4-BE49-F238E27FC236}">
                <a16:creationId xmlns:a16="http://schemas.microsoft.com/office/drawing/2014/main" id="{EB706571-E786-D759-A894-CF86DBA3A396}"/>
              </a:ext>
            </a:extLst>
          </p:cNvPr>
          <p:cNvSpPr txBox="1"/>
          <p:nvPr/>
        </p:nvSpPr>
        <p:spPr>
          <a:xfrm>
            <a:off x="6591758" y="1607976"/>
            <a:ext cx="527891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Remember 'non-work mountain'</a:t>
            </a:r>
          </a:p>
          <a:p>
            <a:pPr marL="285750" indent="-285750">
              <a:buFont typeface="Arial"/>
              <a:buChar char="•"/>
            </a:pPr>
            <a:r>
              <a:rPr lang="en-US"/>
              <a:t>Raise expectations </a:t>
            </a:r>
          </a:p>
          <a:p>
            <a:pPr marL="285750" indent="-285750">
              <a:buFont typeface="Arial"/>
              <a:buChar char="•"/>
            </a:pPr>
            <a:r>
              <a:rPr lang="en-US"/>
              <a:t>CLE Guideposts</a:t>
            </a:r>
            <a:endParaRPr lang="en-US">
              <a:cs typeface="Calibri"/>
            </a:endParaRPr>
          </a:p>
          <a:p>
            <a:pPr marL="742950" lvl="1" indent="-285750">
              <a:buFont typeface="Courier New"/>
              <a:buChar char="o"/>
            </a:pPr>
            <a:r>
              <a:rPr lang="en-US"/>
              <a:t>Research based </a:t>
            </a:r>
            <a:endParaRPr lang="en-US">
              <a:cs typeface="Calibri"/>
            </a:endParaRPr>
          </a:p>
          <a:p>
            <a:pPr marL="742950" lvl="1" indent="-285750">
              <a:buFont typeface="Courier New"/>
              <a:buChar char="o"/>
            </a:pPr>
            <a:r>
              <a:rPr lang="en-US">
                <a:cs typeface="Calibri"/>
              </a:rPr>
              <a:t>Quality indicators</a:t>
            </a:r>
            <a:endParaRPr lang="en-US"/>
          </a:p>
          <a:p>
            <a:pPr marL="742950" lvl="1" indent="-285750">
              <a:buFont typeface="Courier New"/>
              <a:buChar char="o"/>
            </a:pPr>
            <a:r>
              <a:rPr lang="en-US"/>
              <a:t>Framework of key principles </a:t>
            </a:r>
            <a:endParaRPr lang="en-US">
              <a:cs typeface="Calibri"/>
            </a:endParaRPr>
          </a:p>
          <a:p>
            <a:pPr marL="742950" lvl="1" indent="-285750">
              <a:buFont typeface="Courier New"/>
              <a:buChar char="o"/>
            </a:pPr>
            <a:r>
              <a:rPr lang="en-US">
                <a:cs typeface="Calibri"/>
              </a:rPr>
              <a:t>Lead to and/or compliment employment </a:t>
            </a:r>
            <a:endParaRPr lang="en-US"/>
          </a:p>
          <a:p>
            <a:pPr marL="742950" lvl="1" indent="-285750">
              <a:buFont typeface="Courier New"/>
              <a:buChar char="o"/>
            </a:pPr>
            <a:r>
              <a:rPr lang="en-US"/>
              <a:t>Not a program </a:t>
            </a:r>
            <a:endParaRPr lang="en-US" b="1">
              <a:cs typeface="Calibri"/>
            </a:endParaRPr>
          </a:p>
        </p:txBody>
      </p:sp>
      <p:pic>
        <p:nvPicPr>
          <p:cNvPr id="6" name="Picture 5" descr="A black and red sign with blue text&#10;&#10;Description automatically generated">
            <a:extLst>
              <a:ext uri="{FF2B5EF4-FFF2-40B4-BE49-F238E27FC236}">
                <a16:creationId xmlns:a16="http://schemas.microsoft.com/office/drawing/2014/main" id="{C32D6C7D-6052-306C-7FF9-0DDC44801416}"/>
              </a:ext>
            </a:extLst>
          </p:cNvPr>
          <p:cNvPicPr>
            <a:picLocks noChangeAspect="1"/>
          </p:cNvPicPr>
          <p:nvPr/>
        </p:nvPicPr>
        <p:blipFill>
          <a:blip r:embed="rId4"/>
          <a:stretch>
            <a:fillRect/>
          </a:stretch>
        </p:blipFill>
        <p:spPr>
          <a:xfrm>
            <a:off x="7727434" y="3913002"/>
            <a:ext cx="3196040" cy="1498639"/>
          </a:xfrm>
          <a:prstGeom prst="rect">
            <a:avLst/>
          </a:prstGeom>
        </p:spPr>
      </p:pic>
      <p:sp>
        <p:nvSpPr>
          <p:cNvPr id="7" name="TextBox 6">
            <a:extLst>
              <a:ext uri="{FF2B5EF4-FFF2-40B4-BE49-F238E27FC236}">
                <a16:creationId xmlns:a16="http://schemas.microsoft.com/office/drawing/2014/main" id="{7E1D17A8-D5BD-A508-F218-D9F5F7AC7A57}"/>
              </a:ext>
            </a:extLst>
          </p:cNvPr>
          <p:cNvSpPr txBox="1"/>
          <p:nvPr/>
        </p:nvSpPr>
        <p:spPr>
          <a:xfrm>
            <a:off x="7414648" y="5411361"/>
            <a:ext cx="425067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5"/>
              </a:rPr>
              <a:t>www.CLEtoolkit.communityinclusion.org</a:t>
            </a:r>
            <a:r>
              <a:rPr lang="en-US"/>
              <a:t>   </a:t>
            </a:r>
          </a:p>
        </p:txBody>
      </p:sp>
      <p:pic>
        <p:nvPicPr>
          <p:cNvPr id="8" name="Picture 7" descr="Logo&#10;&#10;Description automatically generated with medium confidence">
            <a:extLst>
              <a:ext uri="{FF2B5EF4-FFF2-40B4-BE49-F238E27FC236}">
                <a16:creationId xmlns:a16="http://schemas.microsoft.com/office/drawing/2014/main" id="{4E6FD8C5-823F-09DE-114C-164765C06ADB}"/>
              </a:ext>
            </a:extLst>
          </p:cNvPr>
          <p:cNvPicPr>
            <a:picLocks noChangeAspect="1"/>
          </p:cNvPicPr>
          <p:nvPr/>
        </p:nvPicPr>
        <p:blipFill>
          <a:blip r:embed="rId6"/>
          <a:stretch>
            <a:fillRect/>
          </a:stretch>
        </p:blipFill>
        <p:spPr>
          <a:xfrm>
            <a:off x="10708712" y="5961266"/>
            <a:ext cx="1253389" cy="620763"/>
          </a:xfrm>
          <a:prstGeom prst="rect">
            <a:avLst/>
          </a:prstGeom>
        </p:spPr>
      </p:pic>
    </p:spTree>
    <p:extLst>
      <p:ext uri="{BB962C8B-B14F-4D97-AF65-F5344CB8AC3E}">
        <p14:creationId xmlns:p14="http://schemas.microsoft.com/office/powerpoint/2010/main" val="376982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DD087-6D4E-7E98-9BCF-CBAD493D6DE2}"/>
              </a:ext>
            </a:extLst>
          </p:cNvPr>
          <p:cNvSpPr>
            <a:spLocks noGrp="1"/>
          </p:cNvSpPr>
          <p:nvPr>
            <p:ph type="title"/>
          </p:nvPr>
        </p:nvSpPr>
        <p:spPr>
          <a:xfrm>
            <a:off x="838200" y="-112395"/>
            <a:ext cx="10515600" cy="1325563"/>
          </a:xfrm>
        </p:spPr>
        <p:txBody>
          <a:bodyPr/>
          <a:lstStyle/>
          <a:p>
            <a:pPr algn="ctr"/>
            <a:r>
              <a:rPr lang="en-US" b="1"/>
              <a:t>CLE Guideposts of Support </a:t>
            </a:r>
          </a:p>
        </p:txBody>
      </p:sp>
      <p:sp>
        <p:nvSpPr>
          <p:cNvPr id="4" name="Oval 3">
            <a:extLst>
              <a:ext uri="{FF2B5EF4-FFF2-40B4-BE49-F238E27FC236}">
                <a16:creationId xmlns:a16="http://schemas.microsoft.com/office/drawing/2014/main" id="{D06716AD-7523-3D61-56A0-E31C8E68ED9C}"/>
              </a:ext>
            </a:extLst>
          </p:cNvPr>
          <p:cNvSpPr/>
          <p:nvPr/>
        </p:nvSpPr>
        <p:spPr>
          <a:xfrm>
            <a:off x="114299" y="1166496"/>
            <a:ext cx="2847975" cy="4073525"/>
          </a:xfrm>
          <a:prstGeom prst="ellipse">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a:t>1</a:t>
            </a:r>
          </a:p>
          <a:p>
            <a:pPr algn="ctr"/>
            <a:r>
              <a:rPr lang="en-US" sz="2800"/>
              <a:t>Individualize supports for each person. </a:t>
            </a:r>
            <a:endParaRPr lang="en-US" sz="2800">
              <a:cs typeface="Calibri"/>
            </a:endParaRPr>
          </a:p>
        </p:txBody>
      </p:sp>
      <p:sp>
        <p:nvSpPr>
          <p:cNvPr id="6" name="Oval 5">
            <a:extLst>
              <a:ext uri="{FF2B5EF4-FFF2-40B4-BE49-F238E27FC236}">
                <a16:creationId xmlns:a16="http://schemas.microsoft.com/office/drawing/2014/main" id="{3C67DA95-36C2-39FA-1961-B2994939F197}"/>
              </a:ext>
            </a:extLst>
          </p:cNvPr>
          <p:cNvSpPr/>
          <p:nvPr/>
        </p:nvSpPr>
        <p:spPr>
          <a:xfrm>
            <a:off x="3248024" y="1213168"/>
            <a:ext cx="2847975" cy="4073525"/>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t>2 </a:t>
            </a:r>
          </a:p>
          <a:p>
            <a:pPr algn="ctr"/>
            <a:r>
              <a:rPr lang="en-US" sz="2400" b="1"/>
              <a:t>Promote community membership and contribution. </a:t>
            </a:r>
          </a:p>
        </p:txBody>
      </p:sp>
      <p:sp>
        <p:nvSpPr>
          <p:cNvPr id="7" name="Oval 6">
            <a:extLst>
              <a:ext uri="{FF2B5EF4-FFF2-40B4-BE49-F238E27FC236}">
                <a16:creationId xmlns:a16="http://schemas.microsoft.com/office/drawing/2014/main" id="{BBF4A1AB-DAC1-6C8C-2F03-78CF305B7286}"/>
              </a:ext>
            </a:extLst>
          </p:cNvPr>
          <p:cNvSpPr/>
          <p:nvPr/>
        </p:nvSpPr>
        <p:spPr>
          <a:xfrm>
            <a:off x="6231729" y="1213168"/>
            <a:ext cx="2847975" cy="4073525"/>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b="1"/>
              <a:t>3</a:t>
            </a:r>
          </a:p>
          <a:p>
            <a:pPr algn="ctr"/>
            <a:r>
              <a:rPr lang="en-US" sz="2400" b="1"/>
              <a:t>Build skills and facilitate relationships.</a:t>
            </a:r>
            <a:endParaRPr lang="en-US" sz="2400" b="1">
              <a:cs typeface="Calibri"/>
            </a:endParaRPr>
          </a:p>
        </p:txBody>
      </p:sp>
      <p:sp>
        <p:nvSpPr>
          <p:cNvPr id="8" name="Oval 7">
            <a:extLst>
              <a:ext uri="{FF2B5EF4-FFF2-40B4-BE49-F238E27FC236}">
                <a16:creationId xmlns:a16="http://schemas.microsoft.com/office/drawing/2014/main" id="{62C85BED-D6EB-87C8-59D9-23780E0C3F49}"/>
              </a:ext>
            </a:extLst>
          </p:cNvPr>
          <p:cNvSpPr/>
          <p:nvPr/>
        </p:nvSpPr>
        <p:spPr>
          <a:xfrm>
            <a:off x="9285444" y="1213168"/>
            <a:ext cx="2847975" cy="40735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a:t>4</a:t>
            </a:r>
          </a:p>
          <a:p>
            <a:pPr algn="ctr"/>
            <a:r>
              <a:rPr lang="en-US" sz="2400" b="1"/>
              <a:t>Ensure that supports are outcome-oriented and monitored. </a:t>
            </a:r>
          </a:p>
        </p:txBody>
      </p:sp>
      <p:pic>
        <p:nvPicPr>
          <p:cNvPr id="10" name="Graphic 9" descr="Man with solid fill">
            <a:extLst>
              <a:ext uri="{FF2B5EF4-FFF2-40B4-BE49-F238E27FC236}">
                <a16:creationId xmlns:a16="http://schemas.microsoft.com/office/drawing/2014/main" id="{8ACC0684-8243-7BA8-15F7-48369F912F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6947" y="5559110"/>
            <a:ext cx="914400" cy="914400"/>
          </a:xfrm>
          <a:prstGeom prst="rect">
            <a:avLst/>
          </a:prstGeom>
        </p:spPr>
      </p:pic>
      <p:pic>
        <p:nvPicPr>
          <p:cNvPr id="12" name="Graphic 11" descr="Neighborhood with solid fill">
            <a:extLst>
              <a:ext uri="{FF2B5EF4-FFF2-40B4-BE49-F238E27FC236}">
                <a16:creationId xmlns:a16="http://schemas.microsoft.com/office/drawing/2014/main" id="{1DE19E4D-2139-97AD-676C-5E4D755B391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59909" y="5466716"/>
            <a:ext cx="914400" cy="914400"/>
          </a:xfrm>
          <a:prstGeom prst="rect">
            <a:avLst/>
          </a:prstGeom>
        </p:spPr>
      </p:pic>
      <p:pic>
        <p:nvPicPr>
          <p:cNvPr id="14" name="Graphic 13" descr="Lightbulb with solid fill">
            <a:extLst>
              <a:ext uri="{FF2B5EF4-FFF2-40B4-BE49-F238E27FC236}">
                <a16:creationId xmlns:a16="http://schemas.microsoft.com/office/drawing/2014/main" id="{7EF4F902-585A-A802-2DAE-540389D55EE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367980" y="5430838"/>
            <a:ext cx="914400" cy="914400"/>
          </a:xfrm>
          <a:prstGeom prst="rect">
            <a:avLst/>
          </a:prstGeom>
        </p:spPr>
      </p:pic>
      <p:pic>
        <p:nvPicPr>
          <p:cNvPr id="16" name="Graphic 15" descr="Bar chart with solid fill">
            <a:extLst>
              <a:ext uri="{FF2B5EF4-FFF2-40B4-BE49-F238E27FC236}">
                <a16:creationId xmlns:a16="http://schemas.microsoft.com/office/drawing/2014/main" id="{8F10F847-A3A1-F0E1-DE2D-4CCF12E86CA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472259" y="5522914"/>
            <a:ext cx="914400" cy="914400"/>
          </a:xfrm>
          <a:prstGeom prst="rect">
            <a:avLst/>
          </a:prstGeom>
        </p:spPr>
      </p:pic>
      <p:pic>
        <p:nvPicPr>
          <p:cNvPr id="5" name="Picture 4" descr="Logo&#10;&#10;Description automatically generated with medium confidence">
            <a:extLst>
              <a:ext uri="{FF2B5EF4-FFF2-40B4-BE49-F238E27FC236}">
                <a16:creationId xmlns:a16="http://schemas.microsoft.com/office/drawing/2014/main" id="{BD862BDF-D98B-BAE9-0394-C19A61690408}"/>
              </a:ext>
            </a:extLst>
          </p:cNvPr>
          <p:cNvPicPr>
            <a:picLocks noChangeAspect="1"/>
          </p:cNvPicPr>
          <p:nvPr/>
        </p:nvPicPr>
        <p:blipFill>
          <a:blip r:embed="rId11"/>
          <a:stretch>
            <a:fillRect/>
          </a:stretch>
        </p:blipFill>
        <p:spPr>
          <a:xfrm>
            <a:off x="10931023" y="6253886"/>
            <a:ext cx="1106337" cy="527185"/>
          </a:xfrm>
          <a:prstGeom prst="rect">
            <a:avLst/>
          </a:prstGeom>
        </p:spPr>
      </p:pic>
    </p:spTree>
    <p:extLst>
      <p:ext uri="{BB962C8B-B14F-4D97-AF65-F5344CB8AC3E}">
        <p14:creationId xmlns:p14="http://schemas.microsoft.com/office/powerpoint/2010/main" val="3067168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1" name="Straight Connector 10">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1AD6FD-5AE2-76E9-45AB-3DB60D49C695}"/>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sz="6600" kern="1200">
                <a:solidFill>
                  <a:schemeClr val="tx1"/>
                </a:solidFill>
                <a:latin typeface="+mj-lt"/>
                <a:ea typeface="+mj-ea"/>
                <a:cs typeface="+mj-cs"/>
              </a:rPr>
              <a:t>Person Centered Thinking &amp; Planning</a:t>
            </a:r>
          </a:p>
        </p:txBody>
      </p:sp>
      <p:sp>
        <p:nvSpPr>
          <p:cNvPr id="3" name="Text Placeholder 2">
            <a:extLst>
              <a:ext uri="{FF2B5EF4-FFF2-40B4-BE49-F238E27FC236}">
                <a16:creationId xmlns:a16="http://schemas.microsoft.com/office/drawing/2014/main" id="{6670913A-7A51-65BF-2C64-CD33993B1FC4}"/>
              </a:ext>
            </a:extLst>
          </p:cNvPr>
          <p:cNvSpPr>
            <a:spLocks noGrp="1"/>
          </p:cNvSpPr>
          <p:nvPr>
            <p:ph type="body" idx="1"/>
          </p:nvPr>
        </p:nvSpPr>
        <p:spPr>
          <a:xfrm>
            <a:off x="1524000" y="5911736"/>
            <a:ext cx="9144000" cy="430868"/>
          </a:xfrm>
        </p:spPr>
        <p:txBody>
          <a:bodyPr vert="horz" lIns="91440" tIns="45720" rIns="91440" bIns="45720" rtlCol="0" anchor="ctr">
            <a:normAutofit fontScale="92500" lnSpcReduction="10000"/>
          </a:bodyPr>
          <a:lstStyle/>
          <a:p>
            <a:pPr algn="ctr"/>
            <a:r>
              <a:rPr lang="en-US" sz="2800">
                <a:solidFill>
                  <a:schemeClr val="tx1"/>
                </a:solidFill>
                <a:cs typeface="Calibri"/>
              </a:rPr>
              <a:t>Tools and Strategies</a:t>
            </a:r>
            <a:endParaRPr lang="en-US" sz="2800" kern="1200">
              <a:solidFill>
                <a:schemeClr val="tx1"/>
              </a:solidFill>
              <a:latin typeface="+mn-lt"/>
              <a:ea typeface="+mn-ea"/>
              <a:cs typeface="+mn-cs"/>
            </a:endParaRPr>
          </a:p>
        </p:txBody>
      </p:sp>
    </p:spTree>
    <p:extLst>
      <p:ext uri="{BB962C8B-B14F-4D97-AF65-F5344CB8AC3E}">
        <p14:creationId xmlns:p14="http://schemas.microsoft.com/office/powerpoint/2010/main" val="3672605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7D4E61-DE6B-970B-07C7-AEFE8FD825C3}"/>
              </a:ext>
            </a:extLst>
          </p:cNvPr>
          <p:cNvSpPr>
            <a:spLocks noGrp="1"/>
          </p:cNvSpPr>
          <p:nvPr>
            <p:ph type="sldNum" sz="quarter" idx="12"/>
          </p:nvPr>
        </p:nvSpPr>
        <p:spPr/>
        <p:txBody>
          <a:bodyPr/>
          <a:lstStyle/>
          <a:p>
            <a:fld id="{FAEF9944-A4F6-4C59-AEBD-678D6480B8EA}" type="slidenum">
              <a:rPr lang="en-US" dirty="0" smtClean="0"/>
              <a:pPr/>
              <a:t>10</a:t>
            </a:fld>
            <a:endParaRPr lang="en-US"/>
          </a:p>
        </p:txBody>
      </p:sp>
      <p:cxnSp>
        <p:nvCxnSpPr>
          <p:cNvPr id="4" name="Straight Connector 3">
            <a:extLst>
              <a:ext uri="{FF2B5EF4-FFF2-40B4-BE49-F238E27FC236}">
                <a16:creationId xmlns:a16="http://schemas.microsoft.com/office/drawing/2014/main" id="{0AF9198C-F478-EC23-3B93-524929D8B0F2}"/>
              </a:ext>
            </a:extLst>
          </p:cNvPr>
          <p:cNvCxnSpPr/>
          <p:nvPr/>
        </p:nvCxnSpPr>
        <p:spPr>
          <a:xfrm>
            <a:off x="175367" y="1221367"/>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D4C7846-C385-3355-F75D-5FE20DF7DAED}"/>
              </a:ext>
            </a:extLst>
          </p:cNvPr>
          <p:cNvSpPr txBox="1"/>
          <p:nvPr/>
        </p:nvSpPr>
        <p:spPr>
          <a:xfrm>
            <a:off x="234221" y="351331"/>
            <a:ext cx="1178133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Person-Centered Thinking</a:t>
            </a:r>
            <a:r>
              <a:rPr lang="en-US" sz="4000" b="1">
                <a:latin typeface="Calibri"/>
              </a:rPr>
              <a:t> </a:t>
            </a:r>
            <a:endParaRPr lang="en-US" sz="4000"/>
          </a:p>
        </p:txBody>
      </p:sp>
      <p:sp>
        <p:nvSpPr>
          <p:cNvPr id="3" name="TextBox 2">
            <a:extLst>
              <a:ext uri="{FF2B5EF4-FFF2-40B4-BE49-F238E27FC236}">
                <a16:creationId xmlns:a16="http://schemas.microsoft.com/office/drawing/2014/main" id="{43FC14D9-3974-59FC-5C71-D061EEC38FE4}"/>
              </a:ext>
            </a:extLst>
          </p:cNvPr>
          <p:cNvSpPr txBox="1"/>
          <p:nvPr/>
        </p:nvSpPr>
        <p:spPr>
          <a:xfrm>
            <a:off x="150517" y="5914907"/>
            <a:ext cx="86689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3"/>
              </a:rPr>
              <a:t>Person Centered Planning Principles - National Environmental Scan (acl.gov)</a:t>
            </a:r>
            <a:endParaRPr lang="en-US"/>
          </a:p>
        </p:txBody>
      </p:sp>
      <p:sp>
        <p:nvSpPr>
          <p:cNvPr id="6" name="TextBox 5">
            <a:extLst>
              <a:ext uri="{FF2B5EF4-FFF2-40B4-BE49-F238E27FC236}">
                <a16:creationId xmlns:a16="http://schemas.microsoft.com/office/drawing/2014/main" id="{613746A5-E289-14F2-80DD-75689A562CF0}"/>
              </a:ext>
            </a:extLst>
          </p:cNvPr>
          <p:cNvSpPr txBox="1"/>
          <p:nvPr/>
        </p:nvSpPr>
        <p:spPr>
          <a:xfrm>
            <a:off x="347775" y="1593031"/>
            <a:ext cx="9656703" cy="43396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cs typeface="Calibri" panose="020F0502020204030204"/>
              </a:rPr>
              <a:t>Set of principles and approaches that prioritize a person's unique interests and needs that emphasize:</a:t>
            </a:r>
          </a:p>
          <a:p>
            <a:pPr marL="285750" indent="-285750">
              <a:buFont typeface="Arial"/>
              <a:buChar char="•"/>
            </a:pPr>
            <a:endParaRPr lang="en-US" sz="2400">
              <a:ea typeface="Calibri" panose="020F0502020204030204"/>
              <a:cs typeface="Calibri" panose="020F0502020204030204"/>
            </a:endParaRPr>
          </a:p>
          <a:p>
            <a:pPr marL="742950" lvl="1" indent="-285750">
              <a:buFont typeface="Arial"/>
              <a:buChar char="•"/>
            </a:pPr>
            <a:r>
              <a:rPr lang="en-US" sz="2400">
                <a:cs typeface="Calibri" panose="020F0502020204030204"/>
              </a:rPr>
              <a:t>self determination </a:t>
            </a:r>
          </a:p>
          <a:p>
            <a:pPr marL="742950" lvl="1" indent="-285750">
              <a:buFont typeface="Arial"/>
              <a:buChar char="•"/>
            </a:pPr>
            <a:r>
              <a:rPr lang="en-US" sz="2400">
                <a:cs typeface="Calibri" panose="020F0502020204030204"/>
              </a:rPr>
              <a:t>discovering what is important to people </a:t>
            </a:r>
          </a:p>
          <a:p>
            <a:pPr marL="742950" lvl="1" indent="-285750">
              <a:buFont typeface="Arial"/>
              <a:buChar char="•"/>
            </a:pPr>
            <a:r>
              <a:rPr lang="en-US" sz="2400">
                <a:ea typeface="Calibri" panose="020F0502020204030204"/>
                <a:cs typeface="Calibri" panose="020F0502020204030204"/>
              </a:rPr>
              <a:t>informed choice </a:t>
            </a:r>
          </a:p>
          <a:p>
            <a:pPr marL="742950" lvl="1" indent="-285750">
              <a:buFont typeface="Arial"/>
              <a:buChar char="•"/>
            </a:pPr>
            <a:r>
              <a:rPr lang="en-US" sz="2400">
                <a:ea typeface="Calibri" panose="020F0502020204030204"/>
                <a:cs typeface="Calibri" panose="020F0502020204030204"/>
              </a:rPr>
              <a:t>flexibility </a:t>
            </a:r>
          </a:p>
          <a:p>
            <a:pPr marL="742950" lvl="1" indent="-285750">
              <a:buFont typeface="Arial"/>
              <a:buChar char="•"/>
            </a:pPr>
            <a:r>
              <a:rPr lang="en-US" sz="2400">
                <a:ea typeface="Calibri" panose="020F0502020204030204"/>
                <a:cs typeface="Calibri" panose="020F0502020204030204"/>
              </a:rPr>
              <a:t>dignity and respect </a:t>
            </a:r>
          </a:p>
          <a:p>
            <a:pPr marL="742950" lvl="1" indent="-285750">
              <a:buFont typeface="Arial"/>
              <a:buChar char="•"/>
            </a:pPr>
            <a:r>
              <a:rPr lang="en-US" sz="2400">
                <a:ea typeface="Calibri" panose="020F0502020204030204"/>
                <a:cs typeface="Calibri" panose="020F0502020204030204"/>
              </a:rPr>
              <a:t>leading to better outcomes and quality of life</a:t>
            </a:r>
          </a:p>
          <a:p>
            <a:pPr marL="742950" lvl="1" indent="-285750">
              <a:buFont typeface="Arial"/>
              <a:buChar char="•"/>
            </a:pPr>
            <a:endParaRPr lang="en-US" sz="2000">
              <a:ea typeface="Calibri" panose="020F0502020204030204"/>
              <a:cs typeface="Calibri" panose="020F0502020204030204"/>
            </a:endParaRPr>
          </a:p>
          <a:p>
            <a:pPr marL="742950" lvl="1" indent="-285750">
              <a:buFont typeface="Arial"/>
              <a:buChar char="•"/>
            </a:pPr>
            <a:endParaRPr lang="en-US" sz="2000">
              <a:ea typeface="Calibri" panose="020F0502020204030204"/>
              <a:cs typeface="Calibri" panose="020F0502020204030204"/>
            </a:endParaRPr>
          </a:p>
          <a:p>
            <a:endParaRPr lang="en-US" sz="2000">
              <a:ea typeface="Calibri" panose="020F0502020204030204"/>
              <a:cs typeface="Calibri" panose="020F0502020204030204"/>
            </a:endParaRPr>
          </a:p>
        </p:txBody>
      </p:sp>
      <p:pic>
        <p:nvPicPr>
          <p:cNvPr id="7" name="Picture 7" descr="A person with different colored icons&#10;&#10;Description automatically generated">
            <a:extLst>
              <a:ext uri="{FF2B5EF4-FFF2-40B4-BE49-F238E27FC236}">
                <a16:creationId xmlns:a16="http://schemas.microsoft.com/office/drawing/2014/main" id="{6EF0FE70-AAD7-051C-BC13-6684CB662714}"/>
              </a:ext>
            </a:extLst>
          </p:cNvPr>
          <p:cNvPicPr>
            <a:picLocks noChangeAspect="1"/>
          </p:cNvPicPr>
          <p:nvPr/>
        </p:nvPicPr>
        <p:blipFill>
          <a:blip r:embed="rId4"/>
          <a:stretch>
            <a:fillRect/>
          </a:stretch>
        </p:blipFill>
        <p:spPr>
          <a:xfrm>
            <a:off x="8193588" y="2533598"/>
            <a:ext cx="2371725" cy="2571750"/>
          </a:xfrm>
          <a:prstGeom prst="rect">
            <a:avLst/>
          </a:prstGeom>
        </p:spPr>
      </p:pic>
      <p:pic>
        <p:nvPicPr>
          <p:cNvPr id="9" name="Picture 8" descr="Logo&#10;&#10;Description automatically generated with medium confidence">
            <a:extLst>
              <a:ext uri="{FF2B5EF4-FFF2-40B4-BE49-F238E27FC236}">
                <a16:creationId xmlns:a16="http://schemas.microsoft.com/office/drawing/2014/main" id="{AD0CF6F7-B94A-BBA1-6460-41CB9E816FB0}"/>
              </a:ext>
            </a:extLst>
          </p:cNvPr>
          <p:cNvPicPr>
            <a:picLocks noChangeAspect="1"/>
          </p:cNvPicPr>
          <p:nvPr/>
        </p:nvPicPr>
        <p:blipFill>
          <a:blip r:embed="rId5"/>
          <a:stretch>
            <a:fillRect/>
          </a:stretch>
        </p:blipFill>
        <p:spPr>
          <a:xfrm>
            <a:off x="10845032" y="5577347"/>
            <a:ext cx="1106337" cy="527185"/>
          </a:xfrm>
          <a:prstGeom prst="rect">
            <a:avLst/>
          </a:prstGeom>
        </p:spPr>
      </p:pic>
    </p:spTree>
    <p:extLst>
      <p:ext uri="{BB962C8B-B14F-4D97-AF65-F5344CB8AC3E}">
        <p14:creationId xmlns:p14="http://schemas.microsoft.com/office/powerpoint/2010/main" val="1082132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7D4E61-DE6B-970B-07C7-AEFE8FD825C3}"/>
              </a:ext>
            </a:extLst>
          </p:cNvPr>
          <p:cNvSpPr>
            <a:spLocks noGrp="1"/>
          </p:cNvSpPr>
          <p:nvPr>
            <p:ph type="sldNum" sz="quarter" idx="12"/>
          </p:nvPr>
        </p:nvSpPr>
        <p:spPr/>
        <p:txBody>
          <a:bodyPr/>
          <a:lstStyle/>
          <a:p>
            <a:fld id="{FAEF9944-A4F6-4C59-AEBD-678D6480B8EA}" type="slidenum">
              <a:rPr lang="en-US" smtClean="0"/>
              <a:pPr/>
              <a:t>11</a:t>
            </a:fld>
            <a:endParaRPr lang="en-US"/>
          </a:p>
        </p:txBody>
      </p:sp>
      <p:cxnSp>
        <p:nvCxnSpPr>
          <p:cNvPr id="4" name="Straight Connector 3">
            <a:extLst>
              <a:ext uri="{FF2B5EF4-FFF2-40B4-BE49-F238E27FC236}">
                <a16:creationId xmlns:a16="http://schemas.microsoft.com/office/drawing/2014/main" id="{0AF9198C-F478-EC23-3B93-524929D8B0F2}"/>
              </a:ext>
            </a:extLst>
          </p:cNvPr>
          <p:cNvCxnSpPr/>
          <p:nvPr/>
        </p:nvCxnSpPr>
        <p:spPr>
          <a:xfrm>
            <a:off x="175367" y="1221367"/>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D4C7846-C385-3355-F75D-5FE20DF7DAED}"/>
              </a:ext>
            </a:extLst>
          </p:cNvPr>
          <p:cNvSpPr txBox="1"/>
          <p:nvPr/>
        </p:nvSpPr>
        <p:spPr>
          <a:xfrm>
            <a:off x="234221" y="351331"/>
            <a:ext cx="1178133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Person-Centered Planning</a:t>
            </a:r>
            <a:r>
              <a:rPr lang="en-US" sz="4000" b="1">
                <a:latin typeface="Calibri"/>
              </a:rPr>
              <a:t> </a:t>
            </a:r>
            <a:endParaRPr lang="en-US" sz="4000"/>
          </a:p>
        </p:txBody>
      </p:sp>
      <p:sp>
        <p:nvSpPr>
          <p:cNvPr id="3" name="TextBox 2">
            <a:extLst>
              <a:ext uri="{FF2B5EF4-FFF2-40B4-BE49-F238E27FC236}">
                <a16:creationId xmlns:a16="http://schemas.microsoft.com/office/drawing/2014/main" id="{43FC14D9-3974-59FC-5C71-D061EEC38FE4}"/>
              </a:ext>
            </a:extLst>
          </p:cNvPr>
          <p:cNvSpPr txBox="1"/>
          <p:nvPr/>
        </p:nvSpPr>
        <p:spPr>
          <a:xfrm>
            <a:off x="150517" y="5914907"/>
            <a:ext cx="86689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3"/>
              </a:rPr>
              <a:t>Person Centered Planning Principles - National Environmental Scan (acl.gov)</a:t>
            </a:r>
            <a:endParaRPr lang="en-US"/>
          </a:p>
        </p:txBody>
      </p:sp>
      <p:sp>
        <p:nvSpPr>
          <p:cNvPr id="6" name="TextBox 5">
            <a:extLst>
              <a:ext uri="{FF2B5EF4-FFF2-40B4-BE49-F238E27FC236}">
                <a16:creationId xmlns:a16="http://schemas.microsoft.com/office/drawing/2014/main" id="{613746A5-E289-14F2-80DD-75689A562CF0}"/>
              </a:ext>
            </a:extLst>
          </p:cNvPr>
          <p:cNvSpPr txBox="1"/>
          <p:nvPr/>
        </p:nvSpPr>
        <p:spPr>
          <a:xfrm>
            <a:off x="355287" y="1630627"/>
            <a:ext cx="8264407"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ea typeface="Calibri" panose="020F0502020204030204"/>
                <a:cs typeface="Calibri" panose="020F0502020204030204"/>
              </a:rPr>
              <a:t>An evidence-based practice </a:t>
            </a:r>
          </a:p>
          <a:p>
            <a:pPr marL="285750" indent="-285750">
              <a:buFont typeface="Arial"/>
              <a:buChar char="•"/>
            </a:pPr>
            <a:r>
              <a:rPr lang="en-US" sz="2400">
                <a:ea typeface="Calibri" panose="020F0502020204030204"/>
                <a:cs typeface="Calibri" panose="020F0502020204030204"/>
              </a:rPr>
              <a:t>A flexible set of approaches, tools and principles used for life planning</a:t>
            </a:r>
          </a:p>
          <a:p>
            <a:pPr marL="285750" indent="-285750">
              <a:buFont typeface="Arial"/>
              <a:buChar char="•"/>
            </a:pPr>
            <a:r>
              <a:rPr lang="en-US" sz="2400">
                <a:ea typeface="Calibri" panose="020F0502020204030204"/>
                <a:cs typeface="Calibri" panose="020F0502020204030204"/>
              </a:rPr>
              <a:t>Strength based vs deficit based </a:t>
            </a:r>
          </a:p>
          <a:p>
            <a:pPr marL="285750" indent="-285750">
              <a:buFont typeface="Arial"/>
              <a:buChar char="•"/>
            </a:pPr>
            <a:r>
              <a:rPr lang="en-US" sz="2400" b="1" i="1">
                <a:ea typeface="Calibri" panose="020F0502020204030204"/>
                <a:cs typeface="Calibri" panose="020F0502020204030204"/>
              </a:rPr>
              <a:t>WITH</a:t>
            </a:r>
            <a:r>
              <a:rPr lang="en-US" sz="2400">
                <a:ea typeface="Calibri" panose="020F0502020204030204"/>
                <a:cs typeface="Calibri" panose="020F0502020204030204"/>
              </a:rPr>
              <a:t> people not </a:t>
            </a:r>
            <a:r>
              <a:rPr lang="en-US" sz="2400" b="1" i="1">
                <a:ea typeface="Calibri" panose="020F0502020204030204"/>
                <a:cs typeface="Calibri" panose="020F0502020204030204"/>
              </a:rPr>
              <a:t>FOR</a:t>
            </a:r>
            <a:r>
              <a:rPr lang="en-US" sz="2400">
                <a:ea typeface="Calibri" panose="020F0502020204030204"/>
                <a:cs typeface="Calibri" panose="020F0502020204030204"/>
              </a:rPr>
              <a:t> people </a:t>
            </a:r>
            <a:endParaRPr lang="en-US" sz="2400">
              <a:cs typeface="Calibri" panose="020F0502020204030204"/>
            </a:endParaRPr>
          </a:p>
          <a:p>
            <a:pPr marL="285750" indent="-285750">
              <a:buFont typeface="Arial"/>
              <a:buChar char="•"/>
            </a:pPr>
            <a:r>
              <a:rPr lang="en-US" sz="2400">
                <a:ea typeface="Calibri" panose="020F0502020204030204"/>
                <a:cs typeface="Calibri" panose="020F0502020204030204"/>
              </a:rPr>
              <a:t>Originally developed to support people leaving institutions</a:t>
            </a:r>
          </a:p>
          <a:p>
            <a:pPr marL="285750" indent="-285750">
              <a:buFont typeface="Arial"/>
              <a:buChar char="•"/>
            </a:pPr>
            <a:r>
              <a:rPr lang="en-US" sz="2400">
                <a:cs typeface="Calibri"/>
              </a:rPr>
              <a:t>Note: Conflict-free case management</a:t>
            </a:r>
          </a:p>
          <a:p>
            <a:pPr marL="742950" lvl="1" indent="-285750">
              <a:buFont typeface="Arial"/>
              <a:buChar char="•"/>
            </a:pPr>
            <a:endParaRPr lang="en-US" sz="2400">
              <a:cs typeface="Calibri"/>
            </a:endParaRPr>
          </a:p>
          <a:p>
            <a:pPr marL="285750" indent="-285750">
              <a:buFont typeface="Arial"/>
              <a:buChar char="•"/>
            </a:pPr>
            <a:endParaRPr lang="en-US"/>
          </a:p>
          <a:p>
            <a:endParaRPr lang="en-US" sz="2400">
              <a:cs typeface="Calibri" panose="020F0502020204030204"/>
            </a:endParaRPr>
          </a:p>
          <a:p>
            <a:pPr marL="742950" lvl="1" indent="-285750">
              <a:buFont typeface="Arial"/>
              <a:buChar char="•"/>
            </a:pPr>
            <a:endParaRPr lang="en-US">
              <a:ea typeface="Calibri" panose="020F0502020204030204"/>
              <a:cs typeface="Calibri" panose="020F0502020204030204"/>
            </a:endParaRPr>
          </a:p>
          <a:p>
            <a:pPr marL="742950" lvl="1" indent="-285750">
              <a:buFont typeface="Arial"/>
              <a:buChar char="•"/>
            </a:pPr>
            <a:endParaRPr lang="en-US">
              <a:ea typeface="Calibri" panose="020F0502020204030204"/>
              <a:cs typeface="Calibri" panose="020F0502020204030204"/>
            </a:endParaRPr>
          </a:p>
          <a:p>
            <a:pPr marL="742950" lvl="1" indent="-285750">
              <a:buFont typeface="Arial"/>
              <a:buChar char="•"/>
            </a:pPr>
            <a:endParaRPr lang="en-US">
              <a:ea typeface="Calibri" panose="020F0502020204030204"/>
              <a:cs typeface="Calibri" panose="020F0502020204030204"/>
            </a:endParaRPr>
          </a:p>
        </p:txBody>
      </p:sp>
      <p:pic>
        <p:nvPicPr>
          <p:cNvPr id="7" name="Picture 7" descr="A person with different colored icons&#10;&#10;Description automatically generated">
            <a:extLst>
              <a:ext uri="{FF2B5EF4-FFF2-40B4-BE49-F238E27FC236}">
                <a16:creationId xmlns:a16="http://schemas.microsoft.com/office/drawing/2014/main" id="{6EF0FE70-AAD7-051C-BC13-6684CB662714}"/>
              </a:ext>
            </a:extLst>
          </p:cNvPr>
          <p:cNvPicPr>
            <a:picLocks noChangeAspect="1"/>
          </p:cNvPicPr>
          <p:nvPr/>
        </p:nvPicPr>
        <p:blipFill>
          <a:blip r:embed="rId4"/>
          <a:stretch>
            <a:fillRect/>
          </a:stretch>
        </p:blipFill>
        <p:spPr>
          <a:xfrm>
            <a:off x="9235544" y="2140753"/>
            <a:ext cx="2371725" cy="2571750"/>
          </a:xfrm>
          <a:prstGeom prst="rect">
            <a:avLst/>
          </a:prstGeom>
        </p:spPr>
      </p:pic>
      <p:sp>
        <p:nvSpPr>
          <p:cNvPr id="9" name="TextBox 8">
            <a:extLst>
              <a:ext uri="{FF2B5EF4-FFF2-40B4-BE49-F238E27FC236}">
                <a16:creationId xmlns:a16="http://schemas.microsoft.com/office/drawing/2014/main" id="{255D508C-CDDC-8058-634B-6EA4E83E2178}"/>
              </a:ext>
            </a:extLst>
          </p:cNvPr>
          <p:cNvSpPr txBox="1"/>
          <p:nvPr/>
        </p:nvSpPr>
        <p:spPr>
          <a:xfrm>
            <a:off x="149310" y="5491034"/>
            <a:ext cx="67576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998E3"/>
                </a:solidFill>
                <a:cs typeface="Calibri"/>
                <a:hlinkClick r:id="rId5"/>
              </a:rPr>
              <a:t>The Pioneers of Person Centred Planning - YouTube</a:t>
            </a:r>
            <a:endParaRPr lang="en-US"/>
          </a:p>
        </p:txBody>
      </p:sp>
      <p:pic>
        <p:nvPicPr>
          <p:cNvPr id="10" name="Picture 9" descr="Logo&#10;&#10;Description automatically generated with medium confidence">
            <a:extLst>
              <a:ext uri="{FF2B5EF4-FFF2-40B4-BE49-F238E27FC236}">
                <a16:creationId xmlns:a16="http://schemas.microsoft.com/office/drawing/2014/main" id="{EFFCD453-DF85-D04E-C0C7-87AFC3FEF84C}"/>
              </a:ext>
            </a:extLst>
          </p:cNvPr>
          <p:cNvPicPr>
            <a:picLocks noChangeAspect="1"/>
          </p:cNvPicPr>
          <p:nvPr/>
        </p:nvPicPr>
        <p:blipFill>
          <a:blip r:embed="rId6"/>
          <a:stretch>
            <a:fillRect/>
          </a:stretch>
        </p:blipFill>
        <p:spPr>
          <a:xfrm>
            <a:off x="10845032" y="5577347"/>
            <a:ext cx="1106337" cy="527185"/>
          </a:xfrm>
          <a:prstGeom prst="rect">
            <a:avLst/>
          </a:prstGeom>
        </p:spPr>
      </p:pic>
    </p:spTree>
    <p:extLst>
      <p:ext uri="{BB962C8B-B14F-4D97-AF65-F5344CB8AC3E}">
        <p14:creationId xmlns:p14="http://schemas.microsoft.com/office/powerpoint/2010/main" val="893546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7D4E61-DE6B-970B-07C7-AEFE8FD825C3}"/>
              </a:ext>
            </a:extLst>
          </p:cNvPr>
          <p:cNvSpPr>
            <a:spLocks noGrp="1"/>
          </p:cNvSpPr>
          <p:nvPr>
            <p:ph type="sldNum" sz="quarter" idx="12"/>
          </p:nvPr>
        </p:nvSpPr>
        <p:spPr/>
        <p:txBody>
          <a:bodyPr/>
          <a:lstStyle/>
          <a:p>
            <a:fld id="{FAEF9944-A4F6-4C59-AEBD-678D6480B8EA}" type="slidenum">
              <a:rPr lang="en-US" smtClean="0"/>
              <a:pPr/>
              <a:t>12</a:t>
            </a:fld>
            <a:endParaRPr lang="en-US"/>
          </a:p>
        </p:txBody>
      </p:sp>
      <p:cxnSp>
        <p:nvCxnSpPr>
          <p:cNvPr id="4" name="Straight Connector 3">
            <a:extLst>
              <a:ext uri="{FF2B5EF4-FFF2-40B4-BE49-F238E27FC236}">
                <a16:creationId xmlns:a16="http://schemas.microsoft.com/office/drawing/2014/main" id="{0AF9198C-F478-EC23-3B93-524929D8B0F2}"/>
              </a:ext>
            </a:extLst>
          </p:cNvPr>
          <p:cNvCxnSpPr/>
          <p:nvPr/>
        </p:nvCxnSpPr>
        <p:spPr>
          <a:xfrm>
            <a:off x="175367" y="1221367"/>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D4C7846-C385-3355-F75D-5FE20DF7DAED}"/>
              </a:ext>
            </a:extLst>
          </p:cNvPr>
          <p:cNvSpPr txBox="1"/>
          <p:nvPr/>
        </p:nvSpPr>
        <p:spPr>
          <a:xfrm>
            <a:off x="234221" y="351331"/>
            <a:ext cx="1178133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Person-Centered Planning</a:t>
            </a:r>
            <a:r>
              <a:rPr lang="en-US" sz="4000" b="1">
                <a:latin typeface="Calibri"/>
              </a:rPr>
              <a:t> in MN  </a:t>
            </a:r>
            <a:endParaRPr lang="en-US" sz="4000"/>
          </a:p>
        </p:txBody>
      </p:sp>
      <p:sp>
        <p:nvSpPr>
          <p:cNvPr id="6" name="TextBox 5">
            <a:extLst>
              <a:ext uri="{FF2B5EF4-FFF2-40B4-BE49-F238E27FC236}">
                <a16:creationId xmlns:a16="http://schemas.microsoft.com/office/drawing/2014/main" id="{613746A5-E289-14F2-80DD-75689A562CF0}"/>
              </a:ext>
            </a:extLst>
          </p:cNvPr>
          <p:cNvSpPr txBox="1"/>
          <p:nvPr/>
        </p:nvSpPr>
        <p:spPr>
          <a:xfrm>
            <a:off x="238871" y="1717784"/>
            <a:ext cx="8489147" cy="4599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sz="2400">
              <a:cs typeface="Calibri" panose="020F0502020204030204"/>
            </a:endParaRPr>
          </a:p>
          <a:p>
            <a:r>
              <a:rPr lang="en-US" sz="2400">
                <a:ea typeface="Calibri" panose="020F0502020204030204"/>
                <a:cs typeface="Calibri" panose="020F0502020204030204"/>
              </a:rPr>
              <a:t>"Formal person-centered planning will seek to:</a:t>
            </a:r>
          </a:p>
          <a:p>
            <a:endParaRPr lang="en-US" sz="2400">
              <a:ea typeface="Calibri" panose="020F0502020204030204"/>
              <a:cs typeface="Calibri" panose="020F0502020204030204"/>
            </a:endParaRPr>
          </a:p>
          <a:p>
            <a:pPr marL="342900" indent="-342900">
              <a:buFont typeface="Arial"/>
              <a:buChar char="•"/>
            </a:pPr>
            <a:r>
              <a:rPr lang="en-US" sz="2400">
                <a:cs typeface="Calibri" panose="020F0502020204030204"/>
              </a:rPr>
              <a:t>Understand who a person is</a:t>
            </a:r>
          </a:p>
          <a:p>
            <a:pPr marL="342900" indent="-342900">
              <a:buFont typeface="Arial"/>
              <a:buChar char="•"/>
            </a:pPr>
            <a:r>
              <a:rPr lang="en-US" sz="2400">
                <a:ea typeface="+mn-lt"/>
                <a:cs typeface="+mn-lt"/>
              </a:rPr>
              <a:t>Establish and support a personal vision</a:t>
            </a:r>
          </a:p>
          <a:p>
            <a:pPr marL="342900" indent="-342900">
              <a:buFont typeface="Arial"/>
              <a:buChar char="•"/>
            </a:pPr>
            <a:r>
              <a:rPr lang="en-US" sz="2400">
                <a:ea typeface="+mn-lt"/>
                <a:cs typeface="+mn-lt"/>
              </a:rPr>
              <a:t>Work to build community supports and actions on behalf of a person in achieving that vision"</a:t>
            </a:r>
          </a:p>
          <a:p>
            <a:endParaRPr lang="en-US" sz="2400">
              <a:ea typeface="+mn-lt"/>
              <a:cs typeface="+mn-lt"/>
            </a:endParaRPr>
          </a:p>
          <a:p>
            <a:endParaRPr lang="en-US" sz="2400">
              <a:ea typeface="+mn-lt"/>
              <a:cs typeface="+mn-lt"/>
            </a:endParaRPr>
          </a:p>
          <a:p>
            <a:endParaRPr lang="en-US" sz="2000">
              <a:ea typeface="Calibri" panose="020F0502020204030204"/>
              <a:cs typeface="Calibri" panose="020F0502020204030204"/>
            </a:endParaRPr>
          </a:p>
          <a:p>
            <a:pPr marL="742950" lvl="1" indent="-285750">
              <a:buFont typeface="Arial"/>
              <a:buChar char="•"/>
            </a:pPr>
            <a:endParaRPr lang="en-US">
              <a:ea typeface="Calibri" panose="020F0502020204030204"/>
              <a:cs typeface="Calibri" panose="020F0502020204030204"/>
            </a:endParaRPr>
          </a:p>
          <a:p>
            <a:pPr marL="742950" lvl="1" indent="-285750">
              <a:buFont typeface="Arial"/>
              <a:buChar char="•"/>
            </a:pPr>
            <a:endParaRPr lang="en-US">
              <a:ea typeface="Calibri" panose="020F0502020204030204"/>
              <a:cs typeface="Calibri" panose="020F0502020204030204"/>
            </a:endParaRPr>
          </a:p>
          <a:p>
            <a:pPr marL="742950" lvl="1" indent="-285750">
              <a:buFont typeface="Arial"/>
              <a:buChar char="•"/>
            </a:pPr>
            <a:endParaRPr lang="en-US">
              <a:ea typeface="Calibri" panose="020F0502020204030204"/>
              <a:cs typeface="Calibri" panose="020F0502020204030204"/>
            </a:endParaRPr>
          </a:p>
        </p:txBody>
      </p:sp>
      <p:pic>
        <p:nvPicPr>
          <p:cNvPr id="7" name="Picture 7" descr="A person with different colored icons&#10;&#10;Description automatically generated">
            <a:extLst>
              <a:ext uri="{FF2B5EF4-FFF2-40B4-BE49-F238E27FC236}">
                <a16:creationId xmlns:a16="http://schemas.microsoft.com/office/drawing/2014/main" id="{6EF0FE70-AAD7-051C-BC13-6684CB662714}"/>
              </a:ext>
            </a:extLst>
          </p:cNvPr>
          <p:cNvPicPr>
            <a:picLocks noChangeAspect="1"/>
          </p:cNvPicPr>
          <p:nvPr/>
        </p:nvPicPr>
        <p:blipFill>
          <a:blip r:embed="rId3"/>
          <a:stretch>
            <a:fillRect/>
          </a:stretch>
        </p:blipFill>
        <p:spPr>
          <a:xfrm>
            <a:off x="9376241" y="2145111"/>
            <a:ext cx="2371725" cy="2571750"/>
          </a:xfrm>
          <a:prstGeom prst="rect">
            <a:avLst/>
          </a:prstGeom>
        </p:spPr>
      </p:pic>
      <p:pic>
        <p:nvPicPr>
          <p:cNvPr id="10" name="Picture 9" descr="Logo&#10;&#10;Description automatically generated with medium confidence">
            <a:extLst>
              <a:ext uri="{FF2B5EF4-FFF2-40B4-BE49-F238E27FC236}">
                <a16:creationId xmlns:a16="http://schemas.microsoft.com/office/drawing/2014/main" id="{EFFCD453-DF85-D04E-C0C7-87AFC3FEF84C}"/>
              </a:ext>
            </a:extLst>
          </p:cNvPr>
          <p:cNvPicPr>
            <a:picLocks noChangeAspect="1"/>
          </p:cNvPicPr>
          <p:nvPr/>
        </p:nvPicPr>
        <p:blipFill>
          <a:blip r:embed="rId4"/>
          <a:stretch>
            <a:fillRect/>
          </a:stretch>
        </p:blipFill>
        <p:spPr>
          <a:xfrm>
            <a:off x="10845032" y="5577347"/>
            <a:ext cx="1106337" cy="527185"/>
          </a:xfrm>
          <a:prstGeom prst="rect">
            <a:avLst/>
          </a:prstGeom>
        </p:spPr>
      </p:pic>
    </p:spTree>
    <p:extLst>
      <p:ext uri="{BB962C8B-B14F-4D97-AF65-F5344CB8AC3E}">
        <p14:creationId xmlns:p14="http://schemas.microsoft.com/office/powerpoint/2010/main" val="1169807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Light bulb on yellow background with sketched light beams and cord">
            <a:extLst>
              <a:ext uri="{FF2B5EF4-FFF2-40B4-BE49-F238E27FC236}">
                <a16:creationId xmlns:a16="http://schemas.microsoft.com/office/drawing/2014/main" id="{C26DCC08-85CE-53D0-8BF5-E35398F3D889}"/>
              </a:ext>
            </a:extLst>
          </p:cNvPr>
          <p:cNvPicPr>
            <a:picLocks noChangeAspect="1"/>
          </p:cNvPicPr>
          <p:nvPr/>
        </p:nvPicPr>
        <p:blipFill rotWithShape="1">
          <a:blip r:embed="rId3"/>
          <a:srcRect l="25252" t="9091" r="4050" b="-2"/>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ADA11C-18F2-5385-D9CC-B551925C05B6}"/>
              </a:ext>
            </a:extLst>
          </p:cNvPr>
          <p:cNvSpPr>
            <a:spLocks noGrp="1"/>
          </p:cNvSpPr>
          <p:nvPr>
            <p:ph type="title"/>
          </p:nvPr>
        </p:nvSpPr>
        <p:spPr>
          <a:xfrm>
            <a:off x="477981" y="1122363"/>
            <a:ext cx="6666841" cy="3326430"/>
          </a:xfrm>
        </p:spPr>
        <p:txBody>
          <a:bodyPr vert="horz" lIns="91440" tIns="45720" rIns="91440" bIns="45720" rtlCol="0" anchor="b">
            <a:normAutofit fontScale="90000"/>
          </a:bodyPr>
          <a:lstStyle/>
          <a:p>
            <a:r>
              <a:rPr lang="en-US" sz="4800"/>
              <a:t>Person Centered Planning and learning </a:t>
            </a:r>
            <a:r>
              <a:rPr lang="en-US" sz="4800" b="1" i="1"/>
              <a:t>about</a:t>
            </a:r>
            <a:r>
              <a:rPr lang="en-US" sz="4800"/>
              <a:t> people must be baked into service delivery &amp; the culture </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3822B2EF-C658-4A78-94D2-7FE7BFCAC98A}"/>
              </a:ext>
            </a:extLst>
          </p:cNvPr>
          <p:cNvSpPr txBox="1"/>
          <p:nvPr/>
        </p:nvSpPr>
        <p:spPr>
          <a:xfrm>
            <a:off x="604344" y="5547490"/>
            <a:ext cx="1098330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0070C0"/>
                </a:solidFill>
                <a:latin typeface="Arial"/>
                <a:cs typeface="Arial"/>
                <a:hlinkClick r:id="rId4"/>
              </a:rPr>
              <a:t>MTI CLE </a:t>
            </a:r>
            <a:r>
              <a:rPr lang="en-US" sz="3600" b="1">
                <a:solidFill>
                  <a:srgbClr val="0070C0"/>
                </a:solidFill>
                <a:latin typeface="Arial"/>
                <a:ea typeface="+mn-lt"/>
                <a:cs typeface="Arial"/>
                <a:hlinkClick r:id="rId4"/>
              </a:rPr>
              <a:t>CoP: Culture</a:t>
            </a:r>
            <a:endParaRPr lang="en-US" sz="3600" b="1">
              <a:solidFill>
                <a:srgbClr val="0070C0"/>
              </a:solidFill>
              <a:latin typeface="Arial"/>
              <a:cs typeface="Arial"/>
            </a:endParaRPr>
          </a:p>
        </p:txBody>
      </p:sp>
    </p:spTree>
    <p:extLst>
      <p:ext uri="{BB962C8B-B14F-4D97-AF65-F5344CB8AC3E}">
        <p14:creationId xmlns:p14="http://schemas.microsoft.com/office/powerpoint/2010/main" val="266692758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2D4CA7C-D0A9-4419-8EC2-8F02FB16AB36}"/>
              </a:ext>
            </a:extLst>
          </p:cNvPr>
          <p:cNvCxnSpPr/>
          <p:nvPr/>
        </p:nvCxnSpPr>
        <p:spPr>
          <a:xfrm>
            <a:off x="253748" y="977593"/>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dirty="0" smtClean="0"/>
              <a:pPr/>
              <a:t>14</a:t>
            </a:fld>
            <a:endParaRPr lang="en-US"/>
          </a:p>
        </p:txBody>
      </p:sp>
      <p:sp>
        <p:nvSpPr>
          <p:cNvPr id="8" name="TextBox 7">
            <a:extLst>
              <a:ext uri="{FF2B5EF4-FFF2-40B4-BE49-F238E27FC236}">
                <a16:creationId xmlns:a16="http://schemas.microsoft.com/office/drawing/2014/main" id="{8DE44F31-3F27-40B3-993A-73BA85FEEDBB}"/>
              </a:ext>
            </a:extLst>
          </p:cNvPr>
          <p:cNvSpPr txBox="1"/>
          <p:nvPr/>
        </p:nvSpPr>
        <p:spPr>
          <a:xfrm>
            <a:off x="147145" y="121920"/>
            <a:ext cx="11760375" cy="523220"/>
          </a:xfrm>
          <a:prstGeom prst="rect">
            <a:avLst/>
          </a:prstGeom>
          <a:noFill/>
        </p:spPr>
        <p:txBody>
          <a:bodyPr wrap="square" rtlCol="0">
            <a:spAutoFit/>
          </a:bodyPr>
          <a:lstStyle/>
          <a:p>
            <a:endParaRPr lang="en-US" sz="2800" b="1">
              <a:solidFill>
                <a:schemeClr val="accent5">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509B9F-524F-4796-86FE-59BFD5C41877}"/>
              </a:ext>
            </a:extLst>
          </p:cNvPr>
          <p:cNvSpPr txBox="1"/>
          <p:nvPr/>
        </p:nvSpPr>
        <p:spPr>
          <a:xfrm>
            <a:off x="288634" y="1426418"/>
            <a:ext cx="11720571" cy="4832092"/>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800">
                <a:latin typeface="Calibri"/>
                <a:ea typeface="Calibri"/>
                <a:cs typeface="Calibri"/>
              </a:rPr>
              <a:t>Identifies ideal conditions of employment</a:t>
            </a:r>
          </a:p>
          <a:p>
            <a:pPr marL="457200" indent="-457200">
              <a:buFont typeface="Arial" panose="020B0604020202020204" pitchFamily="34" charset="0"/>
              <a:buChar char="•"/>
            </a:pPr>
            <a:r>
              <a:rPr lang="en-US" sz="2800">
                <a:latin typeface="Calibri"/>
                <a:ea typeface="Calibri"/>
                <a:cs typeface="Calibri"/>
              </a:rPr>
              <a:t>No one can ‘fail’ </a:t>
            </a:r>
            <a:r>
              <a:rPr lang="en-US" sz="2800">
                <a:latin typeface="Calibri"/>
                <a:ea typeface="Calibri"/>
                <a:cs typeface="Calibri"/>
                <a:hlinkClick r:id="rId3"/>
              </a:rPr>
              <a:t>Discovery</a:t>
            </a:r>
            <a:endParaRPr lang="en-US" sz="2800">
              <a:latin typeface="Calibri"/>
              <a:ea typeface="Calibri"/>
              <a:cs typeface="Calibri"/>
            </a:endParaRPr>
          </a:p>
          <a:p>
            <a:pPr marL="457200" indent="-457200">
              <a:buFont typeface="Arial" panose="020B0604020202020204" pitchFamily="34" charset="0"/>
              <a:buChar char="•"/>
            </a:pPr>
            <a:r>
              <a:rPr lang="en-US" sz="2800">
                <a:latin typeface="Calibri"/>
                <a:ea typeface="Calibri"/>
                <a:cs typeface="Calibri"/>
              </a:rPr>
              <a:t>Completed by someone trained in Discovery </a:t>
            </a:r>
          </a:p>
          <a:p>
            <a:pPr marL="457200" indent="-457200">
              <a:buFont typeface="Arial" panose="020B0604020202020204" pitchFamily="34" charset="0"/>
              <a:buChar char="•"/>
            </a:pPr>
            <a:r>
              <a:rPr lang="en-US" sz="2800">
                <a:latin typeface="Calibri"/>
                <a:cs typeface="Calibri"/>
              </a:rPr>
              <a:t>Full engagement with the person and support team</a:t>
            </a:r>
            <a:endParaRPr lang="en-US">
              <a:cs typeface="Calibri"/>
            </a:endParaRPr>
          </a:p>
          <a:p>
            <a:pPr marL="457200" indent="-457200">
              <a:buFont typeface="Arial" panose="020B0604020202020204" pitchFamily="34" charset="0"/>
              <a:buChar char="•"/>
            </a:pPr>
            <a:r>
              <a:rPr lang="en-US" sz="2800">
                <a:latin typeface="Calibri"/>
                <a:ea typeface="Calibri"/>
                <a:cs typeface="Calibri"/>
              </a:rPr>
              <a:t>Assumes everyone can work </a:t>
            </a:r>
          </a:p>
          <a:p>
            <a:pPr marL="457200" indent="-457200">
              <a:buFont typeface="Arial" panose="020B0604020202020204" pitchFamily="34" charset="0"/>
              <a:buChar char="•"/>
            </a:pPr>
            <a:r>
              <a:rPr lang="en-US" sz="2800">
                <a:latin typeface="Calibri"/>
                <a:ea typeface="Calibri"/>
                <a:cs typeface="Calibri"/>
              </a:rPr>
              <a:t>Job Development immediately follows Discovery </a:t>
            </a:r>
            <a:endParaRPr lang="en-US"/>
          </a:p>
          <a:p>
            <a:endParaRPr lang="en-US" sz="2800">
              <a:latin typeface="Calibri" panose="020F0502020204030204" pitchFamily="34" charset="0"/>
              <a:cs typeface="Calibri" panose="020F0502020204030204" pitchFamily="34" charset="0"/>
            </a:endParaRPr>
          </a:p>
          <a:p>
            <a:r>
              <a:rPr lang="en-US" sz="2800" i="1">
                <a:solidFill>
                  <a:srgbClr val="FF0000"/>
                </a:solidFill>
                <a:latin typeface="Calibri"/>
                <a:cs typeface="Calibri"/>
              </a:rPr>
              <a:t>How could Discovery support your Day Services?</a:t>
            </a:r>
            <a:endParaRPr lang="en-US" sz="2800" i="1">
              <a:solidFill>
                <a:srgbClr val="FF0000"/>
              </a:solidFill>
              <a:latin typeface="Calibri" panose="020F0502020204030204" pitchFamily="34" charset="0"/>
              <a:cs typeface="Calibri" panose="020F0502020204030204" pitchFamily="34" charset="0"/>
            </a:endParaRPr>
          </a:p>
          <a:p>
            <a:r>
              <a:rPr lang="en-US" sz="2800" i="1">
                <a:solidFill>
                  <a:srgbClr val="FF0000"/>
                </a:solidFill>
                <a:latin typeface="Calibri"/>
                <a:cs typeface="Calibri"/>
              </a:rPr>
              <a:t>How might you partner with Employment staff? </a:t>
            </a:r>
            <a:endParaRPr lang="en-US" sz="2800" i="1">
              <a:solidFill>
                <a:srgbClr val="FF0000"/>
              </a:solidFill>
              <a:latin typeface="Calibri" panose="020F0502020204030204" pitchFamily="34" charset="0"/>
              <a:cs typeface="Calibri" panose="020F0502020204030204" pitchFamily="34" charset="0"/>
            </a:endParaRPr>
          </a:p>
          <a:p>
            <a:r>
              <a:rPr lang="en-US" sz="2800" i="1">
                <a:solidFill>
                  <a:srgbClr val="FF0000"/>
                </a:solidFill>
                <a:latin typeface="Calibri"/>
                <a:cs typeface="Calibri"/>
              </a:rPr>
              <a:t>How could Discovery support people who are underemployed? </a:t>
            </a:r>
            <a:endParaRPr lang="en-US" sz="2800" i="1">
              <a:solidFill>
                <a:srgbClr val="FF0000"/>
              </a:solidFill>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endParaRPr lang="en-US" sz="280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17D2908A-430E-4E02-AF6F-23065E642D05}"/>
              </a:ext>
            </a:extLst>
          </p:cNvPr>
          <p:cNvSpPr txBox="1"/>
          <p:nvPr/>
        </p:nvSpPr>
        <p:spPr>
          <a:xfrm>
            <a:off x="150009" y="269707"/>
            <a:ext cx="113678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b="1">
                <a:latin typeface="Calibri"/>
                <a:cs typeface="Calibri"/>
              </a:rPr>
              <a:t>Discovery </a:t>
            </a:r>
          </a:p>
        </p:txBody>
      </p:sp>
      <p:pic>
        <p:nvPicPr>
          <p:cNvPr id="5" name="Picture 4" descr="A logo for a company&#10;&#10;Description automatically generated">
            <a:extLst>
              <a:ext uri="{FF2B5EF4-FFF2-40B4-BE49-F238E27FC236}">
                <a16:creationId xmlns:a16="http://schemas.microsoft.com/office/drawing/2014/main" id="{BD56560F-7B0D-1F76-C17C-DA8D08CDD65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
        <p:nvSpPr>
          <p:cNvPr id="4" name="Arrow: Left 3">
            <a:extLst>
              <a:ext uri="{FF2B5EF4-FFF2-40B4-BE49-F238E27FC236}">
                <a16:creationId xmlns:a16="http://schemas.microsoft.com/office/drawing/2014/main" id="{DF3E72F6-C2BF-CB1B-9E61-F296A1DBDE1E}"/>
              </a:ext>
            </a:extLst>
          </p:cNvPr>
          <p:cNvSpPr/>
          <p:nvPr/>
        </p:nvSpPr>
        <p:spPr>
          <a:xfrm>
            <a:off x="7181201" y="977270"/>
            <a:ext cx="4351421" cy="1353552"/>
          </a:xfrm>
          <a:prstGeom prst="lef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cs typeface="Calibri"/>
              </a:rPr>
              <a:t>What about Community Life? </a:t>
            </a:r>
            <a:endParaRPr lang="en-US">
              <a:solidFill>
                <a:schemeClr val="tx1"/>
              </a:solidFill>
              <a:cs typeface="Calibri" panose="020F0502020204030204"/>
            </a:endParaRPr>
          </a:p>
        </p:txBody>
      </p:sp>
    </p:spTree>
    <p:extLst>
      <p:ext uri="{BB962C8B-B14F-4D97-AF65-F5344CB8AC3E}">
        <p14:creationId xmlns:p14="http://schemas.microsoft.com/office/powerpoint/2010/main" val="2145046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2D4CA7C-D0A9-4419-8EC2-8F02FB16AB36}"/>
              </a:ext>
            </a:extLst>
          </p:cNvPr>
          <p:cNvCxnSpPr/>
          <p:nvPr/>
        </p:nvCxnSpPr>
        <p:spPr>
          <a:xfrm>
            <a:off x="147145" y="1216623"/>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15</a:t>
            </a:fld>
            <a:endParaRPr lang="en-US"/>
          </a:p>
        </p:txBody>
      </p:sp>
      <p:sp>
        <p:nvSpPr>
          <p:cNvPr id="8" name="TextBox 7">
            <a:extLst>
              <a:ext uri="{FF2B5EF4-FFF2-40B4-BE49-F238E27FC236}">
                <a16:creationId xmlns:a16="http://schemas.microsoft.com/office/drawing/2014/main" id="{8DE44F31-3F27-40B3-993A-73BA85FEEDBB}"/>
              </a:ext>
            </a:extLst>
          </p:cNvPr>
          <p:cNvSpPr txBox="1"/>
          <p:nvPr/>
        </p:nvSpPr>
        <p:spPr>
          <a:xfrm>
            <a:off x="147145" y="121920"/>
            <a:ext cx="11760375" cy="523220"/>
          </a:xfrm>
          <a:prstGeom prst="rect">
            <a:avLst/>
          </a:prstGeom>
          <a:noFill/>
        </p:spPr>
        <p:txBody>
          <a:bodyPr wrap="square" rtlCol="0">
            <a:spAutoFit/>
          </a:bodyPr>
          <a:lstStyle/>
          <a:p>
            <a:endParaRPr lang="en-US" sz="2800" b="1">
              <a:solidFill>
                <a:schemeClr val="accent5">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509B9F-524F-4796-86FE-59BFD5C41877}"/>
              </a:ext>
            </a:extLst>
          </p:cNvPr>
          <p:cNvSpPr txBox="1"/>
          <p:nvPr/>
        </p:nvSpPr>
        <p:spPr>
          <a:xfrm>
            <a:off x="284480" y="1567175"/>
            <a:ext cx="11282468" cy="4832092"/>
          </a:xfrm>
          <a:prstGeom prst="rect">
            <a:avLst/>
          </a:prstGeom>
          <a:noFill/>
        </p:spPr>
        <p:txBody>
          <a:bodyPr wrap="square" lIns="91440" tIns="45720" rIns="91440" bIns="45720" rtlCol="0" anchor="t">
            <a:spAutoFit/>
          </a:bodyPr>
          <a:lstStyle/>
          <a:p>
            <a:pPr marL="457200" indent="-457200">
              <a:buFont typeface="Arial" panose="020B0604020202020204" pitchFamily="34" charset="0"/>
              <a:buChar char="•"/>
            </a:pPr>
            <a:r>
              <a:rPr lang="en-US" sz="2800">
                <a:latin typeface="Calibri"/>
                <a:ea typeface="Calibri"/>
                <a:cs typeface="Calibri"/>
              </a:rPr>
              <a:t>Can be baked into non-work services</a:t>
            </a:r>
          </a:p>
          <a:p>
            <a:pPr marL="457200" indent="-457200">
              <a:buFont typeface="Arial" panose="020B0604020202020204" pitchFamily="34" charset="0"/>
              <a:buChar char="•"/>
            </a:pPr>
            <a:r>
              <a:rPr lang="en-US" sz="2800">
                <a:latin typeface="Calibri"/>
                <a:ea typeface="Calibri"/>
                <a:cs typeface="Calibri"/>
              </a:rPr>
              <a:t>Can be used when Discovery is not available yet </a:t>
            </a:r>
            <a:endParaRPr lang="en-US" sz="2800">
              <a:latin typeface="Calibri" panose="020F0502020204030204" pitchFamily="34" charset="0"/>
              <a:ea typeface="Calibri"/>
              <a:cs typeface="Calibri" panose="020F0502020204030204" pitchFamily="34" charset="0"/>
            </a:endParaRPr>
          </a:p>
          <a:p>
            <a:pPr marL="457200" indent="-457200">
              <a:buFont typeface="Arial" panose="020B0604020202020204" pitchFamily="34" charset="0"/>
              <a:buChar char="•"/>
            </a:pPr>
            <a:r>
              <a:rPr lang="en-US" sz="2800">
                <a:latin typeface="Calibri"/>
                <a:ea typeface="Calibri"/>
                <a:cs typeface="Calibri"/>
                <a:hlinkClick r:id="rId3"/>
              </a:rPr>
              <a:t>Can be done in small, intentional groups</a:t>
            </a:r>
            <a:r>
              <a:rPr lang="en-US" sz="2800">
                <a:latin typeface="Calibri"/>
                <a:ea typeface="Calibri"/>
                <a:cs typeface="Calibri"/>
              </a:rPr>
              <a:t> </a:t>
            </a:r>
            <a:endParaRPr lang="en-US" sz="2800">
              <a:latin typeface="Calibri" panose="020F0502020204030204" pitchFamily="34" charset="0"/>
              <a:ea typeface="Calibri"/>
              <a:cs typeface="Calibri" panose="020F0502020204030204" pitchFamily="34" charset="0"/>
            </a:endParaRPr>
          </a:p>
          <a:p>
            <a:pPr marL="457200" indent="-457200">
              <a:buFont typeface="Arial" panose="020B0604020202020204" pitchFamily="34" charset="0"/>
              <a:buChar char="•"/>
            </a:pPr>
            <a:r>
              <a:rPr lang="en-US" sz="2800">
                <a:latin typeface="Calibri"/>
                <a:ea typeface="Calibri"/>
                <a:cs typeface="Calibri"/>
              </a:rPr>
              <a:t>May be led by the person’s interests</a:t>
            </a:r>
          </a:p>
          <a:p>
            <a:pPr marL="457200" indent="-457200">
              <a:buFont typeface="Arial" panose="020B0604020202020204" pitchFamily="34" charset="0"/>
              <a:buChar char="•"/>
            </a:pPr>
            <a:r>
              <a:rPr lang="en-US" sz="2800">
                <a:latin typeface="Calibri"/>
                <a:ea typeface="Calibri"/>
                <a:cs typeface="Calibri"/>
              </a:rPr>
              <a:t>Happens in typical community settings  </a:t>
            </a:r>
            <a:endParaRPr lang="en-US" sz="2800">
              <a:latin typeface="Calibri" panose="020F0502020204030204" pitchFamily="34" charset="0"/>
              <a:ea typeface="Calibri"/>
              <a:cs typeface="Calibri" panose="020F0502020204030204" pitchFamily="34" charset="0"/>
            </a:endParaRPr>
          </a:p>
          <a:p>
            <a:pPr marL="457200" indent="-457200">
              <a:buFont typeface="Arial" panose="020B0604020202020204" pitchFamily="34" charset="0"/>
              <a:buChar char="•"/>
            </a:pPr>
            <a:r>
              <a:rPr lang="en-US" sz="2800">
                <a:latin typeface="Calibri"/>
                <a:cs typeface="Calibri"/>
              </a:rPr>
              <a:t>Get new experiences</a:t>
            </a:r>
            <a:endParaRPr lang="en-US"/>
          </a:p>
          <a:p>
            <a:pPr marL="457200" indent="-457200">
              <a:buFont typeface="Arial" panose="020B0604020202020204" pitchFamily="34" charset="0"/>
              <a:buChar char="•"/>
            </a:pPr>
            <a:r>
              <a:rPr lang="en-US" sz="2800">
                <a:latin typeface="Calibri"/>
                <a:ea typeface="Calibri"/>
                <a:cs typeface="Calibri"/>
              </a:rPr>
              <a:t>Build new connections </a:t>
            </a:r>
            <a:endParaRPr lang="en-US" sz="2800">
              <a:latin typeface="Calibri" panose="020F0502020204030204" pitchFamily="34" charset="0"/>
              <a:ea typeface="Calibri"/>
              <a:cs typeface="Calibri" panose="020F0502020204030204" pitchFamily="34" charset="0"/>
            </a:endParaRPr>
          </a:p>
          <a:p>
            <a:pPr marL="457200" indent="-457200">
              <a:buFont typeface="Arial" panose="020B0604020202020204" pitchFamily="34" charset="0"/>
              <a:buChar char="•"/>
            </a:pPr>
            <a:r>
              <a:rPr lang="en-US" sz="2800">
                <a:latin typeface="Calibri"/>
                <a:ea typeface="Calibri"/>
                <a:cs typeface="Calibri"/>
              </a:rPr>
              <a:t>Learn new skills (example: get lost on purpose)</a:t>
            </a:r>
          </a:p>
          <a:p>
            <a:pPr marL="457200" indent="-457200">
              <a:buFont typeface="Arial" panose="020B0604020202020204" pitchFamily="34" charset="0"/>
              <a:buChar char="•"/>
            </a:pPr>
            <a:r>
              <a:rPr lang="en-US" sz="2800" b="1" i="1">
                <a:latin typeface="Calibri"/>
                <a:ea typeface="Calibri"/>
                <a:cs typeface="Calibri"/>
              </a:rPr>
              <a:t>Fold the information we learn back into the service delivery </a:t>
            </a:r>
            <a:endParaRPr lang="en-US" sz="2800" b="1" i="1">
              <a:latin typeface="Calibri" panose="020F0502020204030204" pitchFamily="34" charset="0"/>
              <a:ea typeface="Calibri"/>
              <a:cs typeface="Calibri" panose="020F0502020204030204" pitchFamily="34" charset="0"/>
            </a:endParaRPr>
          </a:p>
          <a:p>
            <a:pPr marL="457200" indent="-457200">
              <a:buFont typeface="Arial" panose="020B0604020202020204" pitchFamily="34" charset="0"/>
              <a:buChar char="•"/>
            </a:pPr>
            <a:endParaRPr lang="en-US" sz="2800"/>
          </a:p>
          <a:p>
            <a:endParaRPr lang="en-US" sz="2800">
              <a:hlinkClick r:id="rId4"/>
            </a:endParaRPr>
          </a:p>
        </p:txBody>
      </p:sp>
      <p:sp>
        <p:nvSpPr>
          <p:cNvPr id="2" name="TextBox 1">
            <a:extLst>
              <a:ext uri="{FF2B5EF4-FFF2-40B4-BE49-F238E27FC236}">
                <a16:creationId xmlns:a16="http://schemas.microsoft.com/office/drawing/2014/main" id="{17D2908A-430E-4E02-AF6F-23065E642D05}"/>
              </a:ext>
            </a:extLst>
          </p:cNvPr>
          <p:cNvSpPr txBox="1"/>
          <p:nvPr/>
        </p:nvSpPr>
        <p:spPr>
          <a:xfrm>
            <a:off x="284480" y="269707"/>
            <a:ext cx="113678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Small (d) discovery/exploration </a:t>
            </a:r>
          </a:p>
        </p:txBody>
      </p:sp>
      <p:pic>
        <p:nvPicPr>
          <p:cNvPr id="5" name="Picture 4" descr="A logo for a company&#10;&#10;Description automatically generated">
            <a:extLst>
              <a:ext uri="{FF2B5EF4-FFF2-40B4-BE49-F238E27FC236}">
                <a16:creationId xmlns:a16="http://schemas.microsoft.com/office/drawing/2014/main" id="{5EE69361-C4FF-097E-3890-B29E6A1E5C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Tree>
    <p:extLst>
      <p:ext uri="{BB962C8B-B14F-4D97-AF65-F5344CB8AC3E}">
        <p14:creationId xmlns:p14="http://schemas.microsoft.com/office/powerpoint/2010/main" val="1777150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2D4CA7C-D0A9-4419-8EC2-8F02FB16AB36}"/>
              </a:ext>
            </a:extLst>
          </p:cNvPr>
          <p:cNvCxnSpPr/>
          <p:nvPr/>
        </p:nvCxnSpPr>
        <p:spPr>
          <a:xfrm>
            <a:off x="147145" y="1085213"/>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16</a:t>
            </a:fld>
            <a:endParaRPr lang="en-US"/>
          </a:p>
        </p:txBody>
      </p:sp>
      <p:sp>
        <p:nvSpPr>
          <p:cNvPr id="8" name="TextBox 7">
            <a:extLst>
              <a:ext uri="{FF2B5EF4-FFF2-40B4-BE49-F238E27FC236}">
                <a16:creationId xmlns:a16="http://schemas.microsoft.com/office/drawing/2014/main" id="{8DE44F31-3F27-40B3-993A-73BA85FEEDBB}"/>
              </a:ext>
            </a:extLst>
          </p:cNvPr>
          <p:cNvSpPr txBox="1"/>
          <p:nvPr/>
        </p:nvSpPr>
        <p:spPr>
          <a:xfrm>
            <a:off x="147145" y="121920"/>
            <a:ext cx="11760375" cy="523220"/>
          </a:xfrm>
          <a:prstGeom prst="rect">
            <a:avLst/>
          </a:prstGeom>
          <a:noFill/>
        </p:spPr>
        <p:txBody>
          <a:bodyPr wrap="square" rtlCol="0">
            <a:spAutoFit/>
          </a:bodyPr>
          <a:lstStyle/>
          <a:p>
            <a:endParaRPr lang="en-US" sz="2800" b="1">
              <a:solidFill>
                <a:schemeClr val="accent5">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509B9F-524F-4796-86FE-59BFD5C41877}"/>
              </a:ext>
            </a:extLst>
          </p:cNvPr>
          <p:cNvSpPr txBox="1"/>
          <p:nvPr/>
        </p:nvSpPr>
        <p:spPr>
          <a:xfrm>
            <a:off x="-194801" y="1422746"/>
            <a:ext cx="12096133" cy="3693319"/>
          </a:xfrm>
          <a:prstGeom prst="rect">
            <a:avLst/>
          </a:prstGeom>
          <a:noFill/>
        </p:spPr>
        <p:txBody>
          <a:bodyPr wrap="square" lIns="91440" tIns="45720" rIns="91440" bIns="45720" rtlCol="0" anchor="t">
            <a:spAutoFit/>
          </a:bodyPr>
          <a:lstStyle/>
          <a:p>
            <a:pPr marL="914400" lvl="1" indent="-457200">
              <a:buFont typeface="Arial" panose="020B0604020202020204" pitchFamily="34" charset="0"/>
              <a:buChar char="•"/>
            </a:pPr>
            <a:r>
              <a:rPr lang="en-US" sz="2800">
                <a:latin typeface="Calibri"/>
                <a:cs typeface="Calibri"/>
              </a:rPr>
              <a:t>One-on-one interviews with the person</a:t>
            </a:r>
            <a:endParaRPr lang="en-US"/>
          </a:p>
          <a:p>
            <a:pPr marL="1371600" lvl="2" indent="-457200">
              <a:buFont typeface="Arial" panose="020B0604020202020204" pitchFamily="34" charset="0"/>
              <a:buChar char="•"/>
            </a:pPr>
            <a:r>
              <a:rPr lang="en-US" sz="2000">
                <a:solidFill>
                  <a:srgbClr val="FF0000"/>
                </a:solidFill>
                <a:latin typeface="Calibri"/>
                <a:cs typeface="Calibri"/>
              </a:rPr>
              <a:t>What might we miss if we </a:t>
            </a:r>
            <a:r>
              <a:rPr lang="en-US" sz="2000" i="1" u="sng">
                <a:solidFill>
                  <a:srgbClr val="FF0000"/>
                </a:solidFill>
                <a:latin typeface="Calibri"/>
                <a:cs typeface="Calibri"/>
              </a:rPr>
              <a:t>ONLY </a:t>
            </a:r>
            <a:r>
              <a:rPr lang="en-US" sz="2000">
                <a:solidFill>
                  <a:srgbClr val="FF0000"/>
                </a:solidFill>
                <a:latin typeface="Calibri"/>
                <a:cs typeface="Calibri"/>
              </a:rPr>
              <a:t>do this?)</a:t>
            </a:r>
            <a:endParaRPr lang="en-US"/>
          </a:p>
          <a:p>
            <a:pPr marL="914400" lvl="1" indent="-457200">
              <a:buFont typeface="Arial" panose="020B0604020202020204" pitchFamily="34" charset="0"/>
              <a:buChar char="•"/>
            </a:pPr>
            <a:r>
              <a:rPr lang="en-US" sz="2800">
                <a:latin typeface="Calibri"/>
                <a:cs typeface="Calibri"/>
              </a:rPr>
              <a:t>Observe the person in various community-based settings/activities</a:t>
            </a:r>
          </a:p>
          <a:p>
            <a:pPr marL="1371600" lvl="2" indent="-457200">
              <a:buFont typeface="Arial" panose="020B0604020202020204" pitchFamily="34" charset="0"/>
              <a:buChar char="•"/>
            </a:pPr>
            <a:r>
              <a:rPr lang="en-US">
                <a:solidFill>
                  <a:srgbClr val="FF0000"/>
                </a:solidFill>
                <a:latin typeface="Calibri"/>
                <a:cs typeface="Calibri"/>
              </a:rPr>
              <a:t>Don't make assumptions based on center-based history</a:t>
            </a:r>
          </a:p>
          <a:p>
            <a:pPr marL="914400" lvl="1" indent="-457200">
              <a:buFont typeface="Arial" panose="020B0604020202020204" pitchFamily="34" charset="0"/>
              <a:buChar char="•"/>
            </a:pPr>
            <a:r>
              <a:rPr lang="en-US" sz="2800">
                <a:latin typeface="Calibri"/>
                <a:cs typeface="Calibri"/>
              </a:rPr>
              <a:t>Interview people that know the person well</a:t>
            </a:r>
            <a:r>
              <a:rPr lang="en-US" sz="2800">
                <a:solidFill>
                  <a:srgbClr val="FF0000"/>
                </a:solidFill>
                <a:latin typeface="Calibri"/>
                <a:cs typeface="Calibri"/>
              </a:rPr>
              <a:t> </a:t>
            </a:r>
          </a:p>
          <a:p>
            <a:pPr marL="914400" lvl="1" indent="-457200">
              <a:buFont typeface="Arial" panose="020B0604020202020204" pitchFamily="34" charset="0"/>
              <a:buChar char="•"/>
            </a:pPr>
            <a:r>
              <a:rPr lang="en-US" sz="2800">
                <a:latin typeface="Calibri"/>
                <a:cs typeface="Calibri"/>
              </a:rPr>
              <a:t>Interview people the person trusts </a:t>
            </a:r>
            <a:endParaRPr lang="en-US" sz="2000">
              <a:solidFill>
                <a:srgbClr val="FF0000"/>
              </a:solidFill>
              <a:cs typeface="Calibri"/>
            </a:endParaRPr>
          </a:p>
          <a:p>
            <a:pPr marL="914400" lvl="1" indent="-457200">
              <a:buFont typeface="Arial" panose="020B0604020202020204" pitchFamily="34" charset="0"/>
              <a:buChar char="•"/>
            </a:pPr>
            <a:r>
              <a:rPr lang="en-US" sz="2800">
                <a:latin typeface="Calibri"/>
                <a:cs typeface="Calibri"/>
              </a:rPr>
              <a:t>Observe at home</a:t>
            </a:r>
            <a:r>
              <a:rPr lang="en-US" sz="2800">
                <a:solidFill>
                  <a:srgbClr val="FF0000"/>
                </a:solidFill>
                <a:latin typeface="Calibri"/>
                <a:cs typeface="Calibri"/>
              </a:rPr>
              <a:t> </a:t>
            </a:r>
            <a:r>
              <a:rPr lang="en-US" sz="2000">
                <a:solidFill>
                  <a:srgbClr val="FF0000"/>
                </a:solidFill>
                <a:latin typeface="Calibri"/>
                <a:cs typeface="Calibri"/>
              </a:rPr>
              <a:t>(when possible/practical)</a:t>
            </a:r>
            <a:endParaRPr lang="en-US" sz="2000">
              <a:solidFill>
                <a:srgbClr val="FF0000"/>
              </a:solidFill>
              <a:latin typeface="Calibri" panose="020F0502020204030204" pitchFamily="34" charset="0"/>
              <a:cs typeface="Calibri" panose="020F0502020204030204" pitchFamily="34" charset="0"/>
            </a:endParaRPr>
          </a:p>
          <a:p>
            <a:pPr marL="914400" lvl="1" indent="-457200">
              <a:buFont typeface="Arial" panose="020B0604020202020204" pitchFamily="34" charset="0"/>
              <a:buChar char="•"/>
            </a:pPr>
            <a:r>
              <a:rPr lang="en-US" sz="2800">
                <a:latin typeface="Calibri"/>
                <a:cs typeface="Calibri"/>
              </a:rPr>
              <a:t>File review</a:t>
            </a:r>
            <a:r>
              <a:rPr lang="en-US" sz="2800">
                <a:solidFill>
                  <a:srgbClr val="000000"/>
                </a:solidFill>
                <a:latin typeface="Calibri"/>
                <a:cs typeface="Calibri"/>
              </a:rPr>
              <a:t> and Individual Support Plan:</a:t>
            </a:r>
          </a:p>
          <a:p>
            <a:pPr marL="1371600" lvl="2" indent="-457200">
              <a:buFont typeface="Arial" panose="020B0604020202020204" pitchFamily="34" charset="0"/>
              <a:buChar char="•"/>
            </a:pPr>
            <a:r>
              <a:rPr lang="en-US" sz="2000">
                <a:solidFill>
                  <a:srgbClr val="FF0000"/>
                </a:solidFill>
                <a:latin typeface="Calibri"/>
                <a:cs typeface="Calibri"/>
              </a:rPr>
              <a:t>What might be here? What might not be?</a:t>
            </a:r>
            <a:endParaRPr lang="en-US"/>
          </a:p>
        </p:txBody>
      </p:sp>
      <p:sp>
        <p:nvSpPr>
          <p:cNvPr id="2" name="TextBox 1">
            <a:extLst>
              <a:ext uri="{FF2B5EF4-FFF2-40B4-BE49-F238E27FC236}">
                <a16:creationId xmlns:a16="http://schemas.microsoft.com/office/drawing/2014/main" id="{17D2908A-430E-4E02-AF6F-23065E642D05}"/>
              </a:ext>
            </a:extLst>
          </p:cNvPr>
          <p:cNvSpPr txBox="1"/>
          <p:nvPr/>
        </p:nvSpPr>
        <p:spPr>
          <a:xfrm>
            <a:off x="284480" y="269707"/>
            <a:ext cx="113678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b="1">
                <a:latin typeface="Calibri"/>
                <a:cs typeface="Calibri"/>
              </a:rPr>
              <a:t>How is info best learned and collected?</a:t>
            </a:r>
          </a:p>
        </p:txBody>
      </p:sp>
      <p:sp>
        <p:nvSpPr>
          <p:cNvPr id="5" name="TextBox 4">
            <a:extLst>
              <a:ext uri="{FF2B5EF4-FFF2-40B4-BE49-F238E27FC236}">
                <a16:creationId xmlns:a16="http://schemas.microsoft.com/office/drawing/2014/main" id="{742F8D16-1C0E-41E0-B091-21344F1988A4}"/>
              </a:ext>
            </a:extLst>
          </p:cNvPr>
          <p:cNvSpPr txBox="1"/>
          <p:nvPr/>
        </p:nvSpPr>
        <p:spPr>
          <a:xfrm>
            <a:off x="679342" y="5381207"/>
            <a:ext cx="4819426" cy="645459"/>
          </a:xfrm>
          <a:prstGeom prst="rect">
            <a:avLst/>
          </a:prstGeom>
          <a:noFill/>
        </p:spPr>
        <p:txBody>
          <a:bodyPr wrap="square" rtlCol="0">
            <a:spAutoFit/>
          </a:bodyPr>
          <a:lstStyle/>
          <a:p>
            <a:r>
              <a:rPr lang="en-US">
                <a:hlinkClick r:id="rId3"/>
              </a:rPr>
              <a:t>Microsoft Word - Developing a Positive Personal Profile G Tilson.docx (dc.gov)</a:t>
            </a:r>
            <a:endParaRPr lang="en-US"/>
          </a:p>
        </p:txBody>
      </p:sp>
      <p:pic>
        <p:nvPicPr>
          <p:cNvPr id="6" name="Picture 5" descr="A logo for a company&#10;&#10;Description automatically generated">
            <a:extLst>
              <a:ext uri="{FF2B5EF4-FFF2-40B4-BE49-F238E27FC236}">
                <a16:creationId xmlns:a16="http://schemas.microsoft.com/office/drawing/2014/main" id="{E63CBAB0-AC20-4453-E4FA-8E9E18985E9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Tree>
    <p:extLst>
      <p:ext uri="{BB962C8B-B14F-4D97-AF65-F5344CB8AC3E}">
        <p14:creationId xmlns:p14="http://schemas.microsoft.com/office/powerpoint/2010/main" val="2591184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4" name="Straight Connector 23">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5A1B47C8-47A0-4A88-8830-6DEA3B5DE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84BBFDD-E720-4805-A9C8-129FBBF6D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TextBox 14">
            <a:extLst>
              <a:ext uri="{FF2B5EF4-FFF2-40B4-BE49-F238E27FC236}">
                <a16:creationId xmlns:a16="http://schemas.microsoft.com/office/drawing/2014/main" id="{89FBDC85-E386-C023-5EDD-E11DB0A61073}"/>
              </a:ext>
            </a:extLst>
          </p:cNvPr>
          <p:cNvSpPr txBox="1"/>
          <p:nvPr/>
        </p:nvSpPr>
        <p:spPr>
          <a:xfrm>
            <a:off x="7858857" y="406302"/>
            <a:ext cx="4040245" cy="2948491"/>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lnSpcReduction="10000"/>
          </a:bodyPr>
          <a:lstStyle/>
          <a:p>
            <a:pPr defTabSz="914400">
              <a:lnSpc>
                <a:spcPct val="85000"/>
              </a:lnSpc>
              <a:spcBef>
                <a:spcPct val="0"/>
              </a:spcBef>
              <a:spcAft>
                <a:spcPts val="600"/>
              </a:spcAft>
            </a:pPr>
            <a:r>
              <a:rPr lang="en-US" sz="4100" b="1" spc="-50">
                <a:solidFill>
                  <a:srgbClr val="FFFFFF"/>
                </a:solidFill>
                <a:latin typeface="+mj-lt"/>
                <a:ea typeface="+mj-ea"/>
                <a:cs typeface="+mj-cs"/>
              </a:rPr>
              <a:t>One Page Profiles</a:t>
            </a:r>
          </a:p>
          <a:p>
            <a:pPr defTabSz="914400">
              <a:lnSpc>
                <a:spcPct val="85000"/>
              </a:lnSpc>
              <a:spcBef>
                <a:spcPct val="0"/>
              </a:spcBef>
              <a:spcAft>
                <a:spcPts val="600"/>
              </a:spcAft>
            </a:pPr>
            <a:endParaRPr lang="en-US" sz="4100" b="1" spc="-50">
              <a:solidFill>
                <a:srgbClr val="FFFFFF"/>
              </a:solidFill>
              <a:latin typeface="+mj-lt"/>
              <a:ea typeface="+mj-ea"/>
              <a:cs typeface="+mj-cs"/>
            </a:endParaRPr>
          </a:p>
          <a:p>
            <a:pPr defTabSz="914400">
              <a:lnSpc>
                <a:spcPct val="85000"/>
              </a:lnSpc>
              <a:spcBef>
                <a:spcPct val="0"/>
              </a:spcBef>
              <a:spcAft>
                <a:spcPts val="600"/>
              </a:spcAft>
            </a:pPr>
            <a:r>
              <a:rPr lang="en-US" sz="4100" b="1" spc="-50">
                <a:solidFill>
                  <a:srgbClr val="FFFFFF"/>
                </a:solidFill>
                <a:latin typeface="+mj-lt"/>
                <a:ea typeface="+mj-ea"/>
                <a:cs typeface="+mj-cs"/>
              </a:rPr>
              <a:t>What's </a:t>
            </a:r>
            <a:endParaRPr lang="en-US" sz="4100" spc="-50">
              <a:solidFill>
                <a:srgbClr val="FFFFFF"/>
              </a:solidFill>
              <a:latin typeface="+mj-lt"/>
              <a:ea typeface="+mj-ea"/>
              <a:cs typeface="+mj-cs"/>
            </a:endParaRPr>
          </a:p>
          <a:p>
            <a:pPr defTabSz="914400">
              <a:lnSpc>
                <a:spcPct val="85000"/>
              </a:lnSpc>
              <a:spcBef>
                <a:spcPct val="0"/>
              </a:spcBef>
              <a:spcAft>
                <a:spcPts val="600"/>
              </a:spcAft>
            </a:pPr>
            <a:r>
              <a:rPr lang="en-US" sz="4100" b="1" spc="-50">
                <a:solidFill>
                  <a:srgbClr val="FFFFFF"/>
                </a:solidFill>
                <a:latin typeface="+mj-lt"/>
                <a:ea typeface="+mj-ea"/>
                <a:cs typeface="+mj-cs"/>
              </a:rPr>
              <a:t>YOUR current process? </a:t>
            </a:r>
            <a:endParaRPr lang="en-US" sz="4100" spc="-50">
              <a:solidFill>
                <a:srgbClr val="FFFFFF"/>
              </a:solidFill>
              <a:latin typeface="+mj-lt"/>
              <a:ea typeface="+mj-ea"/>
              <a:cs typeface="Calibri Light"/>
            </a:endParaRPr>
          </a:p>
        </p:txBody>
      </p:sp>
      <p:sp>
        <p:nvSpPr>
          <p:cNvPr id="30" name="Rectangle 29">
            <a:extLst>
              <a:ext uri="{FF2B5EF4-FFF2-40B4-BE49-F238E27FC236}">
                <a16:creationId xmlns:a16="http://schemas.microsoft.com/office/drawing/2014/main" id="{5AC4BE46-4A77-42FE-9D15-065CDB2F8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A56E71FE-B8CC-4ADA-25C3-43E899EB68B0}"/>
              </a:ext>
            </a:extLst>
          </p:cNvPr>
          <p:cNvSpPr>
            <a:spLocks noGrp="1"/>
          </p:cNvSpPr>
          <p:nvPr>
            <p:ph type="sldNum" sz="quarter" idx="12"/>
          </p:nvPr>
        </p:nvSpPr>
        <p:spPr>
          <a:xfrm>
            <a:off x="11030574" y="6459785"/>
            <a:ext cx="725557" cy="365125"/>
          </a:xfrm>
        </p:spPr>
        <p:txBody>
          <a:bodyPr vert="horz" lIns="91440" tIns="45720" rIns="91440" bIns="45720" rtlCol="0" anchor="ctr">
            <a:normAutofit/>
          </a:bodyPr>
          <a:lstStyle/>
          <a:p>
            <a:pPr defTabSz="914400">
              <a:spcAft>
                <a:spcPts val="600"/>
              </a:spcAft>
            </a:pPr>
            <a:fld id="{FAEF9944-A4F6-4C59-AEBD-678D6480B8EA}" type="slidenum">
              <a:rPr lang="en-US" smtClean="0"/>
              <a:pPr defTabSz="914400">
                <a:spcAft>
                  <a:spcPts val="600"/>
                </a:spcAft>
              </a:pPr>
              <a:t>17</a:t>
            </a:fld>
            <a:endParaRPr lang="en-US"/>
          </a:p>
        </p:txBody>
      </p:sp>
      <p:pic>
        <p:nvPicPr>
          <p:cNvPr id="5" name="Picture 4" descr="A logo for a company&#10;&#10;Description automatically generated">
            <a:extLst>
              <a:ext uri="{FF2B5EF4-FFF2-40B4-BE49-F238E27FC236}">
                <a16:creationId xmlns:a16="http://schemas.microsoft.com/office/drawing/2014/main" id="{503D9438-6ABC-ABE2-39D5-9D655A4694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pic>
        <p:nvPicPr>
          <p:cNvPr id="4" name="Picture 3" descr="A paper with text and a blue and white background&#10;&#10;Description automatically generated">
            <a:extLst>
              <a:ext uri="{FF2B5EF4-FFF2-40B4-BE49-F238E27FC236}">
                <a16:creationId xmlns:a16="http://schemas.microsoft.com/office/drawing/2014/main" id="{283F6135-DDE0-D282-4510-75217FD43BAF}"/>
              </a:ext>
            </a:extLst>
          </p:cNvPr>
          <p:cNvPicPr>
            <a:picLocks noChangeAspect="1"/>
          </p:cNvPicPr>
          <p:nvPr/>
        </p:nvPicPr>
        <p:blipFill>
          <a:blip r:embed="rId4"/>
          <a:stretch>
            <a:fillRect/>
          </a:stretch>
        </p:blipFill>
        <p:spPr>
          <a:xfrm>
            <a:off x="602519" y="406447"/>
            <a:ext cx="5374522" cy="5926972"/>
          </a:xfrm>
          <a:prstGeom prst="rect">
            <a:avLst/>
          </a:prstGeom>
        </p:spPr>
      </p:pic>
    </p:spTree>
    <p:extLst>
      <p:ext uri="{BB962C8B-B14F-4D97-AF65-F5344CB8AC3E}">
        <p14:creationId xmlns:p14="http://schemas.microsoft.com/office/powerpoint/2010/main" val="3969120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2D4CA7C-D0A9-4419-8EC2-8F02FB16AB36}"/>
              </a:ext>
            </a:extLst>
          </p:cNvPr>
          <p:cNvCxnSpPr/>
          <p:nvPr/>
        </p:nvCxnSpPr>
        <p:spPr>
          <a:xfrm>
            <a:off x="147145" y="1085213"/>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18</a:t>
            </a:fld>
            <a:endParaRPr lang="en-US"/>
          </a:p>
        </p:txBody>
      </p:sp>
      <p:sp>
        <p:nvSpPr>
          <p:cNvPr id="8" name="TextBox 7">
            <a:extLst>
              <a:ext uri="{FF2B5EF4-FFF2-40B4-BE49-F238E27FC236}">
                <a16:creationId xmlns:a16="http://schemas.microsoft.com/office/drawing/2014/main" id="{8DE44F31-3F27-40B3-993A-73BA85FEEDBB}"/>
              </a:ext>
            </a:extLst>
          </p:cNvPr>
          <p:cNvSpPr txBox="1"/>
          <p:nvPr/>
        </p:nvSpPr>
        <p:spPr>
          <a:xfrm>
            <a:off x="147145" y="121920"/>
            <a:ext cx="11760375" cy="523220"/>
          </a:xfrm>
          <a:prstGeom prst="rect">
            <a:avLst/>
          </a:prstGeom>
          <a:noFill/>
        </p:spPr>
        <p:txBody>
          <a:bodyPr wrap="square" rtlCol="0">
            <a:spAutoFit/>
          </a:bodyPr>
          <a:lstStyle/>
          <a:p>
            <a:endParaRPr lang="en-US" sz="2800" b="1">
              <a:solidFill>
                <a:schemeClr val="accent5">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509B9F-524F-4796-86FE-59BFD5C41877}"/>
              </a:ext>
            </a:extLst>
          </p:cNvPr>
          <p:cNvSpPr txBox="1"/>
          <p:nvPr/>
        </p:nvSpPr>
        <p:spPr>
          <a:xfrm>
            <a:off x="193354" y="1231349"/>
            <a:ext cx="11639207" cy="5262979"/>
          </a:xfrm>
          <a:prstGeom prst="rect">
            <a:avLst/>
          </a:prstGeom>
          <a:noFill/>
        </p:spPr>
        <p:txBody>
          <a:bodyPr wrap="square" lIns="91440" tIns="45720" rIns="91440" bIns="45720" rtlCol="0" anchor="t">
            <a:spAutoFit/>
          </a:bodyPr>
          <a:lstStyle/>
          <a:p>
            <a:pPr lvl="1"/>
            <a:r>
              <a:rPr lang="en-US" sz="2800">
                <a:solidFill>
                  <a:srgbClr val="000000"/>
                </a:solidFill>
                <a:latin typeface="Calibri"/>
                <a:cs typeface="Calibri"/>
              </a:rPr>
              <a:t>Everything!! (behavior is communication)</a:t>
            </a:r>
            <a:endParaRPr lang="en-US"/>
          </a:p>
          <a:p>
            <a:pPr marL="1371600" lvl="2" indent="-457200">
              <a:buFont typeface="Arial" panose="020B0604020202020204" pitchFamily="34" charset="0"/>
              <a:buChar char="•"/>
            </a:pPr>
            <a:endParaRPr lang="en-US" sz="2800">
              <a:solidFill>
                <a:srgbClr val="000000"/>
              </a:solidFill>
              <a:latin typeface="Calibri"/>
              <a:cs typeface="Calibri"/>
            </a:endParaRPr>
          </a:p>
          <a:p>
            <a:pPr marL="1371600" lvl="2" indent="-457200">
              <a:buFont typeface="Arial" panose="020B0604020202020204" pitchFamily="34" charset="0"/>
              <a:buChar char="•"/>
            </a:pPr>
            <a:r>
              <a:rPr lang="en-US" sz="2800">
                <a:solidFill>
                  <a:srgbClr val="000000"/>
                </a:solidFill>
                <a:latin typeface="Calibri"/>
                <a:cs typeface="Calibri"/>
              </a:rPr>
              <a:t>Setting/environment </a:t>
            </a:r>
          </a:p>
          <a:p>
            <a:pPr marL="1371600" lvl="2" indent="-457200">
              <a:buFont typeface="Arial" panose="020B0604020202020204" pitchFamily="34" charset="0"/>
              <a:buChar char="•"/>
            </a:pPr>
            <a:r>
              <a:rPr lang="en-US" sz="2800">
                <a:solidFill>
                  <a:srgbClr val="000000"/>
                </a:solidFill>
                <a:latin typeface="Calibri"/>
                <a:cs typeface="Calibri"/>
              </a:rPr>
              <a:t>Time of year</a:t>
            </a:r>
          </a:p>
          <a:p>
            <a:pPr marL="1371600" lvl="2" indent="-457200">
              <a:buFont typeface="Arial" panose="020B0604020202020204" pitchFamily="34" charset="0"/>
              <a:buChar char="•"/>
            </a:pPr>
            <a:r>
              <a:rPr lang="en-US" sz="2800">
                <a:solidFill>
                  <a:srgbClr val="000000"/>
                </a:solidFill>
                <a:latin typeface="Calibri"/>
                <a:cs typeface="Calibri"/>
              </a:rPr>
              <a:t>Who else is around (??)</a:t>
            </a:r>
          </a:p>
          <a:p>
            <a:pPr marL="1371600" lvl="2" indent="-457200">
              <a:buFont typeface="Arial" panose="020B0604020202020204" pitchFamily="34" charset="0"/>
              <a:buChar char="•"/>
            </a:pPr>
            <a:r>
              <a:rPr lang="en-US" sz="2800">
                <a:solidFill>
                  <a:srgbClr val="000000"/>
                </a:solidFill>
                <a:latin typeface="Calibri"/>
                <a:cs typeface="Calibri"/>
              </a:rPr>
              <a:t>Relationships </a:t>
            </a:r>
          </a:p>
          <a:p>
            <a:pPr marL="1371600" lvl="2" indent="-457200">
              <a:buFont typeface="Arial" panose="020B0604020202020204" pitchFamily="34" charset="0"/>
              <a:buChar char="•"/>
            </a:pPr>
            <a:r>
              <a:rPr lang="en-US" sz="2800">
                <a:solidFill>
                  <a:srgbClr val="000000"/>
                </a:solidFill>
                <a:latin typeface="Calibri"/>
                <a:cs typeface="Calibri"/>
              </a:rPr>
              <a:t>Interests </a:t>
            </a:r>
          </a:p>
          <a:p>
            <a:pPr marL="1371600" lvl="2" indent="-457200">
              <a:buFont typeface="Arial" panose="020B0604020202020204" pitchFamily="34" charset="0"/>
              <a:buChar char="•"/>
            </a:pPr>
            <a:r>
              <a:rPr lang="en-US" sz="2800">
                <a:solidFill>
                  <a:srgbClr val="000000"/>
                </a:solidFill>
                <a:latin typeface="Calibri"/>
                <a:cs typeface="Calibri"/>
              </a:rPr>
              <a:t>Mood</a:t>
            </a:r>
          </a:p>
          <a:p>
            <a:pPr marL="1371600" lvl="2" indent="-457200">
              <a:buFont typeface="Arial" panose="020B0604020202020204" pitchFamily="34" charset="0"/>
              <a:buChar char="•"/>
            </a:pPr>
            <a:r>
              <a:rPr lang="en-US" sz="2800">
                <a:solidFill>
                  <a:srgbClr val="000000"/>
                </a:solidFill>
                <a:latin typeface="Calibri"/>
                <a:cs typeface="Calibri"/>
              </a:rPr>
              <a:t>Health</a:t>
            </a:r>
          </a:p>
          <a:p>
            <a:pPr marL="1371600" lvl="2" indent="-457200">
              <a:buFont typeface="Arial" panose="020B0604020202020204" pitchFamily="34" charset="0"/>
              <a:buChar char="•"/>
            </a:pPr>
            <a:r>
              <a:rPr lang="en-US" sz="2800">
                <a:solidFill>
                  <a:srgbClr val="000000"/>
                </a:solidFill>
                <a:latin typeface="Calibri"/>
                <a:cs typeface="Calibri"/>
              </a:rPr>
              <a:t>Weather</a:t>
            </a:r>
          </a:p>
          <a:p>
            <a:pPr marL="1371600" lvl="2" indent="-457200">
              <a:buFont typeface="Arial" panose="020B0604020202020204" pitchFamily="34" charset="0"/>
              <a:buChar char="•"/>
            </a:pPr>
            <a:endParaRPr lang="en-US" sz="2800">
              <a:solidFill>
                <a:srgbClr val="000000"/>
              </a:solidFill>
              <a:latin typeface="Calibri"/>
              <a:cs typeface="Calibri"/>
            </a:endParaRPr>
          </a:p>
          <a:p>
            <a:pPr marL="1371600" lvl="2" indent="-457200">
              <a:buFont typeface="Arial" panose="020B0604020202020204" pitchFamily="34" charset="0"/>
              <a:buChar char="•"/>
            </a:pPr>
            <a:endParaRPr lang="en-US" sz="2800">
              <a:solidFill>
                <a:srgbClr val="000000"/>
              </a:solidFill>
              <a:latin typeface="Calibri"/>
              <a:cs typeface="Calibri"/>
            </a:endParaRPr>
          </a:p>
        </p:txBody>
      </p:sp>
      <p:sp>
        <p:nvSpPr>
          <p:cNvPr id="2" name="TextBox 1">
            <a:extLst>
              <a:ext uri="{FF2B5EF4-FFF2-40B4-BE49-F238E27FC236}">
                <a16:creationId xmlns:a16="http://schemas.microsoft.com/office/drawing/2014/main" id="{17D2908A-430E-4E02-AF6F-23065E642D05}"/>
              </a:ext>
            </a:extLst>
          </p:cNvPr>
          <p:cNvSpPr txBox="1"/>
          <p:nvPr/>
        </p:nvSpPr>
        <p:spPr>
          <a:xfrm>
            <a:off x="284480" y="269707"/>
            <a:ext cx="113678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What ELSE are you paying attention to? </a:t>
            </a:r>
          </a:p>
        </p:txBody>
      </p:sp>
      <p:pic>
        <p:nvPicPr>
          <p:cNvPr id="6" name="Picture 5" descr="A logo for a company&#10;&#10;Description automatically generated">
            <a:extLst>
              <a:ext uri="{FF2B5EF4-FFF2-40B4-BE49-F238E27FC236}">
                <a16:creationId xmlns:a16="http://schemas.microsoft.com/office/drawing/2014/main" id="{E63CBAB0-AC20-4453-E4FA-8E9E18985E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
        <p:nvSpPr>
          <p:cNvPr id="4" name="TextBox 3">
            <a:extLst>
              <a:ext uri="{FF2B5EF4-FFF2-40B4-BE49-F238E27FC236}">
                <a16:creationId xmlns:a16="http://schemas.microsoft.com/office/drawing/2014/main" id="{FE4604E1-A15C-228C-4E03-5E9BA36C732B}"/>
              </a:ext>
            </a:extLst>
          </p:cNvPr>
          <p:cNvSpPr txBox="1"/>
          <p:nvPr/>
        </p:nvSpPr>
        <p:spPr>
          <a:xfrm>
            <a:off x="512884" y="5407269"/>
            <a:ext cx="6594230" cy="6740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0" name="TextBox 9">
            <a:extLst>
              <a:ext uri="{FF2B5EF4-FFF2-40B4-BE49-F238E27FC236}">
                <a16:creationId xmlns:a16="http://schemas.microsoft.com/office/drawing/2014/main" id="{37F8A0B4-66CA-5956-3B59-1AACA9B00320}"/>
              </a:ext>
            </a:extLst>
          </p:cNvPr>
          <p:cNvSpPr txBox="1"/>
          <p:nvPr/>
        </p:nvSpPr>
        <p:spPr>
          <a:xfrm>
            <a:off x="588353" y="5558937"/>
            <a:ext cx="74089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4"/>
              </a:rPr>
              <a:t>10 Things: David Pitonyak</a:t>
            </a:r>
            <a:endParaRPr lang="en-US"/>
          </a:p>
        </p:txBody>
      </p:sp>
      <p:pic>
        <p:nvPicPr>
          <p:cNvPr id="11" name="Picture 11" descr="Best Detective Stock Photos, Pictures &amp; Royalty-Free Images - iStock">
            <a:extLst>
              <a:ext uri="{FF2B5EF4-FFF2-40B4-BE49-F238E27FC236}">
                <a16:creationId xmlns:a16="http://schemas.microsoft.com/office/drawing/2014/main" id="{25CCC47B-028F-E50F-95C0-16454E745576}"/>
              </a:ext>
            </a:extLst>
          </p:cNvPr>
          <p:cNvPicPr>
            <a:picLocks noChangeAspect="1"/>
          </p:cNvPicPr>
          <p:nvPr/>
        </p:nvPicPr>
        <p:blipFill>
          <a:blip r:embed="rId5"/>
          <a:stretch>
            <a:fillRect/>
          </a:stretch>
        </p:blipFill>
        <p:spPr>
          <a:xfrm>
            <a:off x="7606753" y="2144620"/>
            <a:ext cx="2722801" cy="2779776"/>
          </a:xfrm>
          <a:prstGeom prst="rect">
            <a:avLst/>
          </a:prstGeom>
        </p:spPr>
      </p:pic>
    </p:spTree>
    <p:extLst>
      <p:ext uri="{BB962C8B-B14F-4D97-AF65-F5344CB8AC3E}">
        <p14:creationId xmlns:p14="http://schemas.microsoft.com/office/powerpoint/2010/main" val="2135154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A00592-2F23-1C17-F4C6-54CC8C255FA0}"/>
              </a:ext>
            </a:extLst>
          </p:cNvPr>
          <p:cNvSpPr>
            <a:spLocks noGrp="1"/>
          </p:cNvSpPr>
          <p:nvPr>
            <p:ph type="sldNum" sz="quarter" idx="12"/>
          </p:nvPr>
        </p:nvSpPr>
        <p:spPr/>
        <p:txBody>
          <a:bodyPr/>
          <a:lstStyle/>
          <a:p>
            <a:fld id="{FAEF9944-A4F6-4C59-AEBD-678D6480B8EA}" type="slidenum">
              <a:rPr lang="en-US" smtClean="0"/>
              <a:pPr/>
              <a:t>19</a:t>
            </a:fld>
            <a:endParaRPr lang="en-US"/>
          </a:p>
        </p:txBody>
      </p:sp>
      <p:cxnSp>
        <p:nvCxnSpPr>
          <p:cNvPr id="4" name="Straight Connector 3">
            <a:extLst>
              <a:ext uri="{FF2B5EF4-FFF2-40B4-BE49-F238E27FC236}">
                <a16:creationId xmlns:a16="http://schemas.microsoft.com/office/drawing/2014/main" id="{080E7FF0-E9D8-1084-EBEB-77CBF71671EA}"/>
              </a:ext>
            </a:extLst>
          </p:cNvPr>
          <p:cNvCxnSpPr/>
          <p:nvPr/>
        </p:nvCxnSpPr>
        <p:spPr>
          <a:xfrm>
            <a:off x="147145" y="755954"/>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AF8A501-2DA7-C805-6490-A21A3292CFC6}"/>
              </a:ext>
            </a:extLst>
          </p:cNvPr>
          <p:cNvSpPr txBox="1"/>
          <p:nvPr/>
        </p:nvSpPr>
        <p:spPr>
          <a:xfrm>
            <a:off x="68203" y="47037"/>
            <a:ext cx="112065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Language Matters</a:t>
            </a:r>
          </a:p>
        </p:txBody>
      </p:sp>
      <p:graphicFrame>
        <p:nvGraphicFramePr>
          <p:cNvPr id="9" name="TextBox 5">
            <a:extLst>
              <a:ext uri="{FF2B5EF4-FFF2-40B4-BE49-F238E27FC236}">
                <a16:creationId xmlns:a16="http://schemas.microsoft.com/office/drawing/2014/main" id="{5146015D-F9F1-3FD3-3CB8-595C6FE5FD98}"/>
              </a:ext>
            </a:extLst>
          </p:cNvPr>
          <p:cNvGraphicFramePr/>
          <p:nvPr>
            <p:extLst>
              <p:ext uri="{D42A27DB-BD31-4B8C-83A1-F6EECF244321}">
                <p14:modId xmlns:p14="http://schemas.microsoft.com/office/powerpoint/2010/main" val="3525192997"/>
              </p:ext>
            </p:extLst>
          </p:nvPr>
        </p:nvGraphicFramePr>
        <p:xfrm>
          <a:off x="484406" y="1101302"/>
          <a:ext cx="10730817" cy="46467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6444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A00592-2F23-1C17-F4C6-54CC8C255FA0}"/>
              </a:ext>
            </a:extLst>
          </p:cNvPr>
          <p:cNvSpPr>
            <a:spLocks noGrp="1"/>
          </p:cNvSpPr>
          <p:nvPr>
            <p:ph type="sldNum" sz="quarter" idx="12"/>
          </p:nvPr>
        </p:nvSpPr>
        <p:spPr/>
        <p:txBody>
          <a:bodyPr/>
          <a:lstStyle/>
          <a:p>
            <a:fld id="{FAEF9944-A4F6-4C59-AEBD-678D6480B8EA}" type="slidenum">
              <a:rPr lang="en-US" smtClean="0"/>
              <a:pPr/>
              <a:t>20</a:t>
            </a:fld>
            <a:endParaRPr lang="en-US"/>
          </a:p>
        </p:txBody>
      </p:sp>
      <p:cxnSp>
        <p:nvCxnSpPr>
          <p:cNvPr id="4" name="Straight Connector 3">
            <a:extLst>
              <a:ext uri="{FF2B5EF4-FFF2-40B4-BE49-F238E27FC236}">
                <a16:creationId xmlns:a16="http://schemas.microsoft.com/office/drawing/2014/main" id="{080E7FF0-E9D8-1084-EBEB-77CBF71671EA}"/>
              </a:ext>
            </a:extLst>
          </p:cNvPr>
          <p:cNvCxnSpPr/>
          <p:nvPr/>
        </p:nvCxnSpPr>
        <p:spPr>
          <a:xfrm>
            <a:off x="147145" y="755954"/>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AF8A501-2DA7-C805-6490-A21A3292CFC6}"/>
              </a:ext>
            </a:extLst>
          </p:cNvPr>
          <p:cNvSpPr txBox="1"/>
          <p:nvPr/>
        </p:nvSpPr>
        <p:spPr>
          <a:xfrm>
            <a:off x="68203" y="47037"/>
            <a:ext cx="112065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Language Matters</a:t>
            </a:r>
          </a:p>
        </p:txBody>
      </p:sp>
      <p:sp>
        <p:nvSpPr>
          <p:cNvPr id="6" name="TextBox 5">
            <a:extLst>
              <a:ext uri="{FF2B5EF4-FFF2-40B4-BE49-F238E27FC236}">
                <a16:creationId xmlns:a16="http://schemas.microsoft.com/office/drawing/2014/main" id="{8C322DA0-0351-C51F-EBC7-68E71C12622A}"/>
              </a:ext>
            </a:extLst>
          </p:cNvPr>
          <p:cNvSpPr txBox="1"/>
          <p:nvPr/>
        </p:nvSpPr>
        <p:spPr>
          <a:xfrm>
            <a:off x="2286430" y="798966"/>
            <a:ext cx="7358213"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ea typeface="Calibri" panose="020F0502020204030204"/>
              <a:cs typeface="Calibri" panose="020F0502020204030204"/>
            </a:endParaRPr>
          </a:p>
          <a:p>
            <a:r>
              <a:rPr lang="en-US" sz="2800" b="1">
                <a:ea typeface="+mn-lt"/>
                <a:cs typeface="+mn-lt"/>
              </a:rPr>
              <a:t>Example in positive profile: </a:t>
            </a:r>
            <a:endParaRPr lang="en-US" sz="2800">
              <a:ea typeface="+mn-lt"/>
              <a:cs typeface="+mn-lt"/>
            </a:endParaRPr>
          </a:p>
          <a:p>
            <a:endParaRPr lang="en-US" sz="2800">
              <a:ea typeface="+mn-lt"/>
              <a:cs typeface="+mn-lt"/>
            </a:endParaRPr>
          </a:p>
          <a:p>
            <a:endParaRPr lang="en-US" sz="2800">
              <a:ea typeface="+mn-lt"/>
              <a:cs typeface="+mn-lt"/>
            </a:endParaRPr>
          </a:p>
          <a:p>
            <a:r>
              <a:rPr lang="en-US" sz="2800" i="1">
                <a:highlight>
                  <a:srgbClr val="FFFF00"/>
                </a:highlight>
                <a:ea typeface="+mn-lt"/>
                <a:cs typeface="+mn-lt"/>
              </a:rPr>
              <a:t>John has behaviors when things don’t go his way.</a:t>
            </a:r>
            <a:endParaRPr lang="en-US" sz="2800" i="1">
              <a:highlight>
                <a:srgbClr val="FFFF00"/>
              </a:highlight>
            </a:endParaRPr>
          </a:p>
          <a:p>
            <a:endParaRPr lang="en-US">
              <a:ea typeface="Calibri" panose="020F0502020204030204"/>
              <a:cs typeface="Calibri" panose="020F0502020204030204"/>
            </a:endParaRPr>
          </a:p>
          <a:p>
            <a:endParaRPr lang="en-US" b="1">
              <a:ea typeface="Calibri" panose="020F0502020204030204"/>
              <a:cs typeface="Calibri" panose="020F0502020204030204"/>
            </a:endParaRPr>
          </a:p>
        </p:txBody>
      </p:sp>
      <p:sp>
        <p:nvSpPr>
          <p:cNvPr id="7" name="Rectangle: Rounded Corners 6">
            <a:extLst>
              <a:ext uri="{FF2B5EF4-FFF2-40B4-BE49-F238E27FC236}">
                <a16:creationId xmlns:a16="http://schemas.microsoft.com/office/drawing/2014/main" id="{4FCC8698-5463-EC08-A41D-0B4E08F7F81B}"/>
              </a:ext>
            </a:extLst>
          </p:cNvPr>
          <p:cNvSpPr/>
          <p:nvPr/>
        </p:nvSpPr>
        <p:spPr>
          <a:xfrm>
            <a:off x="1696720" y="3491622"/>
            <a:ext cx="8676214" cy="2470855"/>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ctr">
              <a:buFont typeface="Arial"/>
              <a:buChar char="•"/>
            </a:pPr>
            <a:endParaRPr lang="en-US" sz="2800" b="1">
              <a:cs typeface="Calibri" panose="020F0502020204030204"/>
            </a:endParaRPr>
          </a:p>
          <a:p>
            <a:pPr marL="285750" indent="-285750" algn="ctr">
              <a:buFont typeface="Arial"/>
              <a:buChar char="•"/>
            </a:pPr>
            <a:r>
              <a:rPr lang="en-US" sz="2800" b="1">
                <a:cs typeface="Calibri" panose="020F0502020204030204"/>
              </a:rPr>
              <a:t>What do you think about John when you read this?</a:t>
            </a:r>
          </a:p>
          <a:p>
            <a:pPr marL="285750" indent="-285750" algn="ctr">
              <a:buFont typeface="Arial"/>
              <a:buChar char="•"/>
            </a:pPr>
            <a:r>
              <a:rPr lang="en-US" sz="2800" b="1">
                <a:cs typeface="Calibri" panose="020F0502020204030204"/>
              </a:rPr>
              <a:t>How might DSPs treat John?</a:t>
            </a:r>
          </a:p>
          <a:p>
            <a:pPr marL="285750" indent="-285750" algn="ctr">
              <a:buFont typeface="Arial"/>
              <a:buChar char="•"/>
            </a:pPr>
            <a:r>
              <a:rPr lang="en-US" sz="2800" b="1">
                <a:cs typeface="Calibri" panose="020F0502020204030204"/>
              </a:rPr>
              <a:t>Do you know how to support John? </a:t>
            </a:r>
          </a:p>
          <a:p>
            <a:pPr marL="285750" indent="-285750" algn="ctr">
              <a:buFont typeface="Arial"/>
              <a:buChar char="•"/>
            </a:pPr>
            <a:r>
              <a:rPr lang="en-US" sz="2800" b="1">
                <a:cs typeface="Calibri" panose="020F0502020204030204"/>
              </a:rPr>
              <a:t>What don’t you know?</a:t>
            </a:r>
            <a:endParaRPr lang="en-US" b="1">
              <a:cs typeface="Calibri" panose="020F0502020204030204"/>
            </a:endParaRPr>
          </a:p>
        </p:txBody>
      </p:sp>
    </p:spTree>
    <p:extLst>
      <p:ext uri="{BB962C8B-B14F-4D97-AF65-F5344CB8AC3E}">
        <p14:creationId xmlns:p14="http://schemas.microsoft.com/office/powerpoint/2010/main" val="1915569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A00592-2F23-1C17-F4C6-54CC8C255FA0}"/>
              </a:ext>
            </a:extLst>
          </p:cNvPr>
          <p:cNvSpPr>
            <a:spLocks noGrp="1"/>
          </p:cNvSpPr>
          <p:nvPr>
            <p:ph type="sldNum" sz="quarter" idx="12"/>
          </p:nvPr>
        </p:nvSpPr>
        <p:spPr/>
        <p:txBody>
          <a:bodyPr/>
          <a:lstStyle/>
          <a:p>
            <a:fld id="{FAEF9944-A4F6-4C59-AEBD-678D6480B8EA}" type="slidenum">
              <a:rPr lang="en-US" smtClean="0"/>
              <a:pPr/>
              <a:t>21</a:t>
            </a:fld>
            <a:endParaRPr lang="en-US"/>
          </a:p>
        </p:txBody>
      </p:sp>
      <p:cxnSp>
        <p:nvCxnSpPr>
          <p:cNvPr id="4" name="Straight Connector 3">
            <a:extLst>
              <a:ext uri="{FF2B5EF4-FFF2-40B4-BE49-F238E27FC236}">
                <a16:creationId xmlns:a16="http://schemas.microsoft.com/office/drawing/2014/main" id="{080E7FF0-E9D8-1084-EBEB-77CBF71671EA}"/>
              </a:ext>
            </a:extLst>
          </p:cNvPr>
          <p:cNvCxnSpPr/>
          <p:nvPr/>
        </p:nvCxnSpPr>
        <p:spPr>
          <a:xfrm>
            <a:off x="147145" y="755954"/>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AF8A501-2DA7-C805-6490-A21A3292CFC6}"/>
              </a:ext>
            </a:extLst>
          </p:cNvPr>
          <p:cNvSpPr txBox="1"/>
          <p:nvPr/>
        </p:nvSpPr>
        <p:spPr>
          <a:xfrm>
            <a:off x="68203" y="47037"/>
            <a:ext cx="112065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a:latin typeface="Calibri"/>
                <a:cs typeface="Calibri"/>
              </a:rPr>
              <a:t>Language Matters</a:t>
            </a:r>
          </a:p>
        </p:txBody>
      </p:sp>
      <p:sp>
        <p:nvSpPr>
          <p:cNvPr id="6" name="TextBox 5">
            <a:extLst>
              <a:ext uri="{FF2B5EF4-FFF2-40B4-BE49-F238E27FC236}">
                <a16:creationId xmlns:a16="http://schemas.microsoft.com/office/drawing/2014/main" id="{8C322DA0-0351-C51F-EBC7-68E71C12622A}"/>
              </a:ext>
            </a:extLst>
          </p:cNvPr>
          <p:cNvSpPr txBox="1"/>
          <p:nvPr/>
        </p:nvSpPr>
        <p:spPr>
          <a:xfrm>
            <a:off x="70747" y="495159"/>
            <a:ext cx="12202816"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a:ea typeface="Calibri" panose="020F0502020204030204"/>
              <a:cs typeface="Calibri" panose="020F0502020204030204"/>
            </a:endParaRPr>
          </a:p>
          <a:p>
            <a:r>
              <a:rPr lang="en-US" b="1">
                <a:ea typeface="+mn-lt"/>
                <a:cs typeface="+mn-lt"/>
              </a:rPr>
              <a:t>Example: </a:t>
            </a:r>
            <a:r>
              <a:rPr lang="en-US" sz="2800" i="1">
                <a:highlight>
                  <a:srgbClr val="FFFF00"/>
                </a:highlight>
                <a:ea typeface="+mn-lt"/>
                <a:cs typeface="+mn-lt"/>
              </a:rPr>
              <a:t>John has behaviors when things don’t go his way.</a:t>
            </a:r>
            <a:endParaRPr lang="en-US">
              <a:ea typeface="+mn-lt"/>
              <a:cs typeface="+mn-lt"/>
            </a:endParaRPr>
          </a:p>
          <a:p>
            <a:endParaRPr lang="en-US">
              <a:ea typeface="+mn-lt"/>
              <a:cs typeface="+mn-lt"/>
            </a:endParaRPr>
          </a:p>
          <a:p>
            <a:r>
              <a:rPr lang="en-US" b="1">
                <a:ea typeface="Calibri" panose="020F0502020204030204"/>
                <a:cs typeface="Calibri" panose="020F0502020204030204"/>
              </a:rPr>
              <a:t>Vs.</a:t>
            </a:r>
          </a:p>
          <a:p>
            <a:endParaRPr lang="en-US">
              <a:ea typeface="Calibri" panose="020F0502020204030204"/>
              <a:cs typeface="Calibri" panose="020F0502020204030204"/>
            </a:endParaRPr>
          </a:p>
          <a:p>
            <a:r>
              <a:rPr lang="en-US" sz="2000" i="1">
                <a:ea typeface="+mn-lt"/>
                <a:cs typeface="+mn-lt"/>
              </a:rPr>
              <a:t>In order for John to be successfully supported to participate regularly in work and community activities, it is important that he participate in the development of his schedule ahead of time and be made aware of changes as soon as possible. </a:t>
            </a:r>
          </a:p>
          <a:p>
            <a:endParaRPr lang="en-US" sz="2000" i="1">
              <a:ea typeface="+mn-lt"/>
              <a:cs typeface="+mn-lt"/>
            </a:endParaRPr>
          </a:p>
          <a:p>
            <a:r>
              <a:rPr lang="en-US" sz="2000" i="1">
                <a:ea typeface="+mn-lt"/>
                <a:cs typeface="+mn-lt"/>
              </a:rPr>
              <a:t>A schedule should be planned with John weekly by showing him pictures of what activities he may be interested in and helping him to choose which he prefers. Once the schedule is established, a copy of the picture schedule should be printed and provided to him so he can refer to it regularly.   </a:t>
            </a:r>
          </a:p>
          <a:p>
            <a:endParaRPr lang="en-US" sz="2000" i="1">
              <a:ea typeface="+mn-lt"/>
              <a:cs typeface="+mn-lt"/>
            </a:endParaRPr>
          </a:p>
          <a:p>
            <a:r>
              <a:rPr lang="en-US" sz="2000" i="1">
                <a:ea typeface="+mn-lt"/>
                <a:cs typeface="+mn-lt"/>
              </a:rPr>
              <a:t>If there needs to be a change in schedule, this should be shared with John as soon as possible, along with an updated picture schedule. This allows time for John to process and express his concerns about the changes. John likes to talk to his family on the phone in the evenings and them knowing John’s schedule allows additional opportunity for the schedule to be reinforced with John.  If changes are made, let them know as well, so they can support these changes. </a:t>
            </a:r>
            <a:endParaRPr lang="en-US" sz="2000" i="1">
              <a:ea typeface="Calibri"/>
              <a:cs typeface="Calibri"/>
            </a:endParaRPr>
          </a:p>
        </p:txBody>
      </p:sp>
    </p:spTree>
    <p:extLst>
      <p:ext uri="{BB962C8B-B14F-4D97-AF65-F5344CB8AC3E}">
        <p14:creationId xmlns:p14="http://schemas.microsoft.com/office/powerpoint/2010/main" val="435359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ectangle 7">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0DAABD-E317-38D4-2227-0DDECCCB763A}"/>
              </a:ext>
            </a:extLst>
          </p:cNvPr>
          <p:cNvSpPr>
            <a:spLocks noGrp="1"/>
          </p:cNvSpPr>
          <p:nvPr>
            <p:ph type="title"/>
          </p:nvPr>
        </p:nvSpPr>
        <p:spPr>
          <a:xfrm>
            <a:off x="5181601" y="634946"/>
            <a:ext cx="6368142" cy="1450757"/>
          </a:xfrm>
        </p:spPr>
        <p:txBody>
          <a:bodyPr>
            <a:normAutofit/>
          </a:bodyPr>
          <a:lstStyle/>
          <a:p>
            <a:r>
              <a:rPr lang="en-US" b="1">
                <a:cs typeface="Calibri Light"/>
              </a:rPr>
              <a:t>Be Specific! </a:t>
            </a:r>
            <a:endParaRPr lang="en-US" b="1"/>
          </a:p>
        </p:txBody>
      </p:sp>
      <p:pic>
        <p:nvPicPr>
          <p:cNvPr id="5" name="Picture 4" descr="DJ equipment with turntable, soundboard and headphones">
            <a:extLst>
              <a:ext uri="{FF2B5EF4-FFF2-40B4-BE49-F238E27FC236}">
                <a16:creationId xmlns:a16="http://schemas.microsoft.com/office/drawing/2014/main" id="{7AD65816-6A75-2326-055C-E5DD52512E7B}"/>
              </a:ext>
            </a:extLst>
          </p:cNvPr>
          <p:cNvPicPr>
            <a:picLocks noChangeAspect="1"/>
          </p:cNvPicPr>
          <p:nvPr/>
        </p:nvPicPr>
        <p:blipFill rotWithShape="1">
          <a:blip r:embed="rId3"/>
          <a:srcRect l="34109" r="20670" b="1"/>
          <a:stretch/>
        </p:blipFill>
        <p:spPr>
          <a:xfrm>
            <a:off x="20" y="-12128"/>
            <a:ext cx="4654276" cy="6870127"/>
          </a:xfrm>
          <a:prstGeom prst="rect">
            <a:avLst/>
          </a:prstGeom>
        </p:spPr>
      </p:pic>
      <p:cxnSp>
        <p:nvCxnSpPr>
          <p:cNvPr id="15" name="Straight Connector 14">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EA1791D-A7BA-9C04-D733-23F8533A2D8D}"/>
              </a:ext>
            </a:extLst>
          </p:cNvPr>
          <p:cNvSpPr>
            <a:spLocks noGrp="1"/>
          </p:cNvSpPr>
          <p:nvPr>
            <p:ph idx="1"/>
          </p:nvPr>
        </p:nvSpPr>
        <p:spPr>
          <a:xfrm>
            <a:off x="5181601" y="2198914"/>
            <a:ext cx="6368142" cy="3670180"/>
          </a:xfrm>
        </p:spPr>
        <p:txBody>
          <a:bodyPr vert="horz" lIns="0" tIns="45720" rIns="0" bIns="45720" rtlCol="0" anchor="t">
            <a:normAutofit/>
          </a:bodyPr>
          <a:lstStyle/>
          <a:p>
            <a:pPr marL="0" indent="0">
              <a:buNone/>
            </a:pPr>
            <a:r>
              <a:rPr lang="en-US" i="1">
                <a:cs typeface="Calibri"/>
              </a:rPr>
              <a:t>Most people like music, animals and food</a:t>
            </a:r>
          </a:p>
          <a:p>
            <a:endParaRPr lang="en-US">
              <a:cs typeface="Calibri"/>
            </a:endParaRPr>
          </a:p>
          <a:p>
            <a:pPr marL="0" indent="0">
              <a:buNone/>
            </a:pPr>
            <a:endParaRPr lang="en-US">
              <a:cs typeface="Calibri"/>
            </a:endParaRPr>
          </a:p>
        </p:txBody>
      </p:sp>
      <p:sp>
        <p:nvSpPr>
          <p:cNvPr id="4" name="Slide Number Placeholder 3">
            <a:extLst>
              <a:ext uri="{FF2B5EF4-FFF2-40B4-BE49-F238E27FC236}">
                <a16:creationId xmlns:a16="http://schemas.microsoft.com/office/drawing/2014/main" id="{387EAA61-142C-80DF-8EDF-540446DCEA8B}"/>
              </a:ext>
            </a:extLst>
          </p:cNvPr>
          <p:cNvSpPr>
            <a:spLocks noGrp="1"/>
          </p:cNvSpPr>
          <p:nvPr>
            <p:ph type="sldNum" sz="quarter" idx="12"/>
          </p:nvPr>
        </p:nvSpPr>
        <p:spPr>
          <a:xfrm>
            <a:off x="9900458" y="6459785"/>
            <a:ext cx="1312025" cy="365125"/>
          </a:xfrm>
        </p:spPr>
        <p:txBody>
          <a:bodyPr>
            <a:normAutofit/>
          </a:bodyPr>
          <a:lstStyle/>
          <a:p>
            <a:pPr>
              <a:spcAft>
                <a:spcPts val="600"/>
              </a:spcAft>
            </a:pPr>
            <a:fld id="{FAEF9944-A4F6-4C59-AEBD-678D6480B8EA}" type="slidenum">
              <a:rPr lang="en-US">
                <a:solidFill>
                  <a:schemeClr val="tx1">
                    <a:lumMod val="75000"/>
                    <a:lumOff val="25000"/>
                  </a:schemeClr>
                </a:solidFill>
              </a:rPr>
              <a:pPr>
                <a:spcAft>
                  <a:spcPts val="600"/>
                </a:spcAft>
              </a:pPr>
              <a:t>22</a:t>
            </a:fld>
            <a:endParaRPr lang="en-US">
              <a:solidFill>
                <a:schemeClr val="tx1">
                  <a:lumMod val="75000"/>
                  <a:lumOff val="25000"/>
                </a:schemeClr>
              </a:solidFill>
            </a:endParaRPr>
          </a:p>
        </p:txBody>
      </p:sp>
    </p:spTree>
    <p:extLst>
      <p:ext uri="{BB962C8B-B14F-4D97-AF65-F5344CB8AC3E}">
        <p14:creationId xmlns:p14="http://schemas.microsoft.com/office/powerpoint/2010/main" val="1123868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D2D517-BC35-4439-AC31-06DF764F2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2DD3F846-0483-40F5-A881-0C1AD2A0C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285D31EA-7117-55EA-B17D-2A7CE2EEA1E8}"/>
              </a:ext>
            </a:extLst>
          </p:cNvPr>
          <p:cNvSpPr>
            <a:spLocks noGrp="1"/>
          </p:cNvSpPr>
          <p:nvPr>
            <p:ph type="sldNum" sz="quarter" idx="12"/>
          </p:nvPr>
        </p:nvSpPr>
        <p:spPr>
          <a:xfrm>
            <a:off x="9141153" y="5776611"/>
            <a:ext cx="1071675" cy="298238"/>
          </a:xfrm>
        </p:spPr>
        <p:txBody>
          <a:bodyPr/>
          <a:lstStyle/>
          <a:p>
            <a:pPr defTabSz="370332">
              <a:spcAft>
                <a:spcPts val="600"/>
              </a:spcAft>
            </a:pPr>
            <a:fld id="{FAEF9944-A4F6-4C59-AEBD-678D6480B8EA}" type="slidenum">
              <a:rPr lang="en-US" sz="851" kern="1200">
                <a:solidFill>
                  <a:srgbClr val="FFFFFF"/>
                </a:solidFill>
                <a:latin typeface="+mn-lt"/>
                <a:ea typeface="+mn-ea"/>
                <a:cs typeface="+mn-cs"/>
              </a:rPr>
              <a:pPr defTabSz="370332">
                <a:spcAft>
                  <a:spcPts val="600"/>
                </a:spcAft>
              </a:pPr>
              <a:t>23</a:t>
            </a:fld>
            <a:endParaRPr lang="en-US"/>
          </a:p>
        </p:txBody>
      </p:sp>
      <p:graphicFrame>
        <p:nvGraphicFramePr>
          <p:cNvPr id="3" name="Diagram 2">
            <a:extLst>
              <a:ext uri="{FF2B5EF4-FFF2-40B4-BE49-F238E27FC236}">
                <a16:creationId xmlns:a16="http://schemas.microsoft.com/office/drawing/2014/main" id="{C3757D6C-1A0D-C1F7-2A69-1B9C3AADB0CA}"/>
              </a:ext>
            </a:extLst>
          </p:cNvPr>
          <p:cNvGraphicFramePr/>
          <p:nvPr/>
        </p:nvGraphicFramePr>
        <p:xfrm>
          <a:off x="4082056" y="1215719"/>
          <a:ext cx="6639029" cy="44260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A2FFA21A-F892-1EEA-6225-03E8A2DF0457}"/>
              </a:ext>
            </a:extLst>
          </p:cNvPr>
          <p:cNvSpPr txBox="1"/>
          <p:nvPr/>
        </p:nvSpPr>
        <p:spPr>
          <a:xfrm>
            <a:off x="1065220" y="2351905"/>
            <a:ext cx="2839974" cy="1938992"/>
          </a:xfrm>
          <a:prstGeom prst="rect">
            <a:avLst/>
          </a:prstGeom>
          <a:noFill/>
        </p:spPr>
        <p:txBody>
          <a:bodyPr wrap="square" lIns="91440" tIns="45720" rIns="91440" bIns="45720" rtlCol="0" anchor="t">
            <a:spAutoFit/>
          </a:bodyPr>
          <a:lstStyle/>
          <a:p>
            <a:pPr defTabSz="370332">
              <a:spcAft>
                <a:spcPts val="600"/>
              </a:spcAft>
            </a:pPr>
            <a:r>
              <a:rPr lang="en-US" sz="2400" b="1" kern="1200">
                <a:latin typeface="+mn-lt"/>
                <a:ea typeface="+mn-ea"/>
                <a:cs typeface="+mn-cs"/>
              </a:rPr>
              <a:t>Services are dynamic, responsive and evolving based on new information and data</a:t>
            </a:r>
            <a:r>
              <a:rPr lang="en-US" sz="2400" b="1"/>
              <a:t> </a:t>
            </a:r>
            <a:endParaRPr lang="en-US" sz="2400"/>
          </a:p>
        </p:txBody>
      </p:sp>
      <p:sp>
        <p:nvSpPr>
          <p:cNvPr id="95" name="TextBox 94">
            <a:extLst>
              <a:ext uri="{FF2B5EF4-FFF2-40B4-BE49-F238E27FC236}">
                <a16:creationId xmlns:a16="http://schemas.microsoft.com/office/drawing/2014/main" id="{7FBA2B09-1734-4B8B-40E8-74BF3EE8C087}"/>
              </a:ext>
            </a:extLst>
          </p:cNvPr>
          <p:cNvSpPr txBox="1"/>
          <p:nvPr/>
        </p:nvSpPr>
        <p:spPr>
          <a:xfrm>
            <a:off x="1019527" y="927805"/>
            <a:ext cx="389231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Calibri"/>
                <a:cs typeface="Calibri"/>
              </a:rPr>
              <a:t>Example of feedback loop or quality cycle </a:t>
            </a:r>
            <a:endParaRPr lang="en-US" sz="2400" b="1"/>
          </a:p>
        </p:txBody>
      </p:sp>
      <p:pic>
        <p:nvPicPr>
          <p:cNvPr id="221" name="Picture 220" descr="A logo for a company&#10;&#10;Description automatically generated">
            <a:extLst>
              <a:ext uri="{FF2B5EF4-FFF2-40B4-BE49-F238E27FC236}">
                <a16:creationId xmlns:a16="http://schemas.microsoft.com/office/drawing/2014/main" id="{61759515-17BE-333F-47D6-B5275164209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Tree>
    <p:extLst>
      <p:ext uri="{BB962C8B-B14F-4D97-AF65-F5344CB8AC3E}">
        <p14:creationId xmlns:p14="http://schemas.microsoft.com/office/powerpoint/2010/main" val="1845760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24</a:t>
            </a:fld>
            <a:endParaRPr lang="en-US"/>
          </a:p>
        </p:txBody>
      </p:sp>
      <p:sp>
        <p:nvSpPr>
          <p:cNvPr id="8" name="TextBox 7">
            <a:extLst>
              <a:ext uri="{FF2B5EF4-FFF2-40B4-BE49-F238E27FC236}">
                <a16:creationId xmlns:a16="http://schemas.microsoft.com/office/drawing/2014/main" id="{8DE44F31-3F27-40B3-993A-73BA85FEEDBB}"/>
              </a:ext>
            </a:extLst>
          </p:cNvPr>
          <p:cNvSpPr txBox="1"/>
          <p:nvPr/>
        </p:nvSpPr>
        <p:spPr>
          <a:xfrm>
            <a:off x="147145" y="121920"/>
            <a:ext cx="11760375" cy="523220"/>
          </a:xfrm>
          <a:prstGeom prst="rect">
            <a:avLst/>
          </a:prstGeom>
          <a:noFill/>
        </p:spPr>
        <p:txBody>
          <a:bodyPr wrap="square" rtlCol="0">
            <a:spAutoFit/>
          </a:bodyPr>
          <a:lstStyle/>
          <a:p>
            <a:endParaRPr lang="en-US" sz="2800" b="1">
              <a:solidFill>
                <a:schemeClr val="accent5">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509B9F-524F-4796-86FE-59BFD5C41877}"/>
              </a:ext>
            </a:extLst>
          </p:cNvPr>
          <p:cNvSpPr txBox="1"/>
          <p:nvPr/>
        </p:nvSpPr>
        <p:spPr>
          <a:xfrm>
            <a:off x="197339" y="1155414"/>
            <a:ext cx="8663327" cy="4832092"/>
          </a:xfrm>
          <a:prstGeom prst="rect">
            <a:avLst/>
          </a:prstGeom>
          <a:noFill/>
        </p:spPr>
        <p:txBody>
          <a:bodyPr wrap="square" lIns="91440" tIns="45720" rIns="91440" bIns="45720" rtlCol="0" anchor="t">
            <a:spAutoFit/>
          </a:bodyPr>
          <a:lstStyle/>
          <a:p>
            <a:pPr marL="457200" indent="-457200">
              <a:buFont typeface="Arial"/>
              <a:buChar char="•"/>
            </a:pPr>
            <a:r>
              <a:rPr lang="en-US" sz="2800">
                <a:latin typeface="Calibri"/>
                <a:ea typeface="Calibri"/>
                <a:cs typeface="Calibri"/>
              </a:rPr>
              <a:t>Create a map of community assets and resources within a defined area</a:t>
            </a:r>
          </a:p>
          <a:p>
            <a:pPr marL="457200" indent="-457200">
              <a:buFont typeface="Arial"/>
              <a:buChar char="•"/>
            </a:pPr>
            <a:r>
              <a:rPr lang="en-US" sz="2800">
                <a:latin typeface="Calibri"/>
                <a:ea typeface="Calibri"/>
                <a:cs typeface="Calibri"/>
              </a:rPr>
              <a:t>Demographics </a:t>
            </a:r>
          </a:p>
          <a:p>
            <a:pPr marL="457200" indent="-457200">
              <a:buFont typeface="Arial"/>
              <a:buChar char="•"/>
            </a:pPr>
            <a:r>
              <a:rPr lang="en-US" sz="2800">
                <a:latin typeface="Calibri"/>
                <a:ea typeface="Calibri"/>
                <a:cs typeface="Calibri"/>
              </a:rPr>
              <a:t>Highlight people, places, organizations, and institutions </a:t>
            </a:r>
          </a:p>
          <a:p>
            <a:pPr marL="457200" indent="-457200">
              <a:buFont typeface="Arial"/>
              <a:buChar char="•"/>
            </a:pPr>
            <a:r>
              <a:rPr lang="en-US" sz="2800">
                <a:latin typeface="Calibri"/>
                <a:ea typeface="Calibri"/>
                <a:cs typeface="Calibri"/>
              </a:rPr>
              <a:t>Walk and/drive around (don't just google...why not?)</a:t>
            </a:r>
          </a:p>
          <a:p>
            <a:pPr marL="457200" indent="-457200">
              <a:buFont typeface="Arial"/>
              <a:buChar char="•"/>
            </a:pPr>
            <a:endParaRPr lang="en-US" sz="2800">
              <a:latin typeface="Calibri"/>
              <a:ea typeface="Calibri"/>
              <a:cs typeface="Calibri"/>
            </a:endParaRPr>
          </a:p>
          <a:p>
            <a:pPr marL="457200" indent="-457200">
              <a:buFont typeface="Arial"/>
              <a:buChar char="•"/>
            </a:pPr>
            <a:endParaRPr lang="en-US" sz="2800">
              <a:latin typeface="Calibri"/>
              <a:ea typeface="Calibri"/>
              <a:cs typeface="Calibri"/>
            </a:endParaRPr>
          </a:p>
          <a:p>
            <a:r>
              <a:rPr lang="en-US" sz="2800" b="1">
                <a:latin typeface="Calibri"/>
                <a:ea typeface="Calibri"/>
                <a:cs typeface="Calibri"/>
              </a:rPr>
              <a:t>Be curious!!! </a:t>
            </a:r>
          </a:p>
          <a:p>
            <a:pPr marL="914400" lvl="1" indent="-457200">
              <a:buFont typeface="Arial"/>
              <a:buChar char="•"/>
            </a:pPr>
            <a:r>
              <a:rPr lang="en-US" sz="2800">
                <a:latin typeface="Calibri"/>
                <a:ea typeface="Calibri"/>
                <a:cs typeface="Calibri"/>
              </a:rPr>
              <a:t>Don't know what goes on there and why? Find out!</a:t>
            </a:r>
          </a:p>
          <a:p>
            <a:pPr marL="457200" indent="-457200">
              <a:buFont typeface="Arial"/>
              <a:buChar char="•"/>
            </a:pPr>
            <a:endParaRPr lang="en-US" sz="2800">
              <a:latin typeface="Calibri"/>
              <a:ea typeface="Calibri"/>
              <a:cs typeface="Calibri"/>
            </a:endParaRPr>
          </a:p>
        </p:txBody>
      </p:sp>
      <p:sp>
        <p:nvSpPr>
          <p:cNvPr id="2" name="TextBox 1">
            <a:extLst>
              <a:ext uri="{FF2B5EF4-FFF2-40B4-BE49-F238E27FC236}">
                <a16:creationId xmlns:a16="http://schemas.microsoft.com/office/drawing/2014/main" id="{17D2908A-430E-4E02-AF6F-23065E642D05}"/>
              </a:ext>
            </a:extLst>
          </p:cNvPr>
          <p:cNvSpPr txBox="1"/>
          <p:nvPr/>
        </p:nvSpPr>
        <p:spPr>
          <a:xfrm>
            <a:off x="412690" y="288668"/>
            <a:ext cx="1136789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latin typeface="Calibri"/>
                <a:cs typeface="Calibri"/>
              </a:rPr>
              <a:t>Are you mapping your community? </a:t>
            </a:r>
          </a:p>
        </p:txBody>
      </p:sp>
      <p:sp>
        <p:nvSpPr>
          <p:cNvPr id="4" name="TextBox 3">
            <a:extLst>
              <a:ext uri="{FF2B5EF4-FFF2-40B4-BE49-F238E27FC236}">
                <a16:creationId xmlns:a16="http://schemas.microsoft.com/office/drawing/2014/main" id="{A55C9608-7C21-D5FF-1729-467DC381AF9F}"/>
              </a:ext>
            </a:extLst>
          </p:cNvPr>
          <p:cNvSpPr txBox="1"/>
          <p:nvPr/>
        </p:nvSpPr>
        <p:spPr>
          <a:xfrm>
            <a:off x="455082" y="5933160"/>
            <a:ext cx="66701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3"/>
              </a:rPr>
              <a:t>Mapping Relationships – LifeCourse Nexus (lifecoursetools.com)</a:t>
            </a:r>
            <a:endParaRPr lang="en-US"/>
          </a:p>
        </p:txBody>
      </p:sp>
      <p:pic>
        <p:nvPicPr>
          <p:cNvPr id="6" name="Picture 5" descr="A logo for a company&#10;&#10;Description automatically generated">
            <a:extLst>
              <a:ext uri="{FF2B5EF4-FFF2-40B4-BE49-F238E27FC236}">
                <a16:creationId xmlns:a16="http://schemas.microsoft.com/office/drawing/2014/main" id="{B6ADA35C-5D2C-2A71-5290-0A9F993DE3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pic>
        <p:nvPicPr>
          <p:cNvPr id="10" name="Picture 9" descr="Worksheet : Prepositions Of Place Free Esl Worksheets Clipart ...">
            <a:extLst>
              <a:ext uri="{FF2B5EF4-FFF2-40B4-BE49-F238E27FC236}">
                <a16:creationId xmlns:a16="http://schemas.microsoft.com/office/drawing/2014/main" id="{053E1530-3184-AEBE-1B86-0BBBB49D5F19}"/>
              </a:ext>
            </a:extLst>
          </p:cNvPr>
          <p:cNvPicPr>
            <a:picLocks noChangeAspect="1"/>
          </p:cNvPicPr>
          <p:nvPr/>
        </p:nvPicPr>
        <p:blipFill>
          <a:blip r:embed="rId5"/>
          <a:stretch>
            <a:fillRect/>
          </a:stretch>
        </p:blipFill>
        <p:spPr>
          <a:xfrm>
            <a:off x="9256986" y="1531883"/>
            <a:ext cx="2743200" cy="2743200"/>
          </a:xfrm>
          <a:prstGeom prst="rect">
            <a:avLst/>
          </a:prstGeom>
        </p:spPr>
      </p:pic>
    </p:spTree>
    <p:extLst>
      <p:ext uri="{BB962C8B-B14F-4D97-AF65-F5344CB8AC3E}">
        <p14:creationId xmlns:p14="http://schemas.microsoft.com/office/powerpoint/2010/main" val="860382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25</a:t>
            </a:fld>
            <a:endParaRPr lang="en-US"/>
          </a:p>
        </p:txBody>
      </p:sp>
      <p:sp>
        <p:nvSpPr>
          <p:cNvPr id="8" name="TextBox 7">
            <a:extLst>
              <a:ext uri="{FF2B5EF4-FFF2-40B4-BE49-F238E27FC236}">
                <a16:creationId xmlns:a16="http://schemas.microsoft.com/office/drawing/2014/main" id="{8DE44F31-3F27-40B3-993A-73BA85FEEDBB}"/>
              </a:ext>
            </a:extLst>
          </p:cNvPr>
          <p:cNvSpPr txBox="1"/>
          <p:nvPr/>
        </p:nvSpPr>
        <p:spPr>
          <a:xfrm>
            <a:off x="147145" y="121920"/>
            <a:ext cx="11760375" cy="523220"/>
          </a:xfrm>
          <a:prstGeom prst="rect">
            <a:avLst/>
          </a:prstGeom>
          <a:noFill/>
        </p:spPr>
        <p:txBody>
          <a:bodyPr wrap="square" rtlCol="0">
            <a:spAutoFit/>
          </a:bodyPr>
          <a:lstStyle/>
          <a:p>
            <a:endParaRPr lang="en-US" sz="2800" b="1">
              <a:solidFill>
                <a:schemeClr val="accent5">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509B9F-524F-4796-86FE-59BFD5C41877}"/>
              </a:ext>
            </a:extLst>
          </p:cNvPr>
          <p:cNvSpPr txBox="1"/>
          <p:nvPr/>
        </p:nvSpPr>
        <p:spPr>
          <a:xfrm>
            <a:off x="197339" y="957492"/>
            <a:ext cx="11797320" cy="2246769"/>
          </a:xfrm>
          <a:prstGeom prst="rect">
            <a:avLst/>
          </a:prstGeom>
          <a:noFill/>
        </p:spPr>
        <p:txBody>
          <a:bodyPr wrap="square" lIns="91440" tIns="45720" rIns="91440" bIns="45720" rtlCol="0" anchor="t">
            <a:spAutoFit/>
          </a:bodyPr>
          <a:lstStyle/>
          <a:p>
            <a:pPr marL="457200" indent="-457200">
              <a:buFont typeface="Arial"/>
              <a:buChar char="•"/>
            </a:pPr>
            <a:r>
              <a:rPr lang="en-US" sz="2800">
                <a:cs typeface="Calibri"/>
              </a:rPr>
              <a:t>Who is doing this? </a:t>
            </a:r>
            <a:endParaRPr lang="en-US"/>
          </a:p>
          <a:p>
            <a:pPr marL="457200" indent="-457200">
              <a:buFont typeface="Arial"/>
              <a:buChar char="•"/>
            </a:pPr>
            <a:r>
              <a:rPr lang="en-US" sz="2800">
                <a:latin typeface="Calibri"/>
                <a:ea typeface="Calibri"/>
                <a:cs typeface="Calibri"/>
              </a:rPr>
              <a:t>Where/how is info housed?</a:t>
            </a:r>
          </a:p>
          <a:p>
            <a:pPr marL="457200" indent="-457200">
              <a:buFont typeface="Arial"/>
              <a:buChar char="•"/>
            </a:pPr>
            <a:r>
              <a:rPr lang="en-US" sz="2800">
                <a:latin typeface="Calibri"/>
                <a:ea typeface="Calibri"/>
                <a:cs typeface="Calibri"/>
              </a:rPr>
              <a:t>Who uses the info and how? Who updates it?</a:t>
            </a:r>
          </a:p>
          <a:p>
            <a:pPr marL="457200" indent="-457200">
              <a:buFont typeface="Arial,Sans-Serif"/>
              <a:buChar char="•"/>
            </a:pPr>
            <a:r>
              <a:rPr lang="en-US" sz="2800">
                <a:latin typeface="Calibri"/>
                <a:ea typeface="Calibri"/>
                <a:cs typeface="Calibri"/>
              </a:rPr>
              <a:t>BOD, staff networks, families, employers can help broaden your scope</a:t>
            </a:r>
          </a:p>
          <a:p>
            <a:pPr marL="457200" indent="-457200">
              <a:buFont typeface="Arial"/>
              <a:buChar char="•"/>
            </a:pPr>
            <a:endParaRPr lang="en-US" sz="2800">
              <a:latin typeface="Calibri"/>
              <a:ea typeface="Calibri"/>
              <a:cs typeface="Calibri"/>
            </a:endParaRPr>
          </a:p>
        </p:txBody>
      </p:sp>
      <p:sp>
        <p:nvSpPr>
          <p:cNvPr id="2" name="TextBox 1">
            <a:extLst>
              <a:ext uri="{FF2B5EF4-FFF2-40B4-BE49-F238E27FC236}">
                <a16:creationId xmlns:a16="http://schemas.microsoft.com/office/drawing/2014/main" id="{17D2908A-430E-4E02-AF6F-23065E642D05}"/>
              </a:ext>
            </a:extLst>
          </p:cNvPr>
          <p:cNvSpPr txBox="1"/>
          <p:nvPr/>
        </p:nvSpPr>
        <p:spPr>
          <a:xfrm>
            <a:off x="412690" y="288668"/>
            <a:ext cx="1136789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latin typeface="Calibri"/>
                <a:cs typeface="Calibri"/>
              </a:rPr>
              <a:t>Are you mapping your community? </a:t>
            </a:r>
          </a:p>
        </p:txBody>
      </p:sp>
      <p:graphicFrame>
        <p:nvGraphicFramePr>
          <p:cNvPr id="5" name="Table 5">
            <a:extLst>
              <a:ext uri="{FF2B5EF4-FFF2-40B4-BE49-F238E27FC236}">
                <a16:creationId xmlns:a16="http://schemas.microsoft.com/office/drawing/2014/main" id="{5538D21C-5526-BD00-D813-4BACF57C9006}"/>
              </a:ext>
            </a:extLst>
          </p:cNvPr>
          <p:cNvGraphicFramePr>
            <a:graphicFrameLocks noGrp="1"/>
          </p:cNvGraphicFramePr>
          <p:nvPr>
            <p:extLst>
              <p:ext uri="{D42A27DB-BD31-4B8C-83A1-F6EECF244321}">
                <p14:modId xmlns:p14="http://schemas.microsoft.com/office/powerpoint/2010/main" val="3166193176"/>
              </p:ext>
            </p:extLst>
          </p:nvPr>
        </p:nvGraphicFramePr>
        <p:xfrm>
          <a:off x="413248" y="3805042"/>
          <a:ext cx="11120638" cy="1899920"/>
        </p:xfrm>
        <a:graphic>
          <a:graphicData uri="http://schemas.openxmlformats.org/drawingml/2006/table">
            <a:tbl>
              <a:tblPr firstRow="1" bandRow="1">
                <a:tableStyleId>{5C22544A-7EE6-4342-B048-85BDC9FD1C3A}</a:tableStyleId>
              </a:tblPr>
              <a:tblGrid>
                <a:gridCol w="1871079">
                  <a:extLst>
                    <a:ext uri="{9D8B030D-6E8A-4147-A177-3AD203B41FA5}">
                      <a16:colId xmlns:a16="http://schemas.microsoft.com/office/drawing/2014/main" val="227133329"/>
                    </a:ext>
                  </a:extLst>
                </a:gridCol>
                <a:gridCol w="1232339">
                  <a:extLst>
                    <a:ext uri="{9D8B030D-6E8A-4147-A177-3AD203B41FA5}">
                      <a16:colId xmlns:a16="http://schemas.microsoft.com/office/drawing/2014/main" val="1032665985"/>
                    </a:ext>
                  </a:extLst>
                </a:gridCol>
                <a:gridCol w="1232339">
                  <a:extLst>
                    <a:ext uri="{9D8B030D-6E8A-4147-A177-3AD203B41FA5}">
                      <a16:colId xmlns:a16="http://schemas.microsoft.com/office/drawing/2014/main" val="402849277"/>
                    </a:ext>
                  </a:extLst>
                </a:gridCol>
                <a:gridCol w="1134425">
                  <a:extLst>
                    <a:ext uri="{9D8B030D-6E8A-4147-A177-3AD203B41FA5}">
                      <a16:colId xmlns:a16="http://schemas.microsoft.com/office/drawing/2014/main" val="2688013105"/>
                    </a:ext>
                  </a:extLst>
                </a:gridCol>
                <a:gridCol w="1412614">
                  <a:extLst>
                    <a:ext uri="{9D8B030D-6E8A-4147-A177-3AD203B41FA5}">
                      <a16:colId xmlns:a16="http://schemas.microsoft.com/office/drawing/2014/main" val="2467425898"/>
                    </a:ext>
                  </a:extLst>
                </a:gridCol>
                <a:gridCol w="1412614">
                  <a:extLst>
                    <a:ext uri="{9D8B030D-6E8A-4147-A177-3AD203B41FA5}">
                      <a16:colId xmlns:a16="http://schemas.microsoft.com/office/drawing/2014/main" val="3232684330"/>
                    </a:ext>
                  </a:extLst>
                </a:gridCol>
                <a:gridCol w="1412614">
                  <a:extLst>
                    <a:ext uri="{9D8B030D-6E8A-4147-A177-3AD203B41FA5}">
                      <a16:colId xmlns:a16="http://schemas.microsoft.com/office/drawing/2014/main" val="563843660"/>
                    </a:ext>
                  </a:extLst>
                </a:gridCol>
                <a:gridCol w="1412614">
                  <a:extLst>
                    <a:ext uri="{9D8B030D-6E8A-4147-A177-3AD203B41FA5}">
                      <a16:colId xmlns:a16="http://schemas.microsoft.com/office/drawing/2014/main" val="2734936769"/>
                    </a:ext>
                  </a:extLst>
                </a:gridCol>
              </a:tblGrid>
              <a:tr h="370840">
                <a:tc>
                  <a:txBody>
                    <a:bodyPr/>
                    <a:lstStyle/>
                    <a:p>
                      <a:r>
                        <a:rPr lang="en-US" sz="1400"/>
                        <a:t>Name of business, organization or community location</a:t>
                      </a:r>
                    </a:p>
                  </a:txBody>
                  <a:tcPr/>
                </a:tc>
                <a:tc>
                  <a:txBody>
                    <a:bodyPr/>
                    <a:lstStyle/>
                    <a:p>
                      <a:r>
                        <a:rPr lang="en-US" sz="1400"/>
                        <a:t>Address</a:t>
                      </a:r>
                    </a:p>
                  </a:txBody>
                  <a:tcPr/>
                </a:tc>
                <a:tc>
                  <a:txBody>
                    <a:bodyPr/>
                    <a:lstStyle/>
                    <a:p>
                      <a:r>
                        <a:rPr lang="en-US" sz="1400"/>
                        <a:t>Type of business, organization or community location</a:t>
                      </a:r>
                    </a:p>
                  </a:txBody>
                  <a:tcPr/>
                </a:tc>
                <a:tc>
                  <a:txBody>
                    <a:bodyPr/>
                    <a:lstStyle/>
                    <a:p>
                      <a:r>
                        <a:rPr lang="en-US" sz="1400"/>
                        <a:t>Days/hours open to the public</a:t>
                      </a:r>
                    </a:p>
                  </a:txBody>
                  <a:tcPr/>
                </a:tc>
                <a:tc>
                  <a:txBody>
                    <a:bodyPr/>
                    <a:lstStyle/>
                    <a:p>
                      <a:r>
                        <a:rPr lang="en-US" sz="1400"/>
                        <a:t>Why do people go here? What do they do? </a:t>
                      </a:r>
                    </a:p>
                  </a:txBody>
                  <a:tcPr/>
                </a:tc>
                <a:tc>
                  <a:txBody>
                    <a:bodyPr/>
                    <a:lstStyle/>
                    <a:p>
                      <a:r>
                        <a:rPr lang="en-US" sz="1400"/>
                        <a:t>Important things to know about this local?</a:t>
                      </a:r>
                    </a:p>
                  </a:txBody>
                  <a:tcPr/>
                </a:tc>
                <a:tc>
                  <a:txBody>
                    <a:bodyPr/>
                    <a:lstStyle/>
                    <a:p>
                      <a:r>
                        <a:rPr lang="en-US" sz="1400"/>
                        <a:t>Contact person(s)</a:t>
                      </a:r>
                    </a:p>
                  </a:txBody>
                  <a:tcPr/>
                </a:tc>
                <a:tc>
                  <a:txBody>
                    <a:bodyPr/>
                    <a:lstStyle/>
                    <a:p>
                      <a:r>
                        <a:rPr lang="en-US" sz="1400"/>
                        <a:t>Other important info?</a:t>
                      </a:r>
                    </a:p>
                  </a:txBody>
                  <a:tcPr/>
                </a:tc>
                <a:extLst>
                  <a:ext uri="{0D108BD9-81ED-4DB2-BD59-A6C34878D82A}">
                    <a16:rowId xmlns:a16="http://schemas.microsoft.com/office/drawing/2014/main" val="350301425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5184961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173165118"/>
                  </a:ext>
                </a:extLst>
              </a:tr>
            </a:tbl>
          </a:graphicData>
        </a:graphic>
      </p:graphicFrame>
      <p:sp>
        <p:nvSpPr>
          <p:cNvPr id="4" name="TextBox 3">
            <a:extLst>
              <a:ext uri="{FF2B5EF4-FFF2-40B4-BE49-F238E27FC236}">
                <a16:creationId xmlns:a16="http://schemas.microsoft.com/office/drawing/2014/main" id="{A55C9608-7C21-D5FF-1729-467DC381AF9F}"/>
              </a:ext>
            </a:extLst>
          </p:cNvPr>
          <p:cNvSpPr txBox="1"/>
          <p:nvPr/>
        </p:nvSpPr>
        <p:spPr>
          <a:xfrm>
            <a:off x="455082" y="5933160"/>
            <a:ext cx="667014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3"/>
              </a:rPr>
              <a:t>Mapping Relationships – LifeCourse Nexus (lifecoursetools.com)</a:t>
            </a:r>
            <a:endParaRPr lang="en-US"/>
          </a:p>
        </p:txBody>
      </p:sp>
      <p:sp>
        <p:nvSpPr>
          <p:cNvPr id="3" name="TextBox 2">
            <a:extLst>
              <a:ext uri="{FF2B5EF4-FFF2-40B4-BE49-F238E27FC236}">
                <a16:creationId xmlns:a16="http://schemas.microsoft.com/office/drawing/2014/main" id="{944226CF-417D-37CF-2823-79BF95C38362}"/>
              </a:ext>
            </a:extLst>
          </p:cNvPr>
          <p:cNvSpPr txBox="1"/>
          <p:nvPr/>
        </p:nvSpPr>
        <p:spPr>
          <a:xfrm>
            <a:off x="420584" y="3240974"/>
            <a:ext cx="22761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Calibri"/>
              </a:rPr>
              <a:t>Example Spreadsheet</a:t>
            </a:r>
            <a:endParaRPr lang="en-US" b="1"/>
          </a:p>
        </p:txBody>
      </p:sp>
      <p:pic>
        <p:nvPicPr>
          <p:cNvPr id="10" name="Picture 9" descr="A logo for a company&#10;&#10;Description automatically generated">
            <a:extLst>
              <a:ext uri="{FF2B5EF4-FFF2-40B4-BE49-F238E27FC236}">
                <a16:creationId xmlns:a16="http://schemas.microsoft.com/office/drawing/2014/main" id="{D114C6E7-542E-119E-9F75-B43E7BC96A2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Tree>
    <p:extLst>
      <p:ext uri="{BB962C8B-B14F-4D97-AF65-F5344CB8AC3E}">
        <p14:creationId xmlns:p14="http://schemas.microsoft.com/office/powerpoint/2010/main" val="3687515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2FB80-3057-E3B7-A3FC-5147AE48A9D5}"/>
              </a:ext>
            </a:extLst>
          </p:cNvPr>
          <p:cNvSpPr>
            <a:spLocks noGrp="1"/>
          </p:cNvSpPr>
          <p:nvPr>
            <p:ph type="title"/>
          </p:nvPr>
        </p:nvSpPr>
        <p:spPr>
          <a:xfrm>
            <a:off x="194911" y="136207"/>
            <a:ext cx="10058400" cy="638626"/>
          </a:xfrm>
        </p:spPr>
        <p:txBody>
          <a:bodyPr>
            <a:normAutofit fontScale="90000"/>
          </a:bodyPr>
          <a:lstStyle/>
          <a:p>
            <a:r>
              <a:rPr lang="en-US">
                <a:cs typeface="Calibri Light"/>
              </a:rPr>
              <a:t>Cultural Competency &amp; Humility </a:t>
            </a:r>
            <a:endParaRPr lang="en-US"/>
          </a:p>
        </p:txBody>
      </p:sp>
      <p:sp>
        <p:nvSpPr>
          <p:cNvPr id="3" name="Content Placeholder 2">
            <a:extLst>
              <a:ext uri="{FF2B5EF4-FFF2-40B4-BE49-F238E27FC236}">
                <a16:creationId xmlns:a16="http://schemas.microsoft.com/office/drawing/2014/main" id="{3276CE1A-B428-0615-2546-FC837097B5AE}"/>
              </a:ext>
            </a:extLst>
          </p:cNvPr>
          <p:cNvSpPr>
            <a:spLocks noGrp="1"/>
          </p:cNvSpPr>
          <p:nvPr>
            <p:ph idx="1"/>
          </p:nvPr>
        </p:nvSpPr>
        <p:spPr>
          <a:xfrm>
            <a:off x="335280" y="1825681"/>
            <a:ext cx="11010899" cy="4023360"/>
          </a:xfrm>
        </p:spPr>
        <p:txBody>
          <a:bodyPr vert="horz" lIns="0" tIns="45720" rIns="0" bIns="45720" rtlCol="0" anchor="t">
            <a:normAutofit/>
          </a:bodyPr>
          <a:lstStyle/>
          <a:p>
            <a:pPr>
              <a:buFont typeface="Arial"/>
              <a:buChar char="•"/>
            </a:pPr>
            <a:r>
              <a:rPr lang="en-US" sz="2400" dirty="0">
                <a:ea typeface="Calibri" panose="020F0502020204030204"/>
                <a:cs typeface="Calibri" panose="020F0502020204030204"/>
              </a:rPr>
              <a:t>Ensuring the organization and staff are culturally self-aware </a:t>
            </a:r>
          </a:p>
          <a:p>
            <a:pPr marL="383540" lvl="1">
              <a:buFont typeface="Courier New"/>
              <a:buChar char="o"/>
            </a:pPr>
            <a:r>
              <a:rPr lang="en-US" sz="2400" dirty="0">
                <a:ea typeface="Calibri" panose="020F0502020204030204"/>
                <a:cs typeface="Calibri" panose="020F0502020204030204"/>
              </a:rPr>
              <a:t>Aware of biases that have been 'baked in'</a:t>
            </a:r>
          </a:p>
          <a:p>
            <a:pPr>
              <a:buFont typeface="Arial"/>
              <a:buChar char="•"/>
            </a:pPr>
            <a:r>
              <a:rPr lang="en-US" sz="2400" dirty="0">
                <a:ea typeface="Calibri" panose="020F0502020204030204"/>
                <a:cs typeface="Calibri" panose="020F0502020204030204"/>
              </a:rPr>
              <a:t>Understand the demographics of your organization, communities </a:t>
            </a:r>
          </a:p>
          <a:p>
            <a:pPr>
              <a:buFont typeface="Arial"/>
              <a:buChar char="•"/>
            </a:pPr>
            <a:r>
              <a:rPr lang="en-US" sz="2400" dirty="0">
                <a:ea typeface="Calibri" panose="020F0502020204030204"/>
                <a:cs typeface="Calibri" panose="020F0502020204030204"/>
              </a:rPr>
              <a:t>Be intentional about outreach </a:t>
            </a:r>
          </a:p>
          <a:p>
            <a:pPr>
              <a:buFont typeface="Arial"/>
              <a:buChar char="•"/>
            </a:pPr>
            <a:r>
              <a:rPr lang="en-US" sz="2400" dirty="0">
                <a:ea typeface="Calibri" panose="020F0502020204030204"/>
                <a:cs typeface="Calibri" panose="020F0502020204030204"/>
              </a:rPr>
              <a:t>Build trust </a:t>
            </a:r>
          </a:p>
          <a:p>
            <a:pPr>
              <a:buFont typeface="Arial"/>
              <a:buChar char="•"/>
            </a:pPr>
            <a:r>
              <a:rPr lang="en-US" sz="2400" dirty="0">
                <a:ea typeface="Calibri" panose="020F0502020204030204"/>
                <a:cs typeface="Calibri" panose="020F0502020204030204"/>
              </a:rPr>
              <a:t>Emphasize collaboration and peer-to-peer approaches </a:t>
            </a:r>
          </a:p>
        </p:txBody>
      </p:sp>
      <p:sp>
        <p:nvSpPr>
          <p:cNvPr id="4" name="Slide Number Placeholder 3">
            <a:extLst>
              <a:ext uri="{FF2B5EF4-FFF2-40B4-BE49-F238E27FC236}">
                <a16:creationId xmlns:a16="http://schemas.microsoft.com/office/drawing/2014/main" id="{98B35C28-038D-49D3-DD12-A67AC4466C6E}"/>
              </a:ext>
            </a:extLst>
          </p:cNvPr>
          <p:cNvSpPr>
            <a:spLocks noGrp="1"/>
          </p:cNvSpPr>
          <p:nvPr>
            <p:ph type="sldNum" sz="quarter" idx="12"/>
          </p:nvPr>
        </p:nvSpPr>
        <p:spPr/>
        <p:txBody>
          <a:bodyPr/>
          <a:lstStyle/>
          <a:p>
            <a:fld id="{FAEF9944-A4F6-4C59-AEBD-678D6480B8EA}" type="slidenum">
              <a:rPr lang="en-US" smtClean="0"/>
              <a:t>26</a:t>
            </a:fld>
            <a:endParaRPr lang="en-US"/>
          </a:p>
        </p:txBody>
      </p:sp>
      <p:pic>
        <p:nvPicPr>
          <p:cNvPr id="6" name="Picture 5" descr="A logo for a company&#10;&#10;Description automatically generated">
            <a:extLst>
              <a:ext uri="{FF2B5EF4-FFF2-40B4-BE49-F238E27FC236}">
                <a16:creationId xmlns:a16="http://schemas.microsoft.com/office/drawing/2014/main" id="{D70EB65F-0735-8F29-7D65-C50790C743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Tree>
    <p:extLst>
      <p:ext uri="{BB962C8B-B14F-4D97-AF65-F5344CB8AC3E}">
        <p14:creationId xmlns:p14="http://schemas.microsoft.com/office/powerpoint/2010/main" val="2399303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2D4CA7C-D0A9-4419-8EC2-8F02FB16AB36}"/>
              </a:ext>
            </a:extLst>
          </p:cNvPr>
          <p:cNvCxnSpPr/>
          <p:nvPr/>
        </p:nvCxnSpPr>
        <p:spPr>
          <a:xfrm>
            <a:off x="266612" y="1107114"/>
            <a:ext cx="11897710"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20D9192C-25F4-48D1-983A-2FA6EF69DB12}"/>
              </a:ext>
            </a:extLst>
          </p:cNvPr>
          <p:cNvSpPr>
            <a:spLocks noGrp="1"/>
          </p:cNvSpPr>
          <p:nvPr>
            <p:ph type="sldNum" sz="quarter" idx="12"/>
          </p:nvPr>
        </p:nvSpPr>
        <p:spPr/>
        <p:txBody>
          <a:bodyPr/>
          <a:lstStyle/>
          <a:p>
            <a:fld id="{FAEF9944-A4F6-4C59-AEBD-678D6480B8EA}" type="slidenum">
              <a:rPr lang="en-US" smtClean="0"/>
              <a:pPr/>
              <a:t>27</a:t>
            </a:fld>
            <a:endParaRPr lang="en-US"/>
          </a:p>
        </p:txBody>
      </p:sp>
      <p:sp>
        <p:nvSpPr>
          <p:cNvPr id="8" name="TextBox 7">
            <a:extLst>
              <a:ext uri="{FF2B5EF4-FFF2-40B4-BE49-F238E27FC236}">
                <a16:creationId xmlns:a16="http://schemas.microsoft.com/office/drawing/2014/main" id="{8DE44F31-3F27-40B3-993A-73BA85FEEDBB}"/>
              </a:ext>
            </a:extLst>
          </p:cNvPr>
          <p:cNvSpPr txBox="1"/>
          <p:nvPr/>
        </p:nvSpPr>
        <p:spPr>
          <a:xfrm>
            <a:off x="147145" y="121920"/>
            <a:ext cx="11760375" cy="523220"/>
          </a:xfrm>
          <a:prstGeom prst="rect">
            <a:avLst/>
          </a:prstGeom>
          <a:noFill/>
        </p:spPr>
        <p:txBody>
          <a:bodyPr wrap="square" rtlCol="0">
            <a:spAutoFit/>
          </a:bodyPr>
          <a:lstStyle/>
          <a:p>
            <a:endParaRPr lang="en-US" sz="2800" b="1">
              <a:solidFill>
                <a:schemeClr val="accent5">
                  <a:lumMod val="50000"/>
                </a:schemeClr>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4509B9F-524F-4796-86FE-59BFD5C41877}"/>
              </a:ext>
            </a:extLst>
          </p:cNvPr>
          <p:cNvSpPr txBox="1"/>
          <p:nvPr/>
        </p:nvSpPr>
        <p:spPr>
          <a:xfrm>
            <a:off x="144115" y="1451511"/>
            <a:ext cx="11508257" cy="4401205"/>
          </a:xfrm>
          <a:prstGeom prst="rect">
            <a:avLst/>
          </a:prstGeom>
          <a:noFill/>
        </p:spPr>
        <p:txBody>
          <a:bodyPr wrap="square" lIns="91440" tIns="45720" rIns="91440" bIns="45720" rtlCol="0" anchor="t">
            <a:spAutoFit/>
          </a:bodyPr>
          <a:lstStyle/>
          <a:p>
            <a:pPr marL="914400" lvl="1" indent="-457200">
              <a:buFont typeface="Arial" panose="020B0604020202020204" pitchFamily="34" charset="0"/>
              <a:buChar char="•"/>
            </a:pPr>
            <a:r>
              <a:rPr lang="en-US" sz="2800">
                <a:latin typeface="Calibri"/>
                <a:ea typeface="Calibri"/>
                <a:cs typeface="Calibri"/>
              </a:rPr>
              <a:t>Develop schedules </a:t>
            </a:r>
          </a:p>
          <a:p>
            <a:pPr marL="914400" lvl="1" indent="-457200">
              <a:buFont typeface="Arial" panose="020B0604020202020204" pitchFamily="34" charset="0"/>
              <a:buChar char="•"/>
            </a:pPr>
            <a:r>
              <a:rPr lang="en-US" sz="2800">
                <a:latin typeface="Calibri"/>
                <a:ea typeface="Calibri"/>
                <a:cs typeface="Calibri"/>
              </a:rPr>
              <a:t>Identify support needs </a:t>
            </a:r>
            <a:endParaRPr lang="en-US" sz="2000">
              <a:solidFill>
                <a:srgbClr val="FF0000"/>
              </a:solidFill>
              <a:latin typeface="Calibri" panose="020F0502020204030204" pitchFamily="34" charset="0"/>
              <a:ea typeface="Calibri"/>
              <a:cs typeface="Calibri" panose="020F0502020204030204" pitchFamily="34" charset="0"/>
            </a:endParaRPr>
          </a:p>
          <a:p>
            <a:pPr marL="914400" lvl="1" indent="-457200">
              <a:buFont typeface="Arial" panose="020B0604020202020204" pitchFamily="34" charset="0"/>
              <a:buChar char="•"/>
            </a:pPr>
            <a:r>
              <a:rPr lang="en-US" sz="2800">
                <a:latin typeface="Calibri"/>
                <a:ea typeface="Calibri"/>
                <a:cs typeface="Calibri"/>
              </a:rPr>
              <a:t>Identify appropriate matching</a:t>
            </a:r>
          </a:p>
          <a:p>
            <a:pPr marL="914400" lvl="1" indent="-457200">
              <a:buFont typeface="Arial" panose="020B0604020202020204" pitchFamily="34" charset="0"/>
              <a:buChar char="•"/>
            </a:pPr>
            <a:r>
              <a:rPr lang="en-US" sz="2800">
                <a:latin typeface="Calibri"/>
                <a:ea typeface="Calibri"/>
                <a:cs typeface="Calibri"/>
              </a:rPr>
              <a:t>Identify desired/needed goals and skills</a:t>
            </a:r>
          </a:p>
          <a:p>
            <a:pPr marL="914400" lvl="1" indent="-457200">
              <a:buFont typeface="Arial" panose="020B0604020202020204" pitchFamily="34" charset="0"/>
              <a:buChar char="•"/>
            </a:pPr>
            <a:r>
              <a:rPr lang="en-US" sz="2800">
                <a:latin typeface="Calibri"/>
                <a:ea typeface="Calibri"/>
                <a:cs typeface="Calibri"/>
              </a:rPr>
              <a:t>Identify ideas for jobs, volunteerism, social roles, experiences, community membership and relationships</a:t>
            </a:r>
          </a:p>
          <a:p>
            <a:pPr marL="914400" lvl="1" indent="-457200">
              <a:buFont typeface="Arial" panose="020B0604020202020204" pitchFamily="34" charset="0"/>
              <a:buChar char="•"/>
            </a:pPr>
            <a:r>
              <a:rPr lang="en-US" sz="2800">
                <a:latin typeface="Calibri"/>
                <a:ea typeface="Calibri"/>
                <a:cs typeface="Calibri"/>
              </a:rPr>
              <a:t>Identify gaps </a:t>
            </a:r>
            <a:endParaRPr lang="en-US" sz="2000">
              <a:solidFill>
                <a:srgbClr val="FF0000"/>
              </a:solidFill>
              <a:latin typeface="Calibri"/>
              <a:ea typeface="Calibri"/>
              <a:cs typeface="Calibri"/>
            </a:endParaRPr>
          </a:p>
          <a:p>
            <a:pPr marL="914400" lvl="1" indent="-457200">
              <a:buFont typeface="Arial" panose="020B0604020202020204" pitchFamily="34" charset="0"/>
              <a:buChar char="•"/>
            </a:pPr>
            <a:r>
              <a:rPr lang="en-US" sz="2800">
                <a:latin typeface="Calibri"/>
                <a:ea typeface="Calibri"/>
                <a:cs typeface="Calibri"/>
              </a:rPr>
              <a:t>Explore possibilities </a:t>
            </a:r>
            <a:endParaRPr lang="en-US" sz="2000">
              <a:solidFill>
                <a:srgbClr val="FF0000"/>
              </a:solidFill>
              <a:latin typeface="Calibri"/>
              <a:ea typeface="Calibri"/>
              <a:cs typeface="Calibri"/>
            </a:endParaRPr>
          </a:p>
          <a:p>
            <a:pPr marL="914400" lvl="1" indent="-457200">
              <a:buFont typeface="Arial" panose="020B0604020202020204" pitchFamily="34" charset="0"/>
              <a:buChar char="•"/>
            </a:pPr>
            <a:r>
              <a:rPr lang="en-US" sz="2800">
                <a:latin typeface="Calibri"/>
                <a:ea typeface="Calibri"/>
                <a:cs typeface="Calibri"/>
              </a:rPr>
              <a:t>Notice contradictions </a:t>
            </a:r>
            <a:endParaRPr lang="en-US" sz="2000">
              <a:solidFill>
                <a:srgbClr val="FF0000"/>
              </a:solidFill>
              <a:latin typeface="Calibri"/>
              <a:ea typeface="Calibri"/>
              <a:cs typeface="Calibri"/>
            </a:endParaRPr>
          </a:p>
          <a:p>
            <a:pPr marL="914400" lvl="1" indent="-457200">
              <a:buFont typeface="Arial" panose="020B0604020202020204" pitchFamily="34" charset="0"/>
              <a:buChar char="•"/>
            </a:pPr>
            <a:r>
              <a:rPr lang="en-US" sz="2800">
                <a:latin typeface="Calibri"/>
                <a:ea typeface="Calibri"/>
                <a:cs typeface="Calibri"/>
              </a:rPr>
              <a:t>Continually update </a:t>
            </a:r>
            <a:endParaRPr lang="en-US" sz="2800">
              <a:latin typeface="Calibri" panose="020F0502020204030204" pitchFamily="34" charset="0"/>
              <a:ea typeface="Calibri"/>
              <a:cs typeface="Calibri" panose="020F0502020204030204" pitchFamily="34" charset="0"/>
            </a:endParaRPr>
          </a:p>
        </p:txBody>
      </p:sp>
      <p:sp>
        <p:nvSpPr>
          <p:cNvPr id="2" name="TextBox 1">
            <a:extLst>
              <a:ext uri="{FF2B5EF4-FFF2-40B4-BE49-F238E27FC236}">
                <a16:creationId xmlns:a16="http://schemas.microsoft.com/office/drawing/2014/main" id="{17D2908A-430E-4E02-AF6F-23065E642D05}"/>
              </a:ext>
            </a:extLst>
          </p:cNvPr>
          <p:cNvSpPr txBox="1"/>
          <p:nvPr/>
        </p:nvSpPr>
        <p:spPr>
          <a:xfrm>
            <a:off x="284480" y="269707"/>
            <a:ext cx="1136789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b="1">
                <a:latin typeface="Calibri"/>
                <a:cs typeface="Calibri"/>
              </a:rPr>
              <a:t>How do we use the information?  </a:t>
            </a:r>
            <a:r>
              <a:rPr lang="en-US" sz="2800" b="1">
                <a:latin typeface="Calibri"/>
                <a:cs typeface="Calibri"/>
              </a:rPr>
              <a:t>Work </a:t>
            </a:r>
            <a:r>
              <a:rPr lang="en-US" sz="2800" b="1" u="sng">
                <a:latin typeface="Calibri"/>
                <a:cs typeface="Calibri"/>
              </a:rPr>
              <a:t>WITH </a:t>
            </a:r>
            <a:r>
              <a:rPr lang="en-US" sz="2800" b="1">
                <a:latin typeface="Calibri"/>
                <a:cs typeface="Calibri"/>
              </a:rPr>
              <a:t>the person to: </a:t>
            </a:r>
          </a:p>
        </p:txBody>
      </p:sp>
      <p:pic>
        <p:nvPicPr>
          <p:cNvPr id="5" name="Picture 4" descr="A logo for a company&#10;&#10;Description automatically generated">
            <a:extLst>
              <a:ext uri="{FF2B5EF4-FFF2-40B4-BE49-F238E27FC236}">
                <a16:creationId xmlns:a16="http://schemas.microsoft.com/office/drawing/2014/main" id="{F783E28E-6F0D-2F7A-BB15-7A2F6C466E1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Tree>
    <p:extLst>
      <p:ext uri="{BB962C8B-B14F-4D97-AF65-F5344CB8AC3E}">
        <p14:creationId xmlns:p14="http://schemas.microsoft.com/office/powerpoint/2010/main" val="826906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an with teacup">
            <a:extLst>
              <a:ext uri="{FF2B5EF4-FFF2-40B4-BE49-F238E27FC236}">
                <a16:creationId xmlns:a16="http://schemas.microsoft.com/office/drawing/2014/main" id="{A76796E2-D2F7-F87B-6009-019C561473EE}"/>
              </a:ext>
            </a:extLst>
          </p:cNvPr>
          <p:cNvPicPr>
            <a:picLocks noChangeAspect="1"/>
          </p:cNvPicPr>
          <p:nvPr/>
        </p:nvPicPr>
        <p:blipFill rotWithShape="1">
          <a:blip r:embed="rId3">
            <a:extLst>
              <a:ext uri="{28A0092B-C50C-407E-A947-70E740481C1C}">
                <a14:useLocalDpi xmlns:a14="http://schemas.microsoft.com/office/drawing/2010/main" val="0"/>
              </a:ext>
            </a:extLst>
          </a:blip>
          <a:srcRect r="23298" b="9091"/>
          <a:stretch/>
        </p:blipFill>
        <p:spPr>
          <a:xfrm>
            <a:off x="5059778" y="10"/>
            <a:ext cx="7132222" cy="5641249"/>
          </a:xfrm>
          <a:prstGeom prst="rect">
            <a:avLst/>
          </a:prstGeom>
        </p:spPr>
      </p:pic>
      <p:sp>
        <p:nvSpPr>
          <p:cNvPr id="2" name="Title 1">
            <a:extLst>
              <a:ext uri="{FF2B5EF4-FFF2-40B4-BE49-F238E27FC236}">
                <a16:creationId xmlns:a16="http://schemas.microsoft.com/office/drawing/2014/main" id="{E7660324-2003-0121-3609-7E9A71ECEED1}"/>
              </a:ext>
            </a:extLst>
          </p:cNvPr>
          <p:cNvSpPr>
            <a:spLocks noGrp="1"/>
          </p:cNvSpPr>
          <p:nvPr>
            <p:ph type="ctrTitle"/>
          </p:nvPr>
        </p:nvSpPr>
        <p:spPr>
          <a:xfrm>
            <a:off x="477981" y="1122363"/>
            <a:ext cx="4023360" cy="3204134"/>
          </a:xfrm>
        </p:spPr>
        <p:txBody>
          <a:bodyPr anchor="b">
            <a:normAutofit/>
          </a:bodyPr>
          <a:lstStyle/>
          <a:p>
            <a:pPr algn="l"/>
            <a:r>
              <a:rPr lang="en-US" sz="4800"/>
              <a:t>Three Cups of Tea</a:t>
            </a:r>
          </a:p>
        </p:txBody>
      </p:sp>
      <p:sp>
        <p:nvSpPr>
          <p:cNvPr id="4" name="TextBox 3">
            <a:extLst>
              <a:ext uri="{FF2B5EF4-FFF2-40B4-BE49-F238E27FC236}">
                <a16:creationId xmlns:a16="http://schemas.microsoft.com/office/drawing/2014/main" id="{B836DA7A-6150-A776-A452-D01C9B69AF5A}"/>
              </a:ext>
            </a:extLst>
          </p:cNvPr>
          <p:cNvSpPr txBox="1"/>
          <p:nvPr/>
        </p:nvSpPr>
        <p:spPr>
          <a:xfrm>
            <a:off x="2050211" y="3933645"/>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cap="all">
                <a:solidFill>
                  <a:srgbClr val="637052"/>
                </a:solidFill>
                <a:latin typeface="Calibri Light"/>
              </a:rPr>
              <a:t>Greg Mortensen</a:t>
            </a:r>
            <a:endParaRPr lang="en-US"/>
          </a:p>
        </p:txBody>
      </p:sp>
    </p:spTree>
    <p:extLst>
      <p:ext uri="{BB962C8B-B14F-4D97-AF65-F5344CB8AC3E}">
        <p14:creationId xmlns:p14="http://schemas.microsoft.com/office/powerpoint/2010/main" val="2398401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50852-BE3E-7F82-234B-C6F95724D7A1}"/>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2900" kern="1200">
                <a:solidFill>
                  <a:schemeClr val="tx1"/>
                </a:solidFill>
                <a:latin typeface="+mj-lt"/>
                <a:ea typeface="+mj-ea"/>
                <a:cs typeface="+mj-cs"/>
              </a:rPr>
              <a:t>The first time you share tea with a Balti, you are a stranger. The second time, you are an honored guest. The third time, you become family.</a:t>
            </a:r>
            <a:br>
              <a:rPr lang="en-US" sz="2900" kern="1200">
                <a:solidFill>
                  <a:schemeClr val="tx1"/>
                </a:solidFill>
                <a:latin typeface="+mj-lt"/>
                <a:ea typeface="+mj-ea"/>
                <a:cs typeface="+mj-cs"/>
              </a:rPr>
            </a:br>
            <a:r>
              <a:rPr lang="en-US" sz="2000" kern="1200">
                <a:solidFill>
                  <a:schemeClr val="tx1"/>
                </a:solidFill>
                <a:latin typeface="+mj-lt"/>
                <a:ea typeface="+mj-ea"/>
                <a:cs typeface="+mj-cs"/>
              </a:rPr>
              <a:t>-</a:t>
            </a:r>
            <a:r>
              <a:rPr lang="en-US" sz="2000">
                <a:solidFill>
                  <a:schemeClr val="tx1"/>
                </a:solidFill>
              </a:rPr>
              <a:t>Balti proverb (Northern Pakistan): Greg</a:t>
            </a:r>
            <a:r>
              <a:rPr lang="en-US" sz="2000" kern="1200">
                <a:solidFill>
                  <a:schemeClr val="tx1"/>
                </a:solidFill>
                <a:latin typeface="+mj-lt"/>
                <a:ea typeface="+mj-ea"/>
                <a:cs typeface="+mj-cs"/>
              </a:rPr>
              <a:t> Mortensen, </a:t>
            </a:r>
            <a:r>
              <a:rPr lang="en-US" sz="2000" i="1" kern="1200">
                <a:solidFill>
                  <a:schemeClr val="tx1"/>
                </a:solidFill>
                <a:latin typeface="+mj-lt"/>
                <a:ea typeface="+mj-ea"/>
                <a:cs typeface="+mj-cs"/>
              </a:rPr>
              <a:t>Three Cups of Tea</a:t>
            </a:r>
            <a:endParaRPr lang="en-US" sz="2000" kern="1200">
              <a:solidFill>
                <a:schemeClr val="tx1"/>
              </a:solidFill>
              <a:latin typeface="+mj-lt"/>
              <a:ea typeface="+mj-ea"/>
              <a:cs typeface="+mj-cs"/>
            </a:endParaRPr>
          </a:p>
        </p:txBody>
      </p:sp>
    </p:spTree>
    <p:extLst>
      <p:ext uri="{BB962C8B-B14F-4D97-AF65-F5344CB8AC3E}">
        <p14:creationId xmlns:p14="http://schemas.microsoft.com/office/powerpoint/2010/main" val="3072150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en shaking hands in office">
            <a:extLst>
              <a:ext uri="{FF2B5EF4-FFF2-40B4-BE49-F238E27FC236}">
                <a16:creationId xmlns:a16="http://schemas.microsoft.com/office/drawing/2014/main" id="{E0F2CA13-AEA6-4F73-F173-FFA64F0EB974}"/>
              </a:ext>
            </a:extLst>
          </p:cNvPr>
          <p:cNvPicPr>
            <a:picLocks noChangeAspect="1"/>
          </p:cNvPicPr>
          <p:nvPr/>
        </p:nvPicPr>
        <p:blipFill rotWithShape="1">
          <a:blip r:embed="rId3">
            <a:extLst>
              <a:ext uri="{28A0092B-C50C-407E-A947-70E740481C1C}">
                <a14:useLocalDpi xmlns:a14="http://schemas.microsoft.com/office/drawing/2010/main" val="0"/>
              </a:ext>
            </a:extLst>
          </a:blip>
          <a:srcRect l="2042" r="3841" b="-1"/>
          <a:stretch/>
        </p:blipFill>
        <p:spPr>
          <a:xfrm>
            <a:off x="5962240" y="10"/>
            <a:ext cx="6228353" cy="4424507"/>
          </a:xfrm>
          <a:prstGeom prst="rect">
            <a:avLst/>
          </a:prstGeom>
        </p:spPr>
      </p:pic>
      <p:sp>
        <p:nvSpPr>
          <p:cNvPr id="2" name="Title 1">
            <a:extLst>
              <a:ext uri="{FF2B5EF4-FFF2-40B4-BE49-F238E27FC236}">
                <a16:creationId xmlns:a16="http://schemas.microsoft.com/office/drawing/2014/main" id="{74885DA7-0622-7833-7DF2-7B060D08E01C}"/>
              </a:ext>
            </a:extLst>
          </p:cNvPr>
          <p:cNvSpPr>
            <a:spLocks noGrp="1"/>
          </p:cNvSpPr>
          <p:nvPr>
            <p:ph type="title"/>
          </p:nvPr>
        </p:nvSpPr>
        <p:spPr>
          <a:xfrm>
            <a:off x="838200" y="365125"/>
            <a:ext cx="3822189" cy="793783"/>
          </a:xfrm>
        </p:spPr>
        <p:txBody>
          <a:bodyPr>
            <a:normAutofit/>
          </a:bodyPr>
          <a:lstStyle/>
          <a:p>
            <a:r>
              <a:rPr lang="en-US" sz="4000"/>
              <a:t>Three Cups of Tea</a:t>
            </a:r>
          </a:p>
        </p:txBody>
      </p:sp>
      <p:sp>
        <p:nvSpPr>
          <p:cNvPr id="3" name="Content Placeholder 2">
            <a:extLst>
              <a:ext uri="{FF2B5EF4-FFF2-40B4-BE49-F238E27FC236}">
                <a16:creationId xmlns:a16="http://schemas.microsoft.com/office/drawing/2014/main" id="{D48150AD-77D9-9ADD-8744-57A350A28403}"/>
              </a:ext>
            </a:extLst>
          </p:cNvPr>
          <p:cNvSpPr>
            <a:spLocks noGrp="1"/>
          </p:cNvSpPr>
          <p:nvPr>
            <p:ph idx="1"/>
          </p:nvPr>
        </p:nvSpPr>
        <p:spPr>
          <a:xfrm>
            <a:off x="530282" y="1888451"/>
            <a:ext cx="4702629" cy="3742762"/>
          </a:xfrm>
        </p:spPr>
        <p:txBody>
          <a:bodyPr vert="horz" lIns="0" tIns="45720" rIns="0" bIns="45720" rtlCol="0" anchor="t">
            <a:noAutofit/>
          </a:bodyPr>
          <a:lstStyle/>
          <a:p>
            <a:r>
              <a:rPr lang="en-US" dirty="0"/>
              <a:t>Take time to get to initially get to know the person, listen and ask questions, you’re learning about their business or organization here.  </a:t>
            </a:r>
            <a:r>
              <a:rPr lang="en-US" b="1" dirty="0"/>
              <a:t>FIRST CUP OF TEA</a:t>
            </a:r>
            <a:endParaRPr lang="en-US" b="1" dirty="0">
              <a:cs typeface="Calibri"/>
            </a:endParaRPr>
          </a:p>
          <a:p>
            <a:pPr marL="0" indent="0">
              <a:buNone/>
            </a:pPr>
            <a:r>
              <a:rPr lang="en-US" dirty="0"/>
              <a:t>Offer them something useful: Share an article you found that may be helpful, connect them with another of your contacts, etc. This is about building trust.  </a:t>
            </a:r>
            <a:r>
              <a:rPr lang="en-US" b="1" dirty="0"/>
              <a:t>SECOND CUP OF TEA</a:t>
            </a:r>
            <a:endParaRPr lang="en-US" b="1" dirty="0">
              <a:ea typeface="Calibri" panose="020F0502020204030204"/>
              <a:cs typeface="Calibri"/>
            </a:endParaRPr>
          </a:p>
          <a:p>
            <a:pPr marL="0" indent="0">
              <a:buNone/>
            </a:pPr>
            <a:r>
              <a:rPr lang="en-US" dirty="0"/>
              <a:t>Make “the ask”. If they can’t give it to you, ask them to make a recommendation of someone who could help, or ask if you can add them to your “experts” list.  </a:t>
            </a:r>
            <a:r>
              <a:rPr lang="en-US" b="1" dirty="0"/>
              <a:t>THIRD CUP OF TEA</a:t>
            </a:r>
            <a:endParaRPr lang="en-US" b="1" dirty="0">
              <a:ea typeface="Calibri" panose="020F0502020204030204"/>
              <a:cs typeface="Calibri"/>
            </a:endParaRPr>
          </a:p>
        </p:txBody>
      </p:sp>
    </p:spTree>
    <p:extLst>
      <p:ext uri="{BB962C8B-B14F-4D97-AF65-F5344CB8AC3E}">
        <p14:creationId xmlns:p14="http://schemas.microsoft.com/office/powerpoint/2010/main" val="205644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1E9B6-32C4-7E41-7842-8C9F33A1135F}"/>
              </a:ext>
            </a:extLst>
          </p:cNvPr>
          <p:cNvSpPr>
            <a:spLocks noGrp="1"/>
          </p:cNvSpPr>
          <p:nvPr>
            <p:ph type="title"/>
          </p:nvPr>
        </p:nvSpPr>
        <p:spPr>
          <a:xfrm>
            <a:off x="640080" y="4777739"/>
            <a:ext cx="4488248" cy="723862"/>
          </a:xfrm>
        </p:spPr>
        <p:txBody>
          <a:bodyPr>
            <a:normAutofit/>
          </a:bodyPr>
          <a:lstStyle/>
          <a:p>
            <a:r>
              <a:rPr lang="en-US"/>
              <a:t>First Cup of Tea</a:t>
            </a:r>
          </a:p>
        </p:txBody>
      </p:sp>
      <p:pic>
        <p:nvPicPr>
          <p:cNvPr id="11" name="Picture 10" descr="A person and person shaking hands&#10;&#10;Description automatically generated">
            <a:extLst>
              <a:ext uri="{FF2B5EF4-FFF2-40B4-BE49-F238E27FC236}">
                <a16:creationId xmlns:a16="http://schemas.microsoft.com/office/drawing/2014/main" id="{E0194D0F-608B-0B23-696D-B41649290DA2}"/>
              </a:ext>
            </a:extLst>
          </p:cNvPr>
          <p:cNvPicPr>
            <a:picLocks noChangeAspect="1"/>
          </p:cNvPicPr>
          <p:nvPr/>
        </p:nvPicPr>
        <p:blipFill rotWithShape="1">
          <a:blip r:embed="rId3">
            <a:extLst>
              <a:ext uri="{28A0092B-C50C-407E-A947-70E740481C1C}">
                <a14:useLocalDpi xmlns:a14="http://schemas.microsoft.com/office/drawing/2010/main" val="0"/>
              </a:ext>
            </a:extLst>
          </a:blip>
          <a:srcRect t="16766" b="16766"/>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3" name="Content Placeholder 2">
            <a:extLst>
              <a:ext uri="{FF2B5EF4-FFF2-40B4-BE49-F238E27FC236}">
                <a16:creationId xmlns:a16="http://schemas.microsoft.com/office/drawing/2014/main" id="{EBB73885-CF0A-0D21-81F9-1E93D3E73B19}"/>
              </a:ext>
            </a:extLst>
          </p:cNvPr>
          <p:cNvSpPr>
            <a:spLocks noGrp="1"/>
          </p:cNvSpPr>
          <p:nvPr>
            <p:ph idx="1"/>
          </p:nvPr>
        </p:nvSpPr>
        <p:spPr>
          <a:xfrm>
            <a:off x="4654294" y="4777739"/>
            <a:ext cx="6897626" cy="1399223"/>
          </a:xfrm>
        </p:spPr>
        <p:txBody>
          <a:bodyPr anchor="ctr">
            <a:normAutofit lnSpcReduction="10000"/>
          </a:bodyPr>
          <a:lstStyle/>
          <a:p>
            <a:pPr marL="0">
              <a:spcBef>
                <a:spcPts val="0"/>
              </a:spcBef>
              <a:spcAft>
                <a:spcPts val="800"/>
              </a:spcAft>
            </a:pPr>
            <a:r>
              <a:rPr lang="en-US" sz="3200" kern="100" dirty="0">
                <a:latin typeface="Aptos"/>
                <a:ea typeface="Aptos" panose="020B0004020202020204" pitchFamily="34" charset="0"/>
                <a:cs typeface="Times New Roman"/>
              </a:rPr>
              <a:t>Make Your Opening, speak with someone who makes hiring decisions and</a:t>
            </a:r>
            <a:r>
              <a:rPr lang="en-US" sz="3200" kern="100" dirty="0">
                <a:effectLst/>
                <a:latin typeface="Aptos"/>
                <a:ea typeface="Aptos" panose="020B0004020202020204" pitchFamily="34" charset="0"/>
                <a:cs typeface="Times New Roman"/>
              </a:rPr>
              <a:t> Secure a Follow-up</a:t>
            </a:r>
            <a:endParaRPr lang="en-US">
              <a:ea typeface="Calibri" panose="020F0502020204030204"/>
              <a:cs typeface="Calibri" panose="020F0502020204030204"/>
            </a:endParaRPr>
          </a:p>
          <a:p>
            <a:endParaRPr lang="en-US" sz="2200"/>
          </a:p>
        </p:txBody>
      </p:sp>
    </p:spTree>
    <p:extLst>
      <p:ext uri="{BB962C8B-B14F-4D97-AF65-F5344CB8AC3E}">
        <p14:creationId xmlns:p14="http://schemas.microsoft.com/office/powerpoint/2010/main" val="36521895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3 Great Networking Tips  | #culturedrop | Galen Emanuele">
            <a:hlinkClick r:id="" action="ppaction://media"/>
            <a:extLst>
              <a:ext uri="{FF2B5EF4-FFF2-40B4-BE49-F238E27FC236}">
                <a16:creationId xmlns:a16="http://schemas.microsoft.com/office/drawing/2014/main" id="{EBD7BF0A-CCB2-73C4-6E1B-C379C28320FF}"/>
              </a:ext>
            </a:extLst>
          </p:cNvPr>
          <p:cNvPicPr>
            <a:picLocks noRot="1" noChangeAspect="1"/>
          </p:cNvPicPr>
          <p:nvPr>
            <a:videoFile r:link="rId1"/>
          </p:nvPr>
        </p:nvPicPr>
        <p:blipFill>
          <a:blip r:embed="rId4"/>
          <a:stretch>
            <a:fillRect/>
          </a:stretch>
        </p:blipFill>
        <p:spPr>
          <a:xfrm>
            <a:off x="1016000" y="558800"/>
            <a:ext cx="10160000" cy="5740400"/>
          </a:xfrm>
          <a:prstGeom prst="rect">
            <a:avLst/>
          </a:prstGeom>
        </p:spPr>
      </p:pic>
    </p:spTree>
    <p:extLst>
      <p:ext uri="{BB962C8B-B14F-4D97-AF65-F5344CB8AC3E}">
        <p14:creationId xmlns:p14="http://schemas.microsoft.com/office/powerpoint/2010/main" val="3733536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group of people sitting around a table">
            <a:extLst>
              <a:ext uri="{FF2B5EF4-FFF2-40B4-BE49-F238E27FC236}">
                <a16:creationId xmlns:a16="http://schemas.microsoft.com/office/drawing/2014/main" id="{315EF733-7105-62AE-F1F4-D674238A94AB}"/>
              </a:ext>
            </a:extLst>
          </p:cNvPr>
          <p:cNvPicPr>
            <a:picLocks noChangeAspect="1"/>
          </p:cNvPicPr>
          <p:nvPr/>
        </p:nvPicPr>
        <p:blipFill rotWithShape="1">
          <a:blip r:embed="rId3">
            <a:extLst>
              <a:ext uri="{28A0092B-C50C-407E-A947-70E740481C1C}">
                <a14:useLocalDpi xmlns:a14="http://schemas.microsoft.com/office/drawing/2010/main" val="0"/>
              </a:ext>
            </a:extLst>
          </a:blip>
          <a:srcRect l="22882" t="11170" r="20585" b="10233"/>
          <a:stretch/>
        </p:blipFill>
        <p:spPr>
          <a:xfrm>
            <a:off x="-2250" y="17086"/>
            <a:ext cx="6892523" cy="5390128"/>
          </a:xfrm>
          <a:prstGeom prst="rect">
            <a:avLst/>
          </a:prstGeom>
        </p:spPr>
      </p:pic>
      <p:sp>
        <p:nvSpPr>
          <p:cNvPr id="2" name="Title 1">
            <a:extLst>
              <a:ext uri="{FF2B5EF4-FFF2-40B4-BE49-F238E27FC236}">
                <a16:creationId xmlns:a16="http://schemas.microsoft.com/office/drawing/2014/main" id="{973D9707-540F-4A42-3048-C9474B3F1C62}"/>
              </a:ext>
            </a:extLst>
          </p:cNvPr>
          <p:cNvSpPr>
            <a:spLocks noGrp="1"/>
          </p:cNvSpPr>
          <p:nvPr>
            <p:ph type="title"/>
          </p:nvPr>
        </p:nvSpPr>
        <p:spPr>
          <a:xfrm>
            <a:off x="7935402" y="546802"/>
            <a:ext cx="3445765" cy="2714368"/>
          </a:xfrm>
          <a:noFill/>
        </p:spPr>
        <p:txBody>
          <a:bodyPr vert="horz" lIns="91440" tIns="45720" rIns="91440" bIns="45720" rtlCol="0" anchor="b">
            <a:normAutofit/>
          </a:bodyPr>
          <a:lstStyle/>
          <a:p>
            <a:r>
              <a:rPr lang="en-US" sz="5200"/>
              <a:t>Second Cup of Tea</a:t>
            </a:r>
          </a:p>
        </p:txBody>
      </p:sp>
      <p:sp>
        <p:nvSpPr>
          <p:cNvPr id="3" name="Content Placeholder 2">
            <a:extLst>
              <a:ext uri="{FF2B5EF4-FFF2-40B4-BE49-F238E27FC236}">
                <a16:creationId xmlns:a16="http://schemas.microsoft.com/office/drawing/2014/main" id="{06D575B8-1FEB-C28C-2D0A-48AF9EDEAF9B}"/>
              </a:ext>
            </a:extLst>
          </p:cNvPr>
          <p:cNvSpPr>
            <a:spLocks noGrp="1"/>
          </p:cNvSpPr>
          <p:nvPr>
            <p:ph idx="1"/>
          </p:nvPr>
        </p:nvSpPr>
        <p:spPr>
          <a:xfrm>
            <a:off x="7935403" y="3520786"/>
            <a:ext cx="3445766" cy="1485319"/>
          </a:xfrm>
          <a:noFill/>
        </p:spPr>
        <p:txBody>
          <a:bodyPr vert="horz" lIns="91440" tIns="45720" rIns="91440" bIns="45720" rtlCol="0" anchor="t">
            <a:noAutofit/>
          </a:bodyPr>
          <a:lstStyle/>
          <a:p>
            <a:pPr marL="0" indent="0">
              <a:buNone/>
            </a:pPr>
            <a:r>
              <a:rPr lang="en-US" sz="2800" dirty="0"/>
              <a:t>Follow-Up &amp;/or Offer them something helpful.</a:t>
            </a:r>
            <a:endParaRPr lang="en-US" sz="2800" dirty="0">
              <a:cs typeface="Calibri"/>
            </a:endParaRPr>
          </a:p>
          <a:p>
            <a:pPr marL="0" indent="0">
              <a:buNone/>
            </a:pPr>
            <a:r>
              <a:rPr lang="en-US" sz="2800" dirty="0">
                <a:cs typeface="Calibri"/>
              </a:rPr>
              <a:t>Build Trust and ask for a tour of their business. </a:t>
            </a:r>
            <a:endParaRPr lang="en-US" sz="2800" dirty="0">
              <a:ea typeface="Calibri" panose="020F0502020204030204"/>
              <a:cs typeface="Calibri"/>
            </a:endParaRPr>
          </a:p>
        </p:txBody>
      </p:sp>
    </p:spTree>
    <p:extLst>
      <p:ext uri="{BB962C8B-B14F-4D97-AF65-F5344CB8AC3E}">
        <p14:creationId xmlns:p14="http://schemas.microsoft.com/office/powerpoint/2010/main" val="20770582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group of people shaking hands&#10;&#10;Description automatically generated">
            <a:extLst>
              <a:ext uri="{FF2B5EF4-FFF2-40B4-BE49-F238E27FC236}">
                <a16:creationId xmlns:a16="http://schemas.microsoft.com/office/drawing/2014/main" id="{6A8FD680-8330-7172-06A7-94BC6FD21D76}"/>
              </a:ext>
            </a:extLst>
          </p:cNvPr>
          <p:cNvPicPr>
            <a:picLocks noChangeAspect="1"/>
          </p:cNvPicPr>
          <p:nvPr/>
        </p:nvPicPr>
        <p:blipFill rotWithShape="1">
          <a:blip r:embed="rId3">
            <a:extLst>
              <a:ext uri="{28A0092B-C50C-407E-A947-70E740481C1C}">
                <a14:useLocalDpi xmlns:a14="http://schemas.microsoft.com/office/drawing/2010/main" val="0"/>
              </a:ext>
            </a:extLst>
          </a:blip>
          <a:srcRect l="16305" t="16741" r="38193" b="10403"/>
          <a:stretch/>
        </p:blipFill>
        <p:spPr>
          <a:xfrm>
            <a:off x="6260056" y="19792"/>
            <a:ext cx="5932021" cy="5342795"/>
          </a:xfrm>
          <a:prstGeom prst="rect">
            <a:avLst/>
          </a:prstGeom>
        </p:spPr>
      </p:pic>
      <p:sp>
        <p:nvSpPr>
          <p:cNvPr id="2" name="Title 1">
            <a:extLst>
              <a:ext uri="{FF2B5EF4-FFF2-40B4-BE49-F238E27FC236}">
                <a16:creationId xmlns:a16="http://schemas.microsoft.com/office/drawing/2014/main" id="{AACF573F-6E59-5449-13DD-6E331EBAB31E}"/>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t>Third Cup of Tea</a:t>
            </a:r>
          </a:p>
        </p:txBody>
      </p:sp>
      <p:sp>
        <p:nvSpPr>
          <p:cNvPr id="3" name="Content Placeholder 2">
            <a:extLst>
              <a:ext uri="{FF2B5EF4-FFF2-40B4-BE49-F238E27FC236}">
                <a16:creationId xmlns:a16="http://schemas.microsoft.com/office/drawing/2014/main" id="{A0737CA2-9D14-9461-A6F0-39F87FFC9CF2}"/>
              </a:ext>
            </a:extLst>
          </p:cNvPr>
          <p:cNvSpPr>
            <a:spLocks noGrp="1"/>
          </p:cNvSpPr>
          <p:nvPr>
            <p:ph idx="1"/>
          </p:nvPr>
        </p:nvSpPr>
        <p:spPr>
          <a:xfrm>
            <a:off x="477980" y="4872922"/>
            <a:ext cx="4023359" cy="1208141"/>
          </a:xfrm>
        </p:spPr>
        <p:txBody>
          <a:bodyPr vert="horz" lIns="91440" tIns="45720" rIns="91440" bIns="45720" rtlCol="0">
            <a:normAutofit/>
          </a:bodyPr>
          <a:lstStyle/>
          <a:p>
            <a:pPr marL="0" indent="0">
              <a:buNone/>
            </a:pPr>
            <a:r>
              <a:rPr lang="en-US" sz="3200"/>
              <a:t>Make the “Ask.” </a:t>
            </a:r>
          </a:p>
        </p:txBody>
      </p:sp>
    </p:spTree>
    <p:extLst>
      <p:ext uri="{BB962C8B-B14F-4D97-AF65-F5344CB8AC3E}">
        <p14:creationId xmlns:p14="http://schemas.microsoft.com/office/powerpoint/2010/main" val="17775662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oung woman thinking">
            <a:extLst>
              <a:ext uri="{FF2B5EF4-FFF2-40B4-BE49-F238E27FC236}">
                <a16:creationId xmlns:a16="http://schemas.microsoft.com/office/drawing/2014/main" id="{38B03C0B-3EC2-229F-35A7-8764DE618C85}"/>
              </a:ext>
            </a:extLst>
          </p:cNvPr>
          <p:cNvPicPr>
            <a:picLocks noChangeAspect="1"/>
          </p:cNvPicPr>
          <p:nvPr/>
        </p:nvPicPr>
        <p:blipFill rotWithShape="1">
          <a:blip r:embed="rId3">
            <a:extLst>
              <a:ext uri="{28A0092B-C50C-407E-A947-70E740481C1C}">
                <a14:useLocalDpi xmlns:a14="http://schemas.microsoft.com/office/drawing/2010/main" val="0"/>
              </a:ext>
            </a:extLst>
          </a:blip>
          <a:srcRect l="1692" r="4191" b="-1"/>
          <a:stretch/>
        </p:blipFill>
        <p:spPr>
          <a:xfrm>
            <a:off x="1" y="86274"/>
            <a:ext cx="6894812" cy="4888292"/>
          </a:xfrm>
          <a:prstGeom prst="rect">
            <a:avLst/>
          </a:prstGeom>
        </p:spPr>
      </p:pic>
      <p:sp>
        <p:nvSpPr>
          <p:cNvPr id="2" name="Title 1">
            <a:extLst>
              <a:ext uri="{FF2B5EF4-FFF2-40B4-BE49-F238E27FC236}">
                <a16:creationId xmlns:a16="http://schemas.microsoft.com/office/drawing/2014/main" id="{CB558B60-80F5-EF12-90E9-5245BBD45469}"/>
              </a:ext>
            </a:extLst>
          </p:cNvPr>
          <p:cNvSpPr>
            <a:spLocks noGrp="1"/>
          </p:cNvSpPr>
          <p:nvPr>
            <p:ph type="title"/>
          </p:nvPr>
        </p:nvSpPr>
        <p:spPr>
          <a:xfrm>
            <a:off x="7531610" y="365125"/>
            <a:ext cx="3822189" cy="864552"/>
          </a:xfrm>
        </p:spPr>
        <p:txBody>
          <a:bodyPr>
            <a:normAutofit/>
          </a:bodyPr>
          <a:lstStyle/>
          <a:p>
            <a:r>
              <a:rPr lang="en-US"/>
              <a:t>Considerations</a:t>
            </a:r>
          </a:p>
        </p:txBody>
      </p:sp>
      <p:sp>
        <p:nvSpPr>
          <p:cNvPr id="3" name="Content Placeholder 2">
            <a:extLst>
              <a:ext uri="{FF2B5EF4-FFF2-40B4-BE49-F238E27FC236}">
                <a16:creationId xmlns:a16="http://schemas.microsoft.com/office/drawing/2014/main" id="{431B4179-7BE8-8372-9E5E-67C43713C288}"/>
              </a:ext>
            </a:extLst>
          </p:cNvPr>
          <p:cNvSpPr>
            <a:spLocks noGrp="1"/>
          </p:cNvSpPr>
          <p:nvPr>
            <p:ph idx="1"/>
          </p:nvPr>
        </p:nvSpPr>
        <p:spPr>
          <a:xfrm>
            <a:off x="7531610" y="2092319"/>
            <a:ext cx="3822189" cy="3742762"/>
          </a:xfrm>
        </p:spPr>
        <p:txBody>
          <a:bodyPr vert="horz" lIns="0" tIns="45720" rIns="0" bIns="45720" rtlCol="0" anchor="t">
            <a:noAutofit/>
          </a:bodyPr>
          <a:lstStyle/>
          <a:p>
            <a:pPr>
              <a:buFont typeface="Calibri"/>
            </a:pPr>
            <a:r>
              <a:rPr lang="en-US" sz="2800"/>
              <a:t>Know before you go!</a:t>
            </a:r>
            <a:endParaRPr lang="en-US" sz="2800">
              <a:cs typeface="Calibri"/>
            </a:endParaRPr>
          </a:p>
          <a:p>
            <a:pPr>
              <a:buFont typeface="Calibri"/>
            </a:pPr>
            <a:r>
              <a:rPr lang="en-US" sz="2800"/>
              <a:t>Have your opening and questions ready. </a:t>
            </a:r>
            <a:endParaRPr lang="en-US" sz="2800">
              <a:cs typeface="Calibri"/>
            </a:endParaRPr>
          </a:p>
          <a:p>
            <a:pPr>
              <a:buFont typeface="Calibri"/>
            </a:pPr>
            <a:r>
              <a:rPr lang="en-US" sz="2800"/>
              <a:t>Make meaningful offerings.</a:t>
            </a:r>
            <a:endParaRPr lang="en-US" sz="2800">
              <a:cs typeface="Calibri"/>
            </a:endParaRPr>
          </a:p>
          <a:p>
            <a:pPr>
              <a:buFont typeface="Calibri"/>
            </a:pPr>
            <a:r>
              <a:rPr lang="en-US" sz="2800"/>
              <a:t>Be considerate of the person’s time. </a:t>
            </a:r>
            <a:endParaRPr lang="en-US" sz="2800">
              <a:cs typeface="Calibri"/>
            </a:endParaRPr>
          </a:p>
        </p:txBody>
      </p:sp>
    </p:spTree>
    <p:extLst>
      <p:ext uri="{BB962C8B-B14F-4D97-AF65-F5344CB8AC3E}">
        <p14:creationId xmlns:p14="http://schemas.microsoft.com/office/powerpoint/2010/main" val="3329640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6" name="Straight Connector 25">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Rubber bands connected attached to nails">
            <a:extLst>
              <a:ext uri="{FF2B5EF4-FFF2-40B4-BE49-F238E27FC236}">
                <a16:creationId xmlns:a16="http://schemas.microsoft.com/office/drawing/2014/main" id="{A1E35DB4-A1E9-3DAE-440D-458E1F8A78F6}"/>
              </a:ext>
            </a:extLst>
          </p:cNvPr>
          <p:cNvPicPr>
            <a:picLocks noChangeAspect="1"/>
          </p:cNvPicPr>
          <p:nvPr/>
        </p:nvPicPr>
        <p:blipFill rotWithShape="1">
          <a:blip r:embed="rId3">
            <a:duotone>
              <a:prstClr val="black"/>
              <a:schemeClr val="tx2">
                <a:tint val="45000"/>
                <a:satMod val="400000"/>
              </a:schemeClr>
            </a:duotone>
            <a:alphaModFix amt="40000"/>
          </a:blip>
          <a:srcRect t="15730"/>
          <a:stretch/>
        </p:blipFill>
        <p:spPr>
          <a:xfrm>
            <a:off x="20" y="10"/>
            <a:ext cx="12191980" cy="6857991"/>
          </a:xfrm>
          <a:prstGeom prst="rect">
            <a:avLst/>
          </a:prstGeom>
        </p:spPr>
      </p:pic>
      <p:sp>
        <p:nvSpPr>
          <p:cNvPr id="3" name="TextBox 2">
            <a:extLst>
              <a:ext uri="{FF2B5EF4-FFF2-40B4-BE49-F238E27FC236}">
                <a16:creationId xmlns:a16="http://schemas.microsoft.com/office/drawing/2014/main" id="{9B5696D6-2555-802E-5596-71316E4A06F7}"/>
              </a:ext>
            </a:extLst>
          </p:cNvPr>
          <p:cNvSpPr txBox="1"/>
          <p:nvPr/>
        </p:nvSpPr>
        <p:spPr>
          <a:xfrm>
            <a:off x="1097280" y="758952"/>
            <a:ext cx="10058400" cy="356616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defTabSz="914400">
              <a:lnSpc>
                <a:spcPct val="85000"/>
              </a:lnSpc>
              <a:spcBef>
                <a:spcPct val="0"/>
              </a:spcBef>
              <a:spcAft>
                <a:spcPts val="600"/>
              </a:spcAft>
              <a:buClr>
                <a:schemeClr val="accent1"/>
              </a:buClr>
            </a:pPr>
            <a:r>
              <a:rPr lang="en-US" sz="8000" b="1" spc="-50">
                <a:solidFill>
                  <a:schemeClr val="tx1">
                    <a:lumMod val="85000"/>
                    <a:lumOff val="15000"/>
                  </a:schemeClr>
                </a:solidFill>
                <a:latin typeface="+mj-lt"/>
                <a:ea typeface="+mj-ea"/>
                <a:cs typeface="+mj-cs"/>
              </a:rPr>
              <a:t>Connecting </a:t>
            </a:r>
            <a:endParaRPr lang="en-US" sz="8000" spc="-50">
              <a:solidFill>
                <a:schemeClr val="tx1">
                  <a:lumMod val="85000"/>
                  <a:lumOff val="15000"/>
                </a:schemeClr>
              </a:solidFill>
              <a:latin typeface="+mj-lt"/>
              <a:ea typeface="+mj-ea"/>
              <a:cs typeface="+mj-cs"/>
            </a:endParaRPr>
          </a:p>
          <a:p>
            <a:pPr defTabSz="914400">
              <a:lnSpc>
                <a:spcPct val="85000"/>
              </a:lnSpc>
              <a:spcBef>
                <a:spcPct val="0"/>
              </a:spcBef>
              <a:spcAft>
                <a:spcPts val="600"/>
              </a:spcAft>
            </a:pPr>
            <a:r>
              <a:rPr lang="en-US" sz="8000" b="1" spc="-50">
                <a:solidFill>
                  <a:schemeClr val="tx1">
                    <a:lumMod val="85000"/>
                    <a:lumOff val="15000"/>
                  </a:schemeClr>
                </a:solidFill>
                <a:latin typeface="+mj-lt"/>
                <a:ea typeface="+mj-ea"/>
                <a:cs typeface="+mj-cs"/>
              </a:rPr>
              <a:t>the </a:t>
            </a:r>
            <a:endParaRPr lang="en-US" sz="8000" spc="-50">
              <a:solidFill>
                <a:schemeClr val="tx1">
                  <a:lumMod val="85000"/>
                  <a:lumOff val="15000"/>
                </a:schemeClr>
              </a:solidFill>
              <a:latin typeface="+mj-lt"/>
              <a:ea typeface="+mj-ea"/>
              <a:cs typeface="+mj-cs"/>
            </a:endParaRPr>
          </a:p>
          <a:p>
            <a:pPr defTabSz="914400">
              <a:lnSpc>
                <a:spcPct val="85000"/>
              </a:lnSpc>
              <a:spcBef>
                <a:spcPct val="0"/>
              </a:spcBef>
              <a:spcAft>
                <a:spcPts val="600"/>
              </a:spcAft>
            </a:pPr>
            <a:r>
              <a:rPr lang="en-US" sz="8000" b="1" spc="-50">
                <a:solidFill>
                  <a:schemeClr val="tx1">
                    <a:lumMod val="85000"/>
                    <a:lumOff val="15000"/>
                  </a:schemeClr>
                </a:solidFill>
                <a:latin typeface="+mj-lt"/>
                <a:ea typeface="+mj-ea"/>
                <a:cs typeface="+mj-cs"/>
              </a:rPr>
              <a:t>dots</a:t>
            </a:r>
            <a:endParaRPr lang="en-US" sz="8000" spc="-50">
              <a:solidFill>
                <a:schemeClr val="tx1">
                  <a:lumMod val="85000"/>
                  <a:lumOff val="15000"/>
                </a:schemeClr>
              </a:solidFill>
              <a:latin typeface="+mj-lt"/>
              <a:ea typeface="+mj-ea"/>
              <a:cs typeface="+mj-cs"/>
            </a:endParaRPr>
          </a:p>
        </p:txBody>
      </p:sp>
      <p:cxnSp>
        <p:nvCxnSpPr>
          <p:cNvPr id="28" name="Straight Connector 27">
            <a:extLst>
              <a:ext uri="{FF2B5EF4-FFF2-40B4-BE49-F238E27FC236}">
                <a16:creationId xmlns:a16="http://schemas.microsoft.com/office/drawing/2014/main" id="{E6E50488-8E5E-4E36-9763-092234CAE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B9E780F8-2452-4595-A281-E594BA83D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2" name="Rectangle 31">
            <a:extLst>
              <a:ext uri="{FF2B5EF4-FFF2-40B4-BE49-F238E27FC236}">
                <a16:creationId xmlns:a16="http://schemas.microsoft.com/office/drawing/2014/main" id="{A917F44A-7774-4C79-BEDC-0CC73C8C0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06DDEAB6-8F2A-5173-17FD-110AF2CED983}"/>
              </a:ext>
            </a:extLst>
          </p:cNvPr>
          <p:cNvSpPr>
            <a:spLocks noGrp="1"/>
          </p:cNvSpPr>
          <p:nvPr>
            <p:ph type="sldNum" sz="quarter" idx="12"/>
          </p:nvPr>
        </p:nvSpPr>
        <p:spPr>
          <a:xfrm>
            <a:off x="9900458" y="6459785"/>
            <a:ext cx="1312025" cy="365125"/>
          </a:xfrm>
        </p:spPr>
        <p:txBody>
          <a:bodyPr vert="horz" lIns="91440" tIns="45720" rIns="91440" bIns="45720" rtlCol="0" anchor="ctr">
            <a:normAutofit/>
          </a:bodyPr>
          <a:lstStyle/>
          <a:p>
            <a:pPr defTabSz="914400">
              <a:spcAft>
                <a:spcPts val="600"/>
              </a:spcAft>
            </a:pPr>
            <a:fld id="{FAEF9944-A4F6-4C59-AEBD-678D6480B8EA}" type="slidenum">
              <a:rPr lang="en-US" smtClean="0"/>
              <a:pPr defTabSz="914400">
                <a:spcAft>
                  <a:spcPts val="600"/>
                </a:spcAft>
              </a:pPr>
              <a:t>36</a:t>
            </a:fld>
            <a:endParaRPr lang="en-US"/>
          </a:p>
        </p:txBody>
      </p:sp>
    </p:spTree>
    <p:extLst>
      <p:ext uri="{BB962C8B-B14F-4D97-AF65-F5344CB8AC3E}">
        <p14:creationId xmlns:p14="http://schemas.microsoft.com/office/powerpoint/2010/main" val="2023057140"/>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6E71FE-B8CC-4ADA-25C3-43E899EB68B0}"/>
              </a:ext>
            </a:extLst>
          </p:cNvPr>
          <p:cNvSpPr>
            <a:spLocks noGrp="1"/>
          </p:cNvSpPr>
          <p:nvPr>
            <p:ph type="sldNum" sz="quarter" idx="12"/>
          </p:nvPr>
        </p:nvSpPr>
        <p:spPr/>
        <p:txBody>
          <a:bodyPr/>
          <a:lstStyle/>
          <a:p>
            <a:fld id="{FAEF9944-A4F6-4C59-AEBD-678D6480B8EA}" type="slidenum">
              <a:rPr lang="en-US" smtClean="0"/>
              <a:pPr/>
              <a:t>37</a:t>
            </a:fld>
            <a:endParaRPr lang="en-US"/>
          </a:p>
        </p:txBody>
      </p:sp>
      <p:sp>
        <p:nvSpPr>
          <p:cNvPr id="15" name="TextBox 14">
            <a:extLst>
              <a:ext uri="{FF2B5EF4-FFF2-40B4-BE49-F238E27FC236}">
                <a16:creationId xmlns:a16="http://schemas.microsoft.com/office/drawing/2014/main" id="{89FBDC85-E386-C023-5EDD-E11DB0A61073}"/>
              </a:ext>
            </a:extLst>
          </p:cNvPr>
          <p:cNvSpPr txBox="1"/>
          <p:nvPr/>
        </p:nvSpPr>
        <p:spPr>
          <a:xfrm>
            <a:off x="145110" y="1128048"/>
            <a:ext cx="11892176"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85800" indent="-685800">
              <a:buFont typeface="Arial"/>
              <a:buChar char="•"/>
            </a:pPr>
            <a:r>
              <a:rPr lang="en-US" sz="2000">
                <a:cs typeface="Calibri"/>
              </a:rPr>
              <a:t>Considering an existing individual profile: What </a:t>
            </a:r>
            <a:r>
              <a:rPr lang="en-US" sz="2000" b="1" u="sng">
                <a:cs typeface="Calibri"/>
              </a:rPr>
              <a:t>do</a:t>
            </a:r>
            <a:r>
              <a:rPr lang="en-US" sz="2000">
                <a:cs typeface="Calibri"/>
              </a:rPr>
              <a:t> you know and what </a:t>
            </a:r>
            <a:r>
              <a:rPr lang="en-US" sz="2000" b="1" u="sng">
                <a:cs typeface="Calibri"/>
              </a:rPr>
              <a:t>don't</a:t>
            </a:r>
            <a:r>
              <a:rPr lang="en-US" sz="2000" b="1">
                <a:cs typeface="Calibri"/>
              </a:rPr>
              <a:t> </a:t>
            </a:r>
            <a:r>
              <a:rPr lang="en-US" sz="2000">
                <a:cs typeface="Calibri"/>
              </a:rPr>
              <a:t>you know (if anything) that will help with person-centered planning in day services?</a:t>
            </a:r>
          </a:p>
          <a:p>
            <a:endParaRPr lang="en-US" sz="2000">
              <a:cs typeface="Calibri"/>
            </a:endParaRPr>
          </a:p>
          <a:p>
            <a:pPr marL="685800" indent="-685800">
              <a:buFont typeface="Arial"/>
              <a:buChar char="•"/>
            </a:pPr>
            <a:r>
              <a:rPr lang="en-US" sz="2000">
                <a:cs typeface="Calibri"/>
              </a:rPr>
              <a:t>How will you get this information? What tools, methods, strategies, or processes will you use?</a:t>
            </a:r>
          </a:p>
          <a:p>
            <a:endParaRPr lang="en-US" sz="2000">
              <a:cs typeface="Calibri"/>
            </a:endParaRPr>
          </a:p>
          <a:p>
            <a:pPr marL="685800" indent="-685800">
              <a:buFont typeface="Arial"/>
              <a:buChar char="•"/>
            </a:pPr>
            <a:r>
              <a:rPr lang="en-US" sz="2000">
                <a:cs typeface="Calibri"/>
              </a:rPr>
              <a:t>Based on what you DO know, what activities might lead to person-centered, community life engagement outcomes? </a:t>
            </a:r>
          </a:p>
          <a:p>
            <a:pPr marL="685800" indent="-685800">
              <a:buFont typeface="Arial"/>
              <a:buChar char="•"/>
            </a:pPr>
            <a:endParaRPr lang="en-US" sz="2000">
              <a:cs typeface="Calibri"/>
            </a:endParaRPr>
          </a:p>
          <a:p>
            <a:pPr marL="685800" indent="-685800">
              <a:buFont typeface="Arial"/>
              <a:buChar char="•"/>
            </a:pPr>
            <a:r>
              <a:rPr lang="en-US" sz="2000">
                <a:cs typeface="Calibri"/>
              </a:rPr>
              <a:t>Do you know where these type of activities take place? </a:t>
            </a:r>
          </a:p>
          <a:p>
            <a:pPr marL="685800" indent="-685800">
              <a:buFont typeface="Arial"/>
              <a:buChar char="•"/>
            </a:pPr>
            <a:endParaRPr lang="en-US" sz="2000">
              <a:cs typeface="Calibri"/>
            </a:endParaRPr>
          </a:p>
          <a:p>
            <a:pPr marL="685800" indent="-685800">
              <a:buFont typeface="Arial"/>
              <a:buChar char="•"/>
            </a:pPr>
            <a:r>
              <a:rPr lang="en-US" sz="2000">
                <a:cs typeface="Calibri"/>
              </a:rPr>
              <a:t>What skills would this person benefit from learning? </a:t>
            </a:r>
          </a:p>
          <a:p>
            <a:endParaRPr lang="en-US" sz="2000">
              <a:cs typeface="Calibri"/>
            </a:endParaRPr>
          </a:p>
          <a:p>
            <a:pPr marL="685800" indent="-685800">
              <a:buFont typeface="Arial"/>
              <a:buChar char="•"/>
            </a:pPr>
            <a:r>
              <a:rPr lang="en-US" sz="2000">
                <a:cs typeface="Calibri"/>
              </a:rPr>
              <a:t>What type of supports might the person need?  </a:t>
            </a:r>
          </a:p>
          <a:p>
            <a:pPr marL="685800" indent="-685800">
              <a:buFont typeface="Arial"/>
              <a:buChar char="•"/>
            </a:pPr>
            <a:endParaRPr lang="en-US" sz="2000">
              <a:cs typeface="Calibri"/>
            </a:endParaRPr>
          </a:p>
          <a:p>
            <a:pPr marL="685800" indent="-685800">
              <a:buFont typeface="Arial"/>
              <a:buChar char="•"/>
            </a:pPr>
            <a:r>
              <a:rPr lang="en-US" sz="2000">
                <a:cs typeface="Calibri"/>
              </a:rPr>
              <a:t>How will you will explore the possibility of natural supports to enhance membership &amp; inclusion?</a:t>
            </a:r>
          </a:p>
          <a:p>
            <a:endParaRPr lang="en-US" sz="2400">
              <a:cs typeface="Calibri" panose="020F0502020204030204"/>
            </a:endParaRPr>
          </a:p>
        </p:txBody>
      </p:sp>
      <p:pic>
        <p:nvPicPr>
          <p:cNvPr id="5" name="Picture 4" descr="A logo for a company&#10;&#10;Description automatically generated">
            <a:extLst>
              <a:ext uri="{FF2B5EF4-FFF2-40B4-BE49-F238E27FC236}">
                <a16:creationId xmlns:a16="http://schemas.microsoft.com/office/drawing/2014/main" id="{503D9438-6ABC-ABE2-39D5-9D655A4694E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
        <p:nvSpPr>
          <p:cNvPr id="3" name="TextBox 2">
            <a:extLst>
              <a:ext uri="{FF2B5EF4-FFF2-40B4-BE49-F238E27FC236}">
                <a16:creationId xmlns:a16="http://schemas.microsoft.com/office/drawing/2014/main" id="{3D1BA341-5AFA-17DB-C0F9-F5C0AEDD54E6}"/>
              </a:ext>
            </a:extLst>
          </p:cNvPr>
          <p:cNvSpPr txBox="1"/>
          <p:nvPr/>
        </p:nvSpPr>
        <p:spPr>
          <a:xfrm>
            <a:off x="147801" y="108387"/>
            <a:ext cx="919655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cs typeface="Calibri"/>
              </a:rPr>
              <a:t>Group Exercise:</a:t>
            </a:r>
            <a:endParaRPr lang="en-US" sz="4800" b="1" err="1"/>
          </a:p>
        </p:txBody>
      </p:sp>
    </p:spTree>
    <p:extLst>
      <p:ext uri="{BB962C8B-B14F-4D97-AF65-F5344CB8AC3E}">
        <p14:creationId xmlns:p14="http://schemas.microsoft.com/office/powerpoint/2010/main" val="2693347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BBCEC-5667-BC2C-6CAE-B7AAC72C00F9}"/>
              </a:ext>
            </a:extLst>
          </p:cNvPr>
          <p:cNvSpPr>
            <a:spLocks noGrp="1"/>
          </p:cNvSpPr>
          <p:nvPr>
            <p:ph type="title"/>
          </p:nvPr>
        </p:nvSpPr>
        <p:spPr>
          <a:xfrm>
            <a:off x="162752" y="-187850"/>
            <a:ext cx="10058400" cy="1450757"/>
          </a:xfrm>
        </p:spPr>
        <p:txBody>
          <a:bodyPr/>
          <a:lstStyle/>
          <a:p>
            <a:r>
              <a:rPr lang="en-US" b="1">
                <a:cs typeface="Calibri Light"/>
              </a:rPr>
              <a:t>Things to pay attention to: </a:t>
            </a:r>
            <a:endParaRPr lang="en-US">
              <a:cs typeface="Calibri Light" panose="020F0302020204030204"/>
            </a:endParaRPr>
          </a:p>
        </p:txBody>
      </p:sp>
      <p:sp>
        <p:nvSpPr>
          <p:cNvPr id="3" name="Content Placeholder 2">
            <a:extLst>
              <a:ext uri="{FF2B5EF4-FFF2-40B4-BE49-F238E27FC236}">
                <a16:creationId xmlns:a16="http://schemas.microsoft.com/office/drawing/2014/main" id="{72C1DFA5-A9F1-A591-9B40-1529D6C872DE}"/>
              </a:ext>
            </a:extLst>
          </p:cNvPr>
          <p:cNvSpPr>
            <a:spLocks noGrp="1"/>
          </p:cNvSpPr>
          <p:nvPr>
            <p:ph idx="1"/>
          </p:nvPr>
        </p:nvSpPr>
        <p:spPr>
          <a:xfrm>
            <a:off x="320903" y="1845734"/>
            <a:ext cx="11913078" cy="4023360"/>
          </a:xfrm>
        </p:spPr>
        <p:txBody>
          <a:bodyPr vert="horz" lIns="0" tIns="45720" rIns="0" bIns="45720" rtlCol="0" anchor="t">
            <a:noAutofit/>
          </a:bodyPr>
          <a:lstStyle/>
          <a:p>
            <a:pPr>
              <a:buFont typeface="Arial" panose="020F0502020204030204" pitchFamily="34" charset="0"/>
              <a:buChar char="•"/>
            </a:pPr>
            <a:r>
              <a:rPr lang="en-US" sz="2800">
                <a:cs typeface="Calibri" panose="020F0502020204030204"/>
              </a:rPr>
              <a:t>Skills that exist/skills needed </a:t>
            </a:r>
          </a:p>
          <a:p>
            <a:pPr>
              <a:buFont typeface="Arial" panose="020F0502020204030204" pitchFamily="34" charset="0"/>
              <a:buChar char="•"/>
            </a:pPr>
            <a:r>
              <a:rPr lang="en-US" sz="2800">
                <a:cs typeface="Calibri" panose="020F0502020204030204"/>
              </a:rPr>
              <a:t>Relationships</a:t>
            </a:r>
          </a:p>
          <a:p>
            <a:pPr>
              <a:buFont typeface="Arial" panose="020F0502020204030204" pitchFamily="34" charset="0"/>
              <a:buChar char="•"/>
            </a:pPr>
            <a:r>
              <a:rPr lang="en-US" sz="2800">
                <a:cs typeface="Calibri" panose="020F0502020204030204"/>
              </a:rPr>
              <a:t>Paid and unpaid work experiences</a:t>
            </a:r>
          </a:p>
          <a:p>
            <a:pPr>
              <a:buFont typeface="Arial" panose="020F0502020204030204" pitchFamily="34" charset="0"/>
              <a:buChar char="•"/>
            </a:pPr>
            <a:r>
              <a:rPr lang="en-US" sz="2800">
                <a:cs typeface="Calibri" panose="020F0502020204030204"/>
              </a:rPr>
              <a:t>Past community experiences</a:t>
            </a:r>
          </a:p>
          <a:p>
            <a:pPr>
              <a:buFont typeface="Arial" panose="020F0502020204030204" pitchFamily="34" charset="0"/>
              <a:buChar char="•"/>
            </a:pPr>
            <a:r>
              <a:rPr lang="en-US" sz="2800">
                <a:cs typeface="Calibri" panose="020F0502020204030204"/>
              </a:rPr>
              <a:t>Technology </a:t>
            </a:r>
          </a:p>
          <a:p>
            <a:pPr>
              <a:buFont typeface="Arial" panose="020F0502020204030204" pitchFamily="34" charset="0"/>
              <a:buChar char="•"/>
            </a:pPr>
            <a:r>
              <a:rPr lang="en-US" sz="2800">
                <a:cs typeface="Calibri" panose="020F0502020204030204"/>
              </a:rPr>
              <a:t>Support needs </a:t>
            </a:r>
          </a:p>
          <a:p>
            <a:pPr>
              <a:buFont typeface="Arial" panose="020F0502020204030204" pitchFamily="34" charset="0"/>
              <a:buChar char="•"/>
            </a:pPr>
            <a:r>
              <a:rPr lang="en-US" sz="2800">
                <a:cs typeface="Calibri" panose="020F0502020204030204"/>
              </a:rPr>
              <a:t>Ideal conditions </a:t>
            </a:r>
          </a:p>
          <a:p>
            <a:pPr>
              <a:buFont typeface="Arial" panose="020F0502020204030204" pitchFamily="34" charset="0"/>
              <a:buChar char="•"/>
            </a:pPr>
            <a:r>
              <a:rPr lang="en-US" sz="2800">
                <a:cs typeface="Calibri" panose="020F0502020204030204"/>
              </a:rPr>
              <a:t>Possibilities for jobs and community membership </a:t>
            </a:r>
          </a:p>
        </p:txBody>
      </p:sp>
      <p:sp>
        <p:nvSpPr>
          <p:cNvPr id="4" name="Slide Number Placeholder 3">
            <a:extLst>
              <a:ext uri="{FF2B5EF4-FFF2-40B4-BE49-F238E27FC236}">
                <a16:creationId xmlns:a16="http://schemas.microsoft.com/office/drawing/2014/main" id="{164444CD-8E9B-4C0C-A85E-7240EC4A23DF}"/>
              </a:ext>
            </a:extLst>
          </p:cNvPr>
          <p:cNvSpPr>
            <a:spLocks noGrp="1"/>
          </p:cNvSpPr>
          <p:nvPr>
            <p:ph type="sldNum" sz="quarter" idx="12"/>
          </p:nvPr>
        </p:nvSpPr>
        <p:spPr/>
        <p:txBody>
          <a:bodyPr/>
          <a:lstStyle/>
          <a:p>
            <a:fld id="{FAEF9944-A4F6-4C59-AEBD-678D6480B8EA}" type="slidenum">
              <a:rPr lang="en-US" dirty="0" smtClean="0"/>
              <a:t>38</a:t>
            </a:fld>
            <a:endParaRPr lang="en-US"/>
          </a:p>
        </p:txBody>
      </p:sp>
      <p:pic>
        <p:nvPicPr>
          <p:cNvPr id="6" name="Picture 5" descr="A logo for a company&#10;&#10;Description automatically generated">
            <a:extLst>
              <a:ext uri="{FF2B5EF4-FFF2-40B4-BE49-F238E27FC236}">
                <a16:creationId xmlns:a16="http://schemas.microsoft.com/office/drawing/2014/main" id="{8CE0B6AB-43F6-0B2E-AAA8-6A55D365D6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90669" y="5750604"/>
            <a:ext cx="1011877" cy="491837"/>
          </a:xfrm>
          <a:prstGeom prst="rect">
            <a:avLst/>
          </a:prstGeom>
        </p:spPr>
      </p:pic>
      <p:sp>
        <p:nvSpPr>
          <p:cNvPr id="5" name="TextBox 4">
            <a:extLst>
              <a:ext uri="{FF2B5EF4-FFF2-40B4-BE49-F238E27FC236}">
                <a16:creationId xmlns:a16="http://schemas.microsoft.com/office/drawing/2014/main" id="{7AE6445D-E3F2-9D33-7623-CE3EB5D3AB5C}"/>
              </a:ext>
            </a:extLst>
          </p:cNvPr>
          <p:cNvSpPr txBox="1"/>
          <p:nvPr/>
        </p:nvSpPr>
        <p:spPr>
          <a:xfrm>
            <a:off x="7237762" y="3489614"/>
            <a:ext cx="345126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cs typeface="Calibri"/>
              </a:rPr>
              <a:t>What else? </a:t>
            </a:r>
            <a:endParaRPr lang="en-US" sz="3200" b="1"/>
          </a:p>
        </p:txBody>
      </p:sp>
    </p:spTree>
    <p:extLst>
      <p:ext uri="{BB962C8B-B14F-4D97-AF65-F5344CB8AC3E}">
        <p14:creationId xmlns:p14="http://schemas.microsoft.com/office/powerpoint/2010/main" val="2795892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6E71FE-B8CC-4ADA-25C3-43E899EB68B0}"/>
              </a:ext>
            </a:extLst>
          </p:cNvPr>
          <p:cNvSpPr>
            <a:spLocks noGrp="1"/>
          </p:cNvSpPr>
          <p:nvPr>
            <p:ph type="sldNum" sz="quarter" idx="12"/>
          </p:nvPr>
        </p:nvSpPr>
        <p:spPr/>
        <p:txBody>
          <a:bodyPr/>
          <a:lstStyle/>
          <a:p>
            <a:fld id="{FAEF9944-A4F6-4C59-AEBD-678D6480B8EA}" type="slidenum">
              <a:rPr lang="en-US" smtClean="0"/>
              <a:pPr/>
              <a:t>39</a:t>
            </a:fld>
            <a:endParaRPr lang="en-US"/>
          </a:p>
        </p:txBody>
      </p:sp>
      <p:sp>
        <p:nvSpPr>
          <p:cNvPr id="4" name="TextBox 3">
            <a:extLst>
              <a:ext uri="{FF2B5EF4-FFF2-40B4-BE49-F238E27FC236}">
                <a16:creationId xmlns:a16="http://schemas.microsoft.com/office/drawing/2014/main" id="{EB300881-3733-1902-5105-986FBCB15552}"/>
              </a:ext>
            </a:extLst>
          </p:cNvPr>
          <p:cNvSpPr txBox="1"/>
          <p:nvPr/>
        </p:nvSpPr>
        <p:spPr>
          <a:xfrm>
            <a:off x="5414903" y="4179150"/>
            <a:ext cx="6096912" cy="369332"/>
          </a:xfrm>
          <a:prstGeom prst="rect">
            <a:avLst/>
          </a:prstGeom>
          <a:noFill/>
        </p:spPr>
        <p:txBody>
          <a:bodyPr wrap="square" lIns="91440" tIns="45720" rIns="91440" bIns="45720" anchor="t">
            <a:spAutoFit/>
          </a:bodyPr>
          <a:lstStyle/>
          <a:p>
            <a:r>
              <a:rPr lang="en-US">
                <a:hlinkClick r:id="rId3"/>
              </a:rPr>
              <a:t>Positive_personal_profile_blank.pdf (thinkcollege.net)</a:t>
            </a:r>
            <a:endParaRPr lang="en-US">
              <a:cs typeface="Calibri" panose="020F0502020204030204"/>
            </a:endParaRPr>
          </a:p>
        </p:txBody>
      </p:sp>
      <p:sp>
        <p:nvSpPr>
          <p:cNvPr id="9" name="TextBox 8">
            <a:extLst>
              <a:ext uri="{FF2B5EF4-FFF2-40B4-BE49-F238E27FC236}">
                <a16:creationId xmlns:a16="http://schemas.microsoft.com/office/drawing/2014/main" id="{3106F231-03E5-F841-62C5-83F845BAD904}"/>
              </a:ext>
            </a:extLst>
          </p:cNvPr>
          <p:cNvSpPr txBox="1"/>
          <p:nvPr/>
        </p:nvSpPr>
        <p:spPr>
          <a:xfrm>
            <a:off x="5424310" y="4745756"/>
            <a:ext cx="6096000" cy="369332"/>
          </a:xfrm>
          <a:prstGeom prst="rect">
            <a:avLst/>
          </a:prstGeom>
          <a:noFill/>
        </p:spPr>
        <p:txBody>
          <a:bodyPr wrap="square">
            <a:spAutoFit/>
          </a:bodyPr>
          <a:lstStyle/>
          <a:p>
            <a:r>
              <a:rPr lang="en-US">
                <a:hlinkClick r:id="rId4"/>
              </a:rPr>
              <a:t>PositivePersonalProfile_Transcen.pdf (employmentfirstma.org)</a:t>
            </a:r>
            <a:endParaRPr lang="en-US"/>
          </a:p>
        </p:txBody>
      </p:sp>
      <p:sp>
        <p:nvSpPr>
          <p:cNvPr id="11" name="TextBox 10">
            <a:extLst>
              <a:ext uri="{FF2B5EF4-FFF2-40B4-BE49-F238E27FC236}">
                <a16:creationId xmlns:a16="http://schemas.microsoft.com/office/drawing/2014/main" id="{5F90BFDC-AB6C-7525-A692-60F769814512}"/>
              </a:ext>
            </a:extLst>
          </p:cNvPr>
          <p:cNvSpPr txBox="1"/>
          <p:nvPr/>
        </p:nvSpPr>
        <p:spPr>
          <a:xfrm>
            <a:off x="5414903" y="3580916"/>
            <a:ext cx="6096000" cy="369332"/>
          </a:xfrm>
          <a:prstGeom prst="rect">
            <a:avLst/>
          </a:prstGeom>
          <a:noFill/>
        </p:spPr>
        <p:txBody>
          <a:bodyPr wrap="square">
            <a:spAutoFit/>
          </a:bodyPr>
          <a:lstStyle/>
          <a:p>
            <a:r>
              <a:rPr lang="en-US">
                <a:hlinkClick r:id="rId5"/>
              </a:rPr>
              <a:t>Positive-Personal-Profile-Example.pdf (transcen.org)</a:t>
            </a:r>
            <a:endParaRPr lang="en-US"/>
          </a:p>
        </p:txBody>
      </p:sp>
      <p:sp>
        <p:nvSpPr>
          <p:cNvPr id="13" name="TextBox 12">
            <a:extLst>
              <a:ext uri="{FF2B5EF4-FFF2-40B4-BE49-F238E27FC236}">
                <a16:creationId xmlns:a16="http://schemas.microsoft.com/office/drawing/2014/main" id="{B2C66157-1780-0FC8-1580-3BD483CA60E3}"/>
              </a:ext>
            </a:extLst>
          </p:cNvPr>
          <p:cNvSpPr txBox="1"/>
          <p:nvPr/>
        </p:nvSpPr>
        <p:spPr>
          <a:xfrm>
            <a:off x="5414903" y="2783554"/>
            <a:ext cx="6096000" cy="646331"/>
          </a:xfrm>
          <a:prstGeom prst="rect">
            <a:avLst/>
          </a:prstGeom>
          <a:noFill/>
        </p:spPr>
        <p:txBody>
          <a:bodyPr wrap="square">
            <a:spAutoFit/>
          </a:bodyPr>
          <a:lstStyle/>
          <a:p>
            <a:r>
              <a:rPr lang="en-US">
                <a:hlinkClick r:id="rId6"/>
              </a:rPr>
              <a:t>Person-Centered Planning Tools - CLE-Toolkit (communityinclusion.org)</a:t>
            </a:r>
            <a:endParaRPr lang="en-US"/>
          </a:p>
        </p:txBody>
      </p:sp>
      <p:sp>
        <p:nvSpPr>
          <p:cNvPr id="3" name="TextBox 2">
            <a:extLst>
              <a:ext uri="{FF2B5EF4-FFF2-40B4-BE49-F238E27FC236}">
                <a16:creationId xmlns:a16="http://schemas.microsoft.com/office/drawing/2014/main" id="{AC39CD95-9834-651B-0DC5-8DF2E9244EB7}"/>
              </a:ext>
            </a:extLst>
          </p:cNvPr>
          <p:cNvSpPr txBox="1"/>
          <p:nvPr/>
        </p:nvSpPr>
        <p:spPr>
          <a:xfrm>
            <a:off x="5419623" y="2053776"/>
            <a:ext cx="557883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7"/>
              </a:rPr>
              <a:t>Tools for Inclusion: Starting with Me: A Guide to Person-Centered Planning for Job Seekers (umb.edu)</a:t>
            </a:r>
            <a:endParaRPr lang="en-US"/>
          </a:p>
        </p:txBody>
      </p:sp>
      <p:sp>
        <p:nvSpPr>
          <p:cNvPr id="5" name="TextBox 4">
            <a:extLst>
              <a:ext uri="{FF2B5EF4-FFF2-40B4-BE49-F238E27FC236}">
                <a16:creationId xmlns:a16="http://schemas.microsoft.com/office/drawing/2014/main" id="{159333D6-5F39-6843-CC9C-143B9A5564C0}"/>
              </a:ext>
            </a:extLst>
          </p:cNvPr>
          <p:cNvSpPr txBox="1"/>
          <p:nvPr/>
        </p:nvSpPr>
        <p:spPr>
          <a:xfrm>
            <a:off x="5425721" y="1634537"/>
            <a:ext cx="50917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8"/>
              </a:rPr>
              <a:t>One Page Profiles- Examples</a:t>
            </a:r>
            <a:endParaRPr lang="en-US"/>
          </a:p>
        </p:txBody>
      </p:sp>
      <p:sp>
        <p:nvSpPr>
          <p:cNvPr id="8" name="TextBox 7">
            <a:extLst>
              <a:ext uri="{FF2B5EF4-FFF2-40B4-BE49-F238E27FC236}">
                <a16:creationId xmlns:a16="http://schemas.microsoft.com/office/drawing/2014/main" id="{B2102632-93F2-C360-F113-1AB2D046123F}"/>
              </a:ext>
            </a:extLst>
          </p:cNvPr>
          <p:cNvSpPr txBox="1"/>
          <p:nvPr/>
        </p:nvSpPr>
        <p:spPr>
          <a:xfrm>
            <a:off x="5418665" y="538573"/>
            <a:ext cx="59713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9"/>
              </a:rPr>
              <a:t>Person Centered – LifeCourse Nexus (lifecoursetools.com)</a:t>
            </a:r>
            <a:endParaRPr lang="en-US"/>
          </a:p>
        </p:txBody>
      </p:sp>
      <p:sp>
        <p:nvSpPr>
          <p:cNvPr id="10" name="TextBox 9">
            <a:extLst>
              <a:ext uri="{FF2B5EF4-FFF2-40B4-BE49-F238E27FC236}">
                <a16:creationId xmlns:a16="http://schemas.microsoft.com/office/drawing/2014/main" id="{F56367EE-48AE-9A30-2F62-2E0B1DE1D234}"/>
              </a:ext>
            </a:extLst>
          </p:cNvPr>
          <p:cNvSpPr txBox="1"/>
          <p:nvPr/>
        </p:nvSpPr>
        <p:spPr>
          <a:xfrm>
            <a:off x="5421019" y="1150055"/>
            <a:ext cx="6528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hlinkClick r:id="rId10"/>
              </a:rPr>
              <a:t>Daily Life and Employment – LifeCourse Nexus (lifecoursetools.com)</a:t>
            </a:r>
            <a:endParaRPr lang="en-US"/>
          </a:p>
        </p:txBody>
      </p:sp>
      <p:sp>
        <p:nvSpPr>
          <p:cNvPr id="6" name="TextBox 5">
            <a:extLst>
              <a:ext uri="{FF2B5EF4-FFF2-40B4-BE49-F238E27FC236}">
                <a16:creationId xmlns:a16="http://schemas.microsoft.com/office/drawing/2014/main" id="{DA772CFA-903E-F9C1-E702-CDB13A955BDE}"/>
              </a:ext>
            </a:extLst>
          </p:cNvPr>
          <p:cNvSpPr txBox="1"/>
          <p:nvPr/>
        </p:nvSpPr>
        <p:spPr>
          <a:xfrm>
            <a:off x="613834" y="2107258"/>
            <a:ext cx="480012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cs typeface="Calibri"/>
              </a:rPr>
              <a:t>Examples of </a:t>
            </a:r>
          </a:p>
          <a:p>
            <a:r>
              <a:rPr lang="en-US" sz="3600" b="1">
                <a:cs typeface="Calibri"/>
              </a:rPr>
              <a:t>Person-Centered Planning Tools </a:t>
            </a:r>
          </a:p>
        </p:txBody>
      </p:sp>
    </p:spTree>
    <p:extLst>
      <p:ext uri="{BB962C8B-B14F-4D97-AF65-F5344CB8AC3E}">
        <p14:creationId xmlns:p14="http://schemas.microsoft.com/office/powerpoint/2010/main" val="187150946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97ef7c57-f98b-4bbf-abe5-0dccd9ed8267">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270A6BDCF9EDE429F30368D7F34C74C" ma:contentTypeVersion="8" ma:contentTypeDescription="Create a new document." ma:contentTypeScope="" ma:versionID="90e2959f7ede8bf6ad6e7ec9bccdd909">
  <xsd:schema xmlns:xsd="http://www.w3.org/2001/XMLSchema" xmlns:xs="http://www.w3.org/2001/XMLSchema" xmlns:p="http://schemas.microsoft.com/office/2006/metadata/properties" xmlns:ns2="2ba670d5-100b-44a8-b60c-b9ae61acdd03" xmlns:ns3="97ef7c57-f98b-4bbf-abe5-0dccd9ed8267" targetNamespace="http://schemas.microsoft.com/office/2006/metadata/properties" ma:root="true" ma:fieldsID="c7705e0506eb033bd23cd490c837d094" ns2:_="" ns3:_="">
    <xsd:import namespace="2ba670d5-100b-44a8-b60c-b9ae61acdd03"/>
    <xsd:import namespace="97ef7c57-f98b-4bbf-abe5-0dccd9ed826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a670d5-100b-44a8-b60c-b9ae61acdd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ef7c57-f98b-4bbf-abe5-0dccd9ed826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2D98F3C-416A-4148-BFD0-98E028A23A9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125A203-1945-4274-B347-B0A130C1337B}">
  <ds:schemaRefs>
    <ds:schemaRef ds:uri="http://schemas.microsoft.com/sharepoint/v3/contenttype/forms"/>
  </ds:schemaRefs>
</ds:datastoreItem>
</file>

<file path=customXml/itemProps3.xml><?xml version="1.0" encoding="utf-8"?>
<ds:datastoreItem xmlns:ds="http://schemas.openxmlformats.org/officeDocument/2006/customXml" ds:itemID="{47375545-7339-42BA-8C5B-7A4BA3E492F8}"/>
</file>

<file path=docProps/app.xml><?xml version="1.0" encoding="utf-8"?>
<Properties xmlns="http://schemas.openxmlformats.org/officeDocument/2006/extended-properties" xmlns:vt="http://schemas.openxmlformats.org/officeDocument/2006/docPropsVTypes">
  <Template>Retrospect</Template>
  <Application>Microsoft Office PowerPoint</Application>
  <PresentationFormat>Widescreen</PresentationFormat>
  <Slides>39</Slides>
  <Notes>39</Notes>
  <HiddenSlides>0</HiddenSlides>
  <ScaleCrop>false</ScaleCrop>
  <HeadingPairs>
    <vt:vector size="4" baseType="variant">
      <vt:variant>
        <vt:lpstr>Theme</vt:lpstr>
      </vt:variant>
      <vt:variant>
        <vt:i4>4</vt:i4>
      </vt:variant>
      <vt:variant>
        <vt:lpstr>Slide Titles</vt:lpstr>
      </vt:variant>
      <vt:variant>
        <vt:i4>39</vt:i4>
      </vt:variant>
    </vt:vector>
  </HeadingPairs>
  <TitlesOfParts>
    <vt:vector size="43" baseType="lpstr">
      <vt:lpstr>Retrospect</vt:lpstr>
      <vt:lpstr>Office Theme</vt:lpstr>
      <vt:lpstr>1_Office Theme</vt:lpstr>
      <vt:lpstr>Office Theme</vt:lpstr>
      <vt:lpstr>PowerPoint Presentation</vt:lpstr>
      <vt:lpstr>PowerPoint Presentation</vt:lpstr>
      <vt:lpstr>Number in Employment and Day services 1989 through 2021</vt:lpstr>
      <vt:lpstr>10 Essential Elements of Provider Transformation</vt:lpstr>
      <vt:lpstr>PowerPoint Presentation</vt:lpstr>
      <vt:lpstr> Non-Work: Community Life Engagement (CLE)</vt:lpstr>
      <vt:lpstr>Using CLE as pathway to employment</vt:lpstr>
      <vt:lpstr>CLE Guideposts of Support </vt:lpstr>
      <vt:lpstr>Person Centered Thinking &amp; Planning</vt:lpstr>
      <vt:lpstr>PowerPoint Presentation</vt:lpstr>
      <vt:lpstr>PowerPoint Presentation</vt:lpstr>
      <vt:lpstr>PowerPoint Presentation</vt:lpstr>
      <vt:lpstr>Person Centered Planning and learning about people must be baked into service delivery &amp; the culture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 Specific! </vt:lpstr>
      <vt:lpstr>PowerPoint Presentation</vt:lpstr>
      <vt:lpstr>PowerPoint Presentation</vt:lpstr>
      <vt:lpstr>PowerPoint Presentation</vt:lpstr>
      <vt:lpstr>Cultural Competency &amp; Humility </vt:lpstr>
      <vt:lpstr>PowerPoint Presentation</vt:lpstr>
      <vt:lpstr>Three Cups of Tea</vt:lpstr>
      <vt:lpstr>The first time you share tea with a Balti, you are a stranger. The second time, you are an honored guest. The third time, you become family. -Balti proverb (Northern Pakistan): Greg Mortensen, Three Cups of Tea</vt:lpstr>
      <vt:lpstr>Three Cups of Tea</vt:lpstr>
      <vt:lpstr>First Cup of Tea</vt:lpstr>
      <vt:lpstr>PowerPoint Presentation</vt:lpstr>
      <vt:lpstr>Second Cup of Tea</vt:lpstr>
      <vt:lpstr>Third Cup of Tea</vt:lpstr>
      <vt:lpstr>Considerations</vt:lpstr>
      <vt:lpstr>PowerPoint Presentation</vt:lpstr>
      <vt:lpstr>PowerPoint Presentation</vt:lpstr>
      <vt:lpstr>Things to pay attention to: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Staci Jones</dc:creator>
  <cp:revision>59</cp:revision>
  <dcterms:created xsi:type="dcterms:W3CDTF">2020-12-30T12:03:27Z</dcterms:created>
  <dcterms:modified xsi:type="dcterms:W3CDTF">2024-05-23T00:07:51Z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0x0101008270A6BDCF9EDE429F30368D7F34C74C</vt:lpwstr>
  </property>
  <property fmtid="{D5CDD505-2E9C-101B-9397-08002B2CF9AE}" pid="3" name="xd_ProgID">
    <vt:lpwstr/>
  </property>
  <property fmtid="{D5CDD505-2E9C-101B-9397-08002B2CF9AE}" pid="4" name="MediaServiceImageTags">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xd_Signature">
    <vt:bool>false</vt:bool>
  </property>
</Properties>
</file>